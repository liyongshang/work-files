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6" r:id="rId1"/>
    <p:sldMasterId id="2147483673" r:id="rId2"/>
  </p:sldMasterIdLst>
  <p:notesMasterIdLst>
    <p:notesMasterId r:id="rId31"/>
  </p:notesMasterIdLst>
  <p:sldIdLst>
    <p:sldId id="256" r:id="rId3"/>
    <p:sldId id="257" r:id="rId4"/>
    <p:sldId id="260" r:id="rId5"/>
    <p:sldId id="275" r:id="rId6"/>
    <p:sldId id="258" r:id="rId7"/>
    <p:sldId id="259" r:id="rId8"/>
    <p:sldId id="261" r:id="rId9"/>
    <p:sldId id="274" r:id="rId10"/>
    <p:sldId id="286" r:id="rId11"/>
    <p:sldId id="276" r:id="rId12"/>
    <p:sldId id="273" r:id="rId13"/>
    <p:sldId id="280" r:id="rId14"/>
    <p:sldId id="270" r:id="rId15"/>
    <p:sldId id="278" r:id="rId16"/>
    <p:sldId id="279" r:id="rId17"/>
    <p:sldId id="287" r:id="rId18"/>
    <p:sldId id="277" r:id="rId19"/>
    <p:sldId id="282" r:id="rId20"/>
    <p:sldId id="283" r:id="rId21"/>
    <p:sldId id="284" r:id="rId22"/>
    <p:sldId id="288" r:id="rId23"/>
    <p:sldId id="289" r:id="rId24"/>
    <p:sldId id="290" r:id="rId25"/>
    <p:sldId id="291" r:id="rId26"/>
    <p:sldId id="293" r:id="rId27"/>
    <p:sldId id="295" r:id="rId28"/>
    <p:sldId id="294" r:id="rId29"/>
    <p:sldId id="292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28F"/>
    <a:srgbClr val="00CAFF"/>
    <a:srgbClr val="266AB0"/>
    <a:srgbClr val="00B050"/>
    <a:srgbClr val="FFFFFF"/>
    <a:srgbClr val="C5E0B3"/>
    <a:srgbClr val="A5B1CF"/>
    <a:srgbClr val="21C153"/>
    <a:srgbClr val="247D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89697" autoAdjust="0"/>
  </p:normalViewPr>
  <p:slideViewPr>
    <p:cSldViewPr snapToGrid="0">
      <p:cViewPr varScale="1">
        <p:scale>
          <a:sx n="120" d="100"/>
          <a:sy n="120" d="100"/>
        </p:scale>
        <p:origin x="878" y="6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711F3E-B30C-42F4-A182-916C2273D750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9ECE30-DA3C-4C43-B4FA-1B84E43DAA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600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07242D-8BF4-491D-9337-DAF55FE06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6753" y="1726880"/>
            <a:ext cx="8585847" cy="1783082"/>
          </a:xfrm>
          <a:prstGeom prst="rect">
            <a:avLst/>
          </a:prstGeom>
        </p:spPr>
        <p:txBody>
          <a:bodyPr anchor="b"/>
          <a:lstStyle>
            <a:lvl1pPr algn="ctr">
              <a:defRPr sz="4000" b="1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746EC9B-BF03-44DF-A8BA-DEC10CF46E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6752" y="3705101"/>
            <a:ext cx="8585847" cy="1552698"/>
          </a:xfrm>
        </p:spPr>
        <p:txBody>
          <a:bodyPr>
            <a:normAutofit/>
          </a:bodyPr>
          <a:lstStyle>
            <a:lvl1pPr marL="0" indent="0" algn="ctr">
              <a:buNone/>
              <a:defRPr sz="2800" b="0">
                <a:solidFill>
                  <a:srgbClr val="4B649F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DCF9BB-E938-4B89-BFD0-F1F7E7F01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969515-F994-4062-90A1-C5AFF8886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36AF07-1610-4396-B004-C0D31EE8D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D9A5DF5-4A92-4DC2-BF60-CF7F5CFD30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644" y="4757740"/>
            <a:ext cx="4399359" cy="124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19">
            <a:extLst>
              <a:ext uri="{FF2B5EF4-FFF2-40B4-BE49-F238E27FC236}">
                <a16:creationId xmlns:a16="http://schemas.microsoft.com/office/drawing/2014/main" id="{3093C588-C891-47DE-AB8C-7210B8F033B9}"/>
              </a:ext>
            </a:extLst>
          </p:cNvPr>
          <p:cNvSpPr/>
          <p:nvPr userDrawn="1"/>
        </p:nvSpPr>
        <p:spPr>
          <a:xfrm>
            <a:off x="1468754" y="1701661"/>
            <a:ext cx="8918627" cy="3650890"/>
          </a:xfrm>
          <a:prstGeom prst="rect">
            <a:avLst/>
          </a:prstGeom>
          <a:noFill/>
          <a:ln w="25400">
            <a:solidFill>
              <a:srgbClr val="4B64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b="0" noProof="1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grpSp>
        <p:nvGrpSpPr>
          <p:cNvPr id="10" name="Group 1">
            <a:extLst>
              <a:ext uri="{FF2B5EF4-FFF2-40B4-BE49-F238E27FC236}">
                <a16:creationId xmlns:a16="http://schemas.microsoft.com/office/drawing/2014/main" id="{699205C8-0229-4279-B618-AEECC6033E62}"/>
              </a:ext>
            </a:extLst>
          </p:cNvPr>
          <p:cNvGrpSpPr/>
          <p:nvPr userDrawn="1"/>
        </p:nvGrpSpPr>
        <p:grpSpPr>
          <a:xfrm>
            <a:off x="10031385" y="4810119"/>
            <a:ext cx="558403" cy="528638"/>
            <a:chOff x="10637838" y="3171860"/>
            <a:chExt cx="744537" cy="704850"/>
          </a:xfrm>
        </p:grpSpPr>
        <p:sp>
          <p:nvSpPr>
            <p:cNvPr id="11" name="矩形 21">
              <a:extLst>
                <a:ext uri="{FF2B5EF4-FFF2-40B4-BE49-F238E27FC236}">
                  <a16:creationId xmlns:a16="http://schemas.microsoft.com/office/drawing/2014/main" id="{7642A93B-C446-461D-84B8-32CA9F4BDCDB}"/>
                </a:ext>
              </a:extLst>
            </p:cNvPr>
            <p:cNvSpPr/>
            <p:nvPr/>
          </p:nvSpPr>
          <p:spPr>
            <a:xfrm>
              <a:off x="10906125" y="3400460"/>
              <a:ext cx="476250" cy="47625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b="0" noProof="1">
                <a:solidFill>
                  <a:prstClr val="white"/>
                </a:solidFill>
                <a:latin typeface="等线"/>
                <a:ea typeface="等线" panose="02010600030101010101" pitchFamily="2" charset="-122"/>
              </a:endParaRPr>
            </a:p>
          </p:txBody>
        </p:sp>
        <p:sp>
          <p:nvSpPr>
            <p:cNvPr id="12" name="矩形 22">
              <a:extLst>
                <a:ext uri="{FF2B5EF4-FFF2-40B4-BE49-F238E27FC236}">
                  <a16:creationId xmlns:a16="http://schemas.microsoft.com/office/drawing/2014/main" id="{B95D439B-E84C-4CE8-B66B-54587B9CC8A0}"/>
                </a:ext>
              </a:extLst>
            </p:cNvPr>
            <p:cNvSpPr/>
            <p:nvPr/>
          </p:nvSpPr>
          <p:spPr>
            <a:xfrm>
              <a:off x="10637838" y="3171860"/>
              <a:ext cx="474662" cy="474662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b="0" noProof="1">
                <a:solidFill>
                  <a:prstClr val="white"/>
                </a:solidFill>
                <a:latin typeface="等线"/>
                <a:ea typeface="等线" panose="02010600030101010101" pitchFamily="2" charset="-122"/>
              </a:endParaRPr>
            </a:p>
          </p:txBody>
        </p:sp>
      </p:grpSp>
      <p:grpSp>
        <p:nvGrpSpPr>
          <p:cNvPr id="13" name="Group 3">
            <a:extLst>
              <a:ext uri="{FF2B5EF4-FFF2-40B4-BE49-F238E27FC236}">
                <a16:creationId xmlns:a16="http://schemas.microsoft.com/office/drawing/2014/main" id="{5071832E-9782-4517-ABCE-52744968689D}"/>
              </a:ext>
            </a:extLst>
          </p:cNvPr>
          <p:cNvGrpSpPr/>
          <p:nvPr userDrawn="1"/>
        </p:nvGrpSpPr>
        <p:grpSpPr>
          <a:xfrm>
            <a:off x="1354455" y="1612580"/>
            <a:ext cx="470297" cy="470297"/>
            <a:chOff x="1308100" y="1397035"/>
            <a:chExt cx="627063" cy="627062"/>
          </a:xfrm>
        </p:grpSpPr>
        <p:sp>
          <p:nvSpPr>
            <p:cNvPr id="14" name="矩形 24">
              <a:extLst>
                <a:ext uri="{FF2B5EF4-FFF2-40B4-BE49-F238E27FC236}">
                  <a16:creationId xmlns:a16="http://schemas.microsoft.com/office/drawing/2014/main" id="{20CCC993-F73A-4608-BA4F-ECC09B6A8879}"/>
                </a:ext>
              </a:extLst>
            </p:cNvPr>
            <p:cNvSpPr/>
            <p:nvPr/>
          </p:nvSpPr>
          <p:spPr>
            <a:xfrm>
              <a:off x="1308100" y="1397035"/>
              <a:ext cx="474663" cy="47466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b="0" noProof="1">
                <a:solidFill>
                  <a:prstClr val="white"/>
                </a:solidFill>
                <a:latin typeface="等线"/>
                <a:ea typeface="等线" panose="02010600030101010101" pitchFamily="2" charset="-122"/>
              </a:endParaRPr>
            </a:p>
          </p:txBody>
        </p:sp>
        <p:sp>
          <p:nvSpPr>
            <p:cNvPr id="15" name="矩形 25">
              <a:extLst>
                <a:ext uri="{FF2B5EF4-FFF2-40B4-BE49-F238E27FC236}">
                  <a16:creationId xmlns:a16="http://schemas.microsoft.com/office/drawing/2014/main" id="{05E4C06D-7FAD-47AC-97E6-1CF70EAFAD79}"/>
                </a:ext>
              </a:extLst>
            </p:cNvPr>
            <p:cNvSpPr/>
            <p:nvPr/>
          </p:nvSpPr>
          <p:spPr>
            <a:xfrm>
              <a:off x="1460500" y="1549435"/>
              <a:ext cx="474663" cy="474662"/>
            </a:xfrm>
            <a:prstGeom prst="rect">
              <a:avLst/>
            </a:prstGeom>
            <a:solidFill>
              <a:srgbClr val="4B649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b="0" noProof="1">
                <a:solidFill>
                  <a:prstClr val="white"/>
                </a:solidFill>
                <a:latin typeface="等线"/>
                <a:ea typeface="等线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1833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CE07242D-8BF4-491D-9337-DAF55FE062AD}"/>
              </a:ext>
            </a:extLst>
          </p:cNvPr>
          <p:cNvSpPr txBox="1">
            <a:spLocks/>
          </p:cNvSpPr>
          <p:nvPr userDrawn="1"/>
        </p:nvSpPr>
        <p:spPr>
          <a:xfrm>
            <a:off x="-1556395" y="0"/>
            <a:ext cx="8585847" cy="2047869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endParaRPr lang="zh-CN" altLang="en-US" dirty="0"/>
          </a:p>
        </p:txBody>
      </p:sp>
      <p:pic>
        <p:nvPicPr>
          <p:cNvPr id="8" name="图片 6">
            <a:extLst>
              <a:ext uri="{FF2B5EF4-FFF2-40B4-BE49-F238E27FC236}">
                <a16:creationId xmlns:a16="http://schemas.microsoft.com/office/drawing/2014/main" id="{1D9A5DF5-4A92-4DC2-BF60-CF7F5CFD30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0543" y="4057650"/>
            <a:ext cx="4399359" cy="124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19">
            <a:extLst>
              <a:ext uri="{FF2B5EF4-FFF2-40B4-BE49-F238E27FC236}">
                <a16:creationId xmlns:a16="http://schemas.microsoft.com/office/drawing/2014/main" id="{3093C588-C891-47DE-AB8C-7210B8F033B9}"/>
              </a:ext>
            </a:extLst>
          </p:cNvPr>
          <p:cNvSpPr/>
          <p:nvPr userDrawn="1"/>
        </p:nvSpPr>
        <p:spPr>
          <a:xfrm>
            <a:off x="1468754" y="2419350"/>
            <a:ext cx="8918627" cy="2076450"/>
          </a:xfrm>
          <a:prstGeom prst="rect">
            <a:avLst/>
          </a:prstGeom>
          <a:noFill/>
          <a:ln w="25400">
            <a:solidFill>
              <a:srgbClr val="4B64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b="0" noProof="1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grpSp>
        <p:nvGrpSpPr>
          <p:cNvPr id="10" name="Group 1">
            <a:extLst>
              <a:ext uri="{FF2B5EF4-FFF2-40B4-BE49-F238E27FC236}">
                <a16:creationId xmlns:a16="http://schemas.microsoft.com/office/drawing/2014/main" id="{699205C8-0229-4279-B618-AEECC6033E62}"/>
              </a:ext>
            </a:extLst>
          </p:cNvPr>
          <p:cNvGrpSpPr/>
          <p:nvPr userDrawn="1"/>
        </p:nvGrpSpPr>
        <p:grpSpPr>
          <a:xfrm>
            <a:off x="9993285" y="4295769"/>
            <a:ext cx="558403" cy="528638"/>
            <a:chOff x="10637838" y="3171860"/>
            <a:chExt cx="744537" cy="704850"/>
          </a:xfrm>
        </p:grpSpPr>
        <p:sp>
          <p:nvSpPr>
            <p:cNvPr id="11" name="矩形 21">
              <a:extLst>
                <a:ext uri="{FF2B5EF4-FFF2-40B4-BE49-F238E27FC236}">
                  <a16:creationId xmlns:a16="http://schemas.microsoft.com/office/drawing/2014/main" id="{7642A93B-C446-461D-84B8-32CA9F4BDCDB}"/>
                </a:ext>
              </a:extLst>
            </p:cNvPr>
            <p:cNvSpPr/>
            <p:nvPr/>
          </p:nvSpPr>
          <p:spPr>
            <a:xfrm>
              <a:off x="10906125" y="3400460"/>
              <a:ext cx="476250" cy="47625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b="0" noProof="1">
                <a:solidFill>
                  <a:prstClr val="white"/>
                </a:solidFill>
                <a:latin typeface="等线"/>
                <a:ea typeface="等线" panose="02010600030101010101" pitchFamily="2" charset="-122"/>
              </a:endParaRPr>
            </a:p>
          </p:txBody>
        </p:sp>
        <p:sp>
          <p:nvSpPr>
            <p:cNvPr id="12" name="矩形 22">
              <a:extLst>
                <a:ext uri="{FF2B5EF4-FFF2-40B4-BE49-F238E27FC236}">
                  <a16:creationId xmlns:a16="http://schemas.microsoft.com/office/drawing/2014/main" id="{B95D439B-E84C-4CE8-B66B-54587B9CC8A0}"/>
                </a:ext>
              </a:extLst>
            </p:cNvPr>
            <p:cNvSpPr/>
            <p:nvPr/>
          </p:nvSpPr>
          <p:spPr>
            <a:xfrm>
              <a:off x="10637838" y="3171860"/>
              <a:ext cx="474662" cy="474662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b="0" noProof="1">
                <a:solidFill>
                  <a:prstClr val="white"/>
                </a:solidFill>
                <a:latin typeface="等线"/>
                <a:ea typeface="等线" panose="02010600030101010101" pitchFamily="2" charset="-122"/>
              </a:endParaRPr>
            </a:p>
          </p:txBody>
        </p:sp>
      </p:grpSp>
      <p:grpSp>
        <p:nvGrpSpPr>
          <p:cNvPr id="13" name="Group 3">
            <a:extLst>
              <a:ext uri="{FF2B5EF4-FFF2-40B4-BE49-F238E27FC236}">
                <a16:creationId xmlns:a16="http://schemas.microsoft.com/office/drawing/2014/main" id="{5071832E-9782-4517-ABCE-52744968689D}"/>
              </a:ext>
            </a:extLst>
          </p:cNvPr>
          <p:cNvGrpSpPr/>
          <p:nvPr userDrawn="1"/>
        </p:nvGrpSpPr>
        <p:grpSpPr>
          <a:xfrm>
            <a:off x="1411604" y="2184201"/>
            <a:ext cx="470297" cy="470297"/>
            <a:chOff x="1308100" y="1397035"/>
            <a:chExt cx="627063" cy="627062"/>
          </a:xfrm>
        </p:grpSpPr>
        <p:sp>
          <p:nvSpPr>
            <p:cNvPr id="14" name="矩形 24">
              <a:extLst>
                <a:ext uri="{FF2B5EF4-FFF2-40B4-BE49-F238E27FC236}">
                  <a16:creationId xmlns:a16="http://schemas.microsoft.com/office/drawing/2014/main" id="{20CCC993-F73A-4608-BA4F-ECC09B6A8879}"/>
                </a:ext>
              </a:extLst>
            </p:cNvPr>
            <p:cNvSpPr/>
            <p:nvPr/>
          </p:nvSpPr>
          <p:spPr>
            <a:xfrm>
              <a:off x="1308100" y="1397035"/>
              <a:ext cx="474663" cy="47466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b="0" noProof="1">
                <a:solidFill>
                  <a:prstClr val="white"/>
                </a:solidFill>
                <a:latin typeface="等线"/>
                <a:ea typeface="等线" panose="02010600030101010101" pitchFamily="2" charset="-122"/>
              </a:endParaRPr>
            </a:p>
          </p:txBody>
        </p:sp>
        <p:sp>
          <p:nvSpPr>
            <p:cNvPr id="15" name="矩形 25">
              <a:extLst>
                <a:ext uri="{FF2B5EF4-FFF2-40B4-BE49-F238E27FC236}">
                  <a16:creationId xmlns:a16="http://schemas.microsoft.com/office/drawing/2014/main" id="{05E4C06D-7FAD-47AC-97E6-1CF70EAFAD79}"/>
                </a:ext>
              </a:extLst>
            </p:cNvPr>
            <p:cNvSpPr/>
            <p:nvPr/>
          </p:nvSpPr>
          <p:spPr>
            <a:xfrm>
              <a:off x="1460500" y="1549435"/>
              <a:ext cx="474663" cy="474662"/>
            </a:xfrm>
            <a:prstGeom prst="rect">
              <a:avLst/>
            </a:prstGeom>
            <a:solidFill>
              <a:srgbClr val="4B649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b="0" noProof="1">
                <a:solidFill>
                  <a:prstClr val="white"/>
                </a:solidFill>
                <a:latin typeface="等线"/>
                <a:ea typeface="等线" panose="02010600030101010101" pitchFamily="2" charset="-122"/>
              </a:endParaRPr>
            </a:p>
          </p:txBody>
        </p:sp>
      </p:grpSp>
      <p:sp>
        <p:nvSpPr>
          <p:cNvPr id="24" name="标题 1">
            <a:extLst>
              <a:ext uri="{FF2B5EF4-FFF2-40B4-BE49-F238E27FC236}">
                <a16:creationId xmlns:a16="http://schemas.microsoft.com/office/drawing/2014/main" id="{CE07242D-8BF4-491D-9337-DAF55FE06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6753" y="2546030"/>
            <a:ext cx="8585847" cy="1783082"/>
          </a:xfrm>
          <a:prstGeom prst="rect">
            <a:avLst/>
          </a:prstGeom>
        </p:spPr>
        <p:txBody>
          <a:bodyPr anchor="ctr" anchorCtr="0"/>
          <a:lstStyle>
            <a:lvl1pPr algn="ctr">
              <a:defRPr sz="4000" b="1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0638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90005" y="902526"/>
            <a:ext cx="11792198" cy="5379522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9" name="Title Placeholder 10"/>
          <p:cNvSpPr>
            <a:spLocks noGrp="1"/>
          </p:cNvSpPr>
          <p:nvPr>
            <p:ph type="title"/>
          </p:nvPr>
        </p:nvSpPr>
        <p:spPr>
          <a:xfrm>
            <a:off x="166255" y="0"/>
            <a:ext cx="10212779" cy="738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921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176000" y="6274026"/>
            <a:ext cx="695820" cy="365125"/>
          </a:xfrm>
        </p:spPr>
        <p:txBody>
          <a:bodyPr/>
          <a:lstStyle>
            <a:lvl1pPr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685800">
              <a:defRPr/>
            </a:pPr>
            <a:fld id="{86CFBB55-5383-4680-AC02-FAC14F853CF3}" type="slidenum">
              <a:rPr lang="zh-CN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 defTabSz="685800">
                <a:defRPr/>
              </a:pPr>
              <a:t>‹#›</a:t>
            </a:fld>
            <a:endParaRPr lang="zh-CN" alt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0" y="785813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80FC510A-EAAE-41C0-9423-6423A04A3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007" y="878774"/>
            <a:ext cx="11720945" cy="53795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2" name="Title Placeholder 10"/>
          <p:cNvSpPr>
            <a:spLocks noGrp="1"/>
          </p:cNvSpPr>
          <p:nvPr>
            <p:ph type="title"/>
          </p:nvPr>
        </p:nvSpPr>
        <p:spPr>
          <a:xfrm>
            <a:off x="166255" y="0"/>
            <a:ext cx="10212779" cy="738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260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Placeholder 10"/>
          <p:cNvSpPr>
            <a:spLocks noGrp="1"/>
          </p:cNvSpPr>
          <p:nvPr>
            <p:ph type="title"/>
          </p:nvPr>
        </p:nvSpPr>
        <p:spPr>
          <a:xfrm>
            <a:off x="166255" y="0"/>
            <a:ext cx="10212779" cy="738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617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BA96EA-D46C-425F-9023-F6E11ED2E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7418F6-77DE-4C93-8786-64C7EB578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7A26F3-B790-4F42-83B8-93E6880F1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F051AD-0767-4DE2-AC0C-E71E58D36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C3F8D-CBB6-4D77-B9DA-1B244EAD3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157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3E354F7-F0ED-42AE-82D8-126AC5F22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082" y="1536333"/>
            <a:ext cx="7965831" cy="1892667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4000" b="1" kern="1200" dirty="0" smtClean="0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19">
            <a:extLst>
              <a:ext uri="{FF2B5EF4-FFF2-40B4-BE49-F238E27FC236}">
                <a16:creationId xmlns:a16="http://schemas.microsoft.com/office/drawing/2014/main" id="{BC71A19F-F7A3-42EA-A331-F2E4908A384F}"/>
              </a:ext>
            </a:extLst>
          </p:cNvPr>
          <p:cNvSpPr/>
          <p:nvPr userDrawn="1"/>
        </p:nvSpPr>
        <p:spPr>
          <a:xfrm>
            <a:off x="1636686" y="1484784"/>
            <a:ext cx="8918627" cy="3650890"/>
          </a:xfrm>
          <a:prstGeom prst="rect">
            <a:avLst/>
          </a:prstGeom>
          <a:noFill/>
          <a:ln w="25400">
            <a:solidFill>
              <a:srgbClr val="4B64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b="0" noProof="1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FC6CC002-1B6C-4F2D-94C7-2E8ACA288B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3075" y="3518817"/>
            <a:ext cx="8585847" cy="155269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 b="0">
                <a:solidFill>
                  <a:srgbClr val="4B649F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grpSp>
        <p:nvGrpSpPr>
          <p:cNvPr id="7" name="Group 3">
            <a:extLst>
              <a:ext uri="{FF2B5EF4-FFF2-40B4-BE49-F238E27FC236}">
                <a16:creationId xmlns:a16="http://schemas.microsoft.com/office/drawing/2014/main" id="{B197089F-3598-4951-B6D4-54D9A671E5B2}"/>
              </a:ext>
            </a:extLst>
          </p:cNvPr>
          <p:cNvGrpSpPr/>
          <p:nvPr userDrawn="1"/>
        </p:nvGrpSpPr>
        <p:grpSpPr>
          <a:xfrm>
            <a:off x="1506855" y="1331226"/>
            <a:ext cx="470297" cy="470297"/>
            <a:chOff x="1308100" y="1397035"/>
            <a:chExt cx="627063" cy="627062"/>
          </a:xfrm>
        </p:grpSpPr>
        <p:sp>
          <p:nvSpPr>
            <p:cNvPr id="8" name="矩形 24">
              <a:extLst>
                <a:ext uri="{FF2B5EF4-FFF2-40B4-BE49-F238E27FC236}">
                  <a16:creationId xmlns:a16="http://schemas.microsoft.com/office/drawing/2014/main" id="{7EAABA7A-4F6F-438D-9185-86E90C63417E}"/>
                </a:ext>
              </a:extLst>
            </p:cNvPr>
            <p:cNvSpPr/>
            <p:nvPr/>
          </p:nvSpPr>
          <p:spPr>
            <a:xfrm>
              <a:off x="1308100" y="1397035"/>
              <a:ext cx="474663" cy="47466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b="0" noProof="1">
                <a:solidFill>
                  <a:prstClr val="white"/>
                </a:solidFill>
                <a:latin typeface="等线"/>
                <a:ea typeface="等线" panose="02010600030101010101" pitchFamily="2" charset="-122"/>
              </a:endParaRPr>
            </a:p>
          </p:txBody>
        </p:sp>
        <p:sp>
          <p:nvSpPr>
            <p:cNvPr id="9" name="矩形 25">
              <a:extLst>
                <a:ext uri="{FF2B5EF4-FFF2-40B4-BE49-F238E27FC236}">
                  <a16:creationId xmlns:a16="http://schemas.microsoft.com/office/drawing/2014/main" id="{33DD09B7-9822-4566-8A6F-FE8A7FE7079A}"/>
                </a:ext>
              </a:extLst>
            </p:cNvPr>
            <p:cNvSpPr/>
            <p:nvPr/>
          </p:nvSpPr>
          <p:spPr>
            <a:xfrm>
              <a:off x="1460500" y="1549435"/>
              <a:ext cx="474663" cy="474662"/>
            </a:xfrm>
            <a:prstGeom prst="rect">
              <a:avLst/>
            </a:prstGeom>
            <a:solidFill>
              <a:srgbClr val="4B649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b="0" noProof="1">
                <a:solidFill>
                  <a:prstClr val="white"/>
                </a:solidFill>
                <a:latin typeface="等线"/>
                <a:ea typeface="等线" panose="02010600030101010101" pitchFamily="2" charset="-122"/>
              </a:endParaRPr>
            </a:p>
          </p:txBody>
        </p:sp>
      </p:grpSp>
      <p:grpSp>
        <p:nvGrpSpPr>
          <p:cNvPr id="10" name="Group 1">
            <a:extLst>
              <a:ext uri="{FF2B5EF4-FFF2-40B4-BE49-F238E27FC236}">
                <a16:creationId xmlns:a16="http://schemas.microsoft.com/office/drawing/2014/main" id="{E368B615-5657-440B-8D0D-569A4DA40CAA}"/>
              </a:ext>
            </a:extLst>
          </p:cNvPr>
          <p:cNvGrpSpPr/>
          <p:nvPr userDrawn="1"/>
        </p:nvGrpSpPr>
        <p:grpSpPr>
          <a:xfrm>
            <a:off x="10220906" y="4807196"/>
            <a:ext cx="558403" cy="528638"/>
            <a:chOff x="10637838" y="3171860"/>
            <a:chExt cx="744537" cy="704850"/>
          </a:xfrm>
        </p:grpSpPr>
        <p:sp>
          <p:nvSpPr>
            <p:cNvPr id="11" name="矩形 21">
              <a:extLst>
                <a:ext uri="{FF2B5EF4-FFF2-40B4-BE49-F238E27FC236}">
                  <a16:creationId xmlns:a16="http://schemas.microsoft.com/office/drawing/2014/main" id="{3328BEBE-9CD5-4A86-8914-3E9049EFB455}"/>
                </a:ext>
              </a:extLst>
            </p:cNvPr>
            <p:cNvSpPr/>
            <p:nvPr/>
          </p:nvSpPr>
          <p:spPr>
            <a:xfrm>
              <a:off x="10906125" y="3400460"/>
              <a:ext cx="476250" cy="47625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b="0" noProof="1">
                <a:solidFill>
                  <a:prstClr val="white"/>
                </a:solidFill>
                <a:latin typeface="等线"/>
                <a:ea typeface="等线" panose="02010600030101010101" pitchFamily="2" charset="-122"/>
              </a:endParaRPr>
            </a:p>
          </p:txBody>
        </p:sp>
        <p:sp>
          <p:nvSpPr>
            <p:cNvPr id="12" name="矩形 22">
              <a:extLst>
                <a:ext uri="{FF2B5EF4-FFF2-40B4-BE49-F238E27FC236}">
                  <a16:creationId xmlns:a16="http://schemas.microsoft.com/office/drawing/2014/main" id="{F9774E07-744E-411E-9128-3DDE00D3E509}"/>
                </a:ext>
              </a:extLst>
            </p:cNvPr>
            <p:cNvSpPr/>
            <p:nvPr/>
          </p:nvSpPr>
          <p:spPr>
            <a:xfrm>
              <a:off x="10637838" y="3171860"/>
              <a:ext cx="474662" cy="474662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b="0" noProof="1">
                <a:solidFill>
                  <a:prstClr val="white"/>
                </a:solidFill>
                <a:latin typeface="等线"/>
                <a:ea typeface="等线" panose="02010600030101010101" pitchFamily="2" charset="-122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CDB66F6E-3F5E-4D6E-AAEE-FAA482896727}"/>
              </a:ext>
            </a:extLst>
          </p:cNvPr>
          <p:cNvGrpSpPr/>
          <p:nvPr userDrawn="1"/>
        </p:nvGrpSpPr>
        <p:grpSpPr>
          <a:xfrm>
            <a:off x="9523" y="0"/>
            <a:ext cx="981077" cy="1003300"/>
            <a:chOff x="9523" y="0"/>
            <a:chExt cx="981077" cy="1003300"/>
          </a:xfrm>
        </p:grpSpPr>
        <p:sp>
          <p:nvSpPr>
            <p:cNvPr id="16" name="等腰三角形 15">
              <a:extLst>
                <a:ext uri="{FF2B5EF4-FFF2-40B4-BE49-F238E27FC236}">
                  <a16:creationId xmlns:a16="http://schemas.microsoft.com/office/drawing/2014/main" id="{6B801437-7D3B-43D3-882E-DFA97626D4E2}"/>
                </a:ext>
              </a:extLst>
            </p:cNvPr>
            <p:cNvSpPr/>
            <p:nvPr userDrawn="1"/>
          </p:nvSpPr>
          <p:spPr>
            <a:xfrm>
              <a:off x="336548" y="501650"/>
              <a:ext cx="654050" cy="501650"/>
            </a:xfrm>
            <a:prstGeom prst="triangle">
              <a:avLst/>
            </a:prstGeom>
            <a:solidFill>
              <a:srgbClr val="C5E0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F7CAEB83-20FB-427B-9E60-CC51F816B235}"/>
                </a:ext>
              </a:extLst>
            </p:cNvPr>
            <p:cNvSpPr/>
            <p:nvPr userDrawn="1"/>
          </p:nvSpPr>
          <p:spPr>
            <a:xfrm rot="10800000">
              <a:off x="336550" y="0"/>
              <a:ext cx="654050" cy="501650"/>
            </a:xfrm>
            <a:prstGeom prst="triangle">
              <a:avLst/>
            </a:prstGeom>
            <a:solidFill>
              <a:srgbClr val="A5B1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等腰三角形 18">
              <a:extLst>
                <a:ext uri="{FF2B5EF4-FFF2-40B4-BE49-F238E27FC236}">
                  <a16:creationId xmlns:a16="http://schemas.microsoft.com/office/drawing/2014/main" id="{24C93EC3-1E98-4286-A723-6E340DC8745F}"/>
                </a:ext>
              </a:extLst>
            </p:cNvPr>
            <p:cNvSpPr/>
            <p:nvPr userDrawn="1"/>
          </p:nvSpPr>
          <p:spPr>
            <a:xfrm>
              <a:off x="9523" y="0"/>
              <a:ext cx="654050" cy="501650"/>
            </a:xfrm>
            <a:prstGeom prst="triangle">
              <a:avLst/>
            </a:prstGeom>
            <a:solidFill>
              <a:srgbClr val="266A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>
              <a:extLst>
                <a:ext uri="{FF2B5EF4-FFF2-40B4-BE49-F238E27FC236}">
                  <a16:creationId xmlns:a16="http://schemas.microsoft.com/office/drawing/2014/main" id="{52B555B4-4495-49D5-9D51-D9D40D38EDFB}"/>
                </a:ext>
              </a:extLst>
            </p:cNvPr>
            <p:cNvSpPr/>
            <p:nvPr userDrawn="1"/>
          </p:nvSpPr>
          <p:spPr>
            <a:xfrm rot="10800000">
              <a:off x="9523" y="501650"/>
              <a:ext cx="654050" cy="501650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56077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普通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B82FB95-47FB-4938-A121-2227E0BDAC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84649" y="6341810"/>
            <a:ext cx="4114800" cy="365125"/>
          </a:xfrm>
          <a:prstGeom prst="rect">
            <a:avLst/>
          </a:prstGeom>
          <a:noFill/>
        </p:spPr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algn="ctr"/>
            <a:endParaRPr lang="zh-CN" alt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A3D5BA1-327D-4FFB-8604-622C04783FB7}"/>
              </a:ext>
            </a:extLst>
          </p:cNvPr>
          <p:cNvCxnSpPr>
            <a:cxnSpLocks/>
          </p:cNvCxnSpPr>
          <p:nvPr userDrawn="1"/>
        </p:nvCxnSpPr>
        <p:spPr>
          <a:xfrm>
            <a:off x="0" y="785813"/>
            <a:ext cx="10175631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0A90AC45-33B8-467E-8109-A6BDBB3864A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235527" y="919698"/>
            <a:ext cx="11721523" cy="52969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90000"/>
              <a:buFont typeface="Wingdings" pitchFamily="2" charset="2"/>
              <a:buChar char="q"/>
              <a:defRPr sz="2800" b="1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defRPr>
            </a:lvl1pPr>
            <a:lvl2pPr marL="685800" indent="-2349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90000"/>
              <a:buFont typeface="Wingdings" pitchFamily="2" charset="2"/>
              <a:buChar char="n"/>
              <a:defRPr sz="24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985838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itchFamily="2" charset="2"/>
              <a:buChar char="v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26206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524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6" name="平行四边形 15">
            <a:extLst>
              <a:ext uri="{FF2B5EF4-FFF2-40B4-BE49-F238E27FC236}">
                <a16:creationId xmlns:a16="http://schemas.microsoft.com/office/drawing/2014/main" id="{B1201DA1-814D-477D-93C1-4CE97B76CA07}"/>
              </a:ext>
            </a:extLst>
          </p:cNvPr>
          <p:cNvSpPr/>
          <p:nvPr userDrawn="1"/>
        </p:nvSpPr>
        <p:spPr>
          <a:xfrm>
            <a:off x="4803932" y="6418197"/>
            <a:ext cx="78730" cy="212350"/>
          </a:xfrm>
          <a:prstGeom prst="parallelogram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平行四边形 16">
            <a:extLst>
              <a:ext uri="{FF2B5EF4-FFF2-40B4-BE49-F238E27FC236}">
                <a16:creationId xmlns:a16="http://schemas.microsoft.com/office/drawing/2014/main" id="{CF070881-46C6-4933-90A8-CFF40A0FBF12}"/>
              </a:ext>
            </a:extLst>
          </p:cNvPr>
          <p:cNvSpPr/>
          <p:nvPr userDrawn="1"/>
        </p:nvSpPr>
        <p:spPr>
          <a:xfrm>
            <a:off x="7388871" y="6418197"/>
            <a:ext cx="78730" cy="212350"/>
          </a:xfrm>
          <a:prstGeom prst="parallelogram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标题 21">
            <a:extLst>
              <a:ext uri="{FF2B5EF4-FFF2-40B4-BE49-F238E27FC236}">
                <a16:creationId xmlns:a16="http://schemas.microsoft.com/office/drawing/2014/main" id="{F17CA559-8F3D-43C4-844D-C9BA2F653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" y="1"/>
            <a:ext cx="9340850" cy="709424"/>
          </a:xfrm>
          <a:prstGeom prst="rect">
            <a:avLst/>
          </a:prstGeom>
        </p:spPr>
        <p:txBody>
          <a:bodyPr anchor="ctr"/>
          <a:lstStyle>
            <a:lvl1pPr algn="l">
              <a:defRPr lang="zh-CN" altLang="en-US" sz="4000" b="1" kern="1200" dirty="0" smtClean="0">
                <a:solidFill>
                  <a:srgbClr val="4B64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353B46D-92D7-43F6-B39F-D17490099C0E}"/>
              </a:ext>
            </a:extLst>
          </p:cNvPr>
          <p:cNvSpPr/>
          <p:nvPr userDrawn="1"/>
        </p:nvSpPr>
        <p:spPr>
          <a:xfrm>
            <a:off x="11556957" y="6251928"/>
            <a:ext cx="455007" cy="4550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587977E-2C10-420F-BE86-C0F891FE5212}" type="slidenum">
              <a:rPr lang="zh-CN" altLang="en-US" sz="12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‹#›</a:t>
            </a:fld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8381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FC510A-EAAE-41C0-9423-6423A04A3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5007" y="890649"/>
            <a:ext cx="11720945" cy="53676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00C973-F94C-48B5-B69A-DF371E842A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8959F7-3E4A-4CAE-B5F7-1BCE614C75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F0037F-8DF7-47E7-A2E9-7112F040D9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466BE2-40FE-4A59-82BB-128E7E394AE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接连接符 6"/>
          <p:cNvCxnSpPr/>
          <p:nvPr userDrawn="1"/>
        </p:nvCxnSpPr>
        <p:spPr>
          <a:xfrm>
            <a:off x="0" y="785813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Placeholder 10"/>
          <p:cNvSpPr>
            <a:spLocks noGrp="1"/>
          </p:cNvSpPr>
          <p:nvPr>
            <p:ph type="title"/>
          </p:nvPr>
        </p:nvSpPr>
        <p:spPr>
          <a:xfrm>
            <a:off x="166255" y="0"/>
            <a:ext cx="10212779" cy="738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43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4B649F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55600" indent="-355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90000"/>
        <a:buFont typeface="Wingdings" pitchFamily="2" charset="2"/>
        <a:buChar char="q"/>
        <a:defRPr sz="2800" b="1" kern="1200">
          <a:solidFill>
            <a:schemeClr val="tx1"/>
          </a:solidFill>
          <a:latin typeface="微软雅黑" pitchFamily="34" charset="-122"/>
          <a:ea typeface="微软雅黑" pitchFamily="34" charset="-122"/>
          <a:cs typeface="Times New Roman" pitchFamily="18" charset="0"/>
        </a:defRPr>
      </a:lvl1pPr>
      <a:lvl2pPr marL="685800" indent="-23495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 typeface="Wingdings" pitchFamily="2" charset="2"/>
        <a:buChar char="n"/>
        <a:defRPr sz="2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985838" indent="-27305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itchFamily="2" charset="2"/>
        <a:buChar char="v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262063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itchFamily="2" charset="2"/>
        <a:buChar char="ü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1524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itchFamily="2" charset="2"/>
        <a:buChar char="§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7956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5FBD84-A3CB-DE36-A9BE-7107FA2B0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编译框架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27195FBD-11E7-7B4D-7166-8EA02A5D3D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546" y="1575661"/>
            <a:ext cx="8432054" cy="4427489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DD248B-4F38-A46D-978A-B60AC1B03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C3F8D-CBB6-4D77-B9DA-1B244EAD3A6E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8" name="矩形: 折角 7">
            <a:extLst>
              <a:ext uri="{FF2B5EF4-FFF2-40B4-BE49-F238E27FC236}">
                <a16:creationId xmlns:a16="http://schemas.microsoft.com/office/drawing/2014/main" id="{B1CACE9C-E66F-DA89-201B-A18793DB31CB}"/>
              </a:ext>
            </a:extLst>
          </p:cNvPr>
          <p:cNvSpPr/>
          <p:nvPr/>
        </p:nvSpPr>
        <p:spPr>
          <a:xfrm>
            <a:off x="624727" y="944897"/>
            <a:ext cx="540000" cy="180000"/>
          </a:xfrm>
          <a:prstGeom prst="foldedCorner">
            <a:avLst>
              <a:gd name="adj" fmla="val 38095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 anchor="t" anchorCtr="1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4E0051-53DA-3BEF-F158-4B85388E888C}"/>
              </a:ext>
            </a:extLst>
          </p:cNvPr>
          <p:cNvSpPr/>
          <p:nvPr/>
        </p:nvSpPr>
        <p:spPr>
          <a:xfrm>
            <a:off x="2835663" y="944897"/>
            <a:ext cx="540000" cy="18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CDDD00-68BA-2BBC-9D41-9A19445D0A05}"/>
              </a:ext>
            </a:extLst>
          </p:cNvPr>
          <p:cNvSpPr txBox="1"/>
          <p:nvPr/>
        </p:nvSpPr>
        <p:spPr>
          <a:xfrm>
            <a:off x="1262330" y="881008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量子程序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A1B5E26-AC3B-C82C-9392-FE45C34D4257}"/>
              </a:ext>
            </a:extLst>
          </p:cNvPr>
          <p:cNvSpPr txBox="1"/>
          <p:nvPr/>
        </p:nvSpPr>
        <p:spPr>
          <a:xfrm>
            <a:off x="3473266" y="881008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编译模块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E3CBE3A-5E05-27C8-D727-D431B43E7BB7}"/>
              </a:ext>
            </a:extLst>
          </p:cNvPr>
          <p:cNvSpPr/>
          <p:nvPr/>
        </p:nvSpPr>
        <p:spPr>
          <a:xfrm>
            <a:off x="6341660" y="1705971"/>
            <a:ext cx="2356513" cy="4208060"/>
          </a:xfrm>
          <a:prstGeom prst="rect">
            <a:avLst/>
          </a:prstGeom>
          <a:ln w="22225">
            <a:solidFill>
              <a:srgbClr val="C0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: 折角 15">
            <a:extLst>
              <a:ext uri="{FF2B5EF4-FFF2-40B4-BE49-F238E27FC236}">
                <a16:creationId xmlns:a16="http://schemas.microsoft.com/office/drawing/2014/main" id="{CA927DF2-1759-776F-3616-7E109EE3BCB2}"/>
              </a:ext>
            </a:extLst>
          </p:cNvPr>
          <p:cNvSpPr/>
          <p:nvPr/>
        </p:nvSpPr>
        <p:spPr>
          <a:xfrm>
            <a:off x="9142517" y="1430681"/>
            <a:ext cx="1299412" cy="916734"/>
          </a:xfrm>
          <a:prstGeom prst="foldedCorne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050" dirty="0" err="1">
                <a:latin typeface="微软雅黑" pitchFamily="34" charset="-122"/>
                <a:ea typeface="微软雅黑" pitchFamily="34" charset="-122"/>
              </a:rPr>
              <a:t>rz</a:t>
            </a:r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 q[2];</a:t>
            </a:r>
          </a:p>
          <a:p>
            <a:pPr algn="ctr"/>
            <a:r>
              <a:rPr lang="en-US" altLang="zh-CN" sz="1050" dirty="0" err="1">
                <a:latin typeface="微软雅黑" pitchFamily="34" charset="-122"/>
                <a:ea typeface="微软雅黑" pitchFamily="34" charset="-122"/>
              </a:rPr>
              <a:t>cz</a:t>
            </a:r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 q[0],q[2];</a:t>
            </a:r>
          </a:p>
          <a:p>
            <a:pPr algn="ctr"/>
            <a:r>
              <a:rPr lang="en-US" altLang="zh-CN" sz="1050" dirty="0" err="1">
                <a:latin typeface="微软雅黑" pitchFamily="34" charset="-122"/>
                <a:ea typeface="微软雅黑" pitchFamily="34" charset="-122"/>
              </a:rPr>
              <a:t>cz</a:t>
            </a:r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 q[0],q[1];</a:t>
            </a:r>
          </a:p>
          <a:p>
            <a:pPr algn="ctr"/>
            <a:r>
              <a:rPr lang="en-US" altLang="zh-CN" sz="1050" dirty="0" err="1">
                <a:latin typeface="微软雅黑" pitchFamily="34" charset="-122"/>
                <a:ea typeface="微软雅黑" pitchFamily="34" charset="-122"/>
              </a:rPr>
              <a:t>cz</a:t>
            </a:r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 q[3],q[2];</a:t>
            </a:r>
            <a:endParaRPr lang="zh-CN" altLang="en-US" sz="105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矩形: 折角 19">
            <a:extLst>
              <a:ext uri="{FF2B5EF4-FFF2-40B4-BE49-F238E27FC236}">
                <a16:creationId xmlns:a16="http://schemas.microsoft.com/office/drawing/2014/main" id="{66BD89DD-79B8-0FC2-8643-99F9B2206F09}"/>
              </a:ext>
            </a:extLst>
          </p:cNvPr>
          <p:cNvSpPr/>
          <p:nvPr/>
        </p:nvSpPr>
        <p:spPr>
          <a:xfrm>
            <a:off x="10441929" y="2832543"/>
            <a:ext cx="1299412" cy="1088790"/>
          </a:xfrm>
          <a:prstGeom prst="foldedCorne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altLang="zh-CN" sz="1050" dirty="0">
              <a:latin typeface="微软雅黑" pitchFamily="34" charset="-122"/>
              <a:ea typeface="微软雅黑" pitchFamily="34" charset="-122"/>
            </a:endParaRPr>
          </a:p>
          <a:p>
            <a:pPr algn="ctr"/>
            <a:endParaRPr lang="en-US" altLang="zh-CN" sz="1050" dirty="0"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2q block:{</a:t>
            </a:r>
          </a:p>
          <a:p>
            <a:pPr algn="ctr"/>
            <a:r>
              <a:rPr lang="en-US" altLang="zh-CN" sz="1050" dirty="0" err="1">
                <a:latin typeface="微软雅黑" pitchFamily="34" charset="-122"/>
                <a:ea typeface="微软雅黑" pitchFamily="34" charset="-122"/>
              </a:rPr>
              <a:t>cz</a:t>
            </a:r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 q[0],q[2];</a:t>
            </a:r>
          </a:p>
          <a:p>
            <a:pPr algn="ctr"/>
            <a:r>
              <a:rPr lang="en-US" altLang="zh-CN" sz="1050" dirty="0" err="1">
                <a:latin typeface="微软雅黑" pitchFamily="34" charset="-122"/>
                <a:ea typeface="微软雅黑" pitchFamily="34" charset="-122"/>
              </a:rPr>
              <a:t>cz</a:t>
            </a:r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 q[0],q[1];</a:t>
            </a:r>
          </a:p>
          <a:p>
            <a:pPr algn="ctr"/>
            <a:r>
              <a:rPr lang="en-US" altLang="zh-CN" sz="1050" dirty="0" err="1">
                <a:latin typeface="微软雅黑" pitchFamily="34" charset="-122"/>
                <a:ea typeface="微软雅黑" pitchFamily="34" charset="-122"/>
              </a:rPr>
              <a:t>cz</a:t>
            </a:r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 q[3],q[2];</a:t>
            </a:r>
          </a:p>
          <a:p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     }</a:t>
            </a:r>
            <a:endParaRPr lang="zh-CN" altLang="en-US" sz="105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: 折角 21">
            <a:extLst>
              <a:ext uri="{FF2B5EF4-FFF2-40B4-BE49-F238E27FC236}">
                <a16:creationId xmlns:a16="http://schemas.microsoft.com/office/drawing/2014/main" id="{2EBCBD7D-6735-9463-CE0B-45AD5F27B9D2}"/>
              </a:ext>
            </a:extLst>
          </p:cNvPr>
          <p:cNvSpPr/>
          <p:nvPr/>
        </p:nvSpPr>
        <p:spPr>
          <a:xfrm>
            <a:off x="8920345" y="2832543"/>
            <a:ext cx="1299412" cy="1088790"/>
          </a:xfrm>
          <a:prstGeom prst="foldedCorne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altLang="zh-CN" sz="1050" dirty="0">
              <a:latin typeface="微软雅黑" pitchFamily="34" charset="-122"/>
              <a:ea typeface="微软雅黑" pitchFamily="34" charset="-122"/>
            </a:endParaRPr>
          </a:p>
          <a:p>
            <a:pPr algn="ctr"/>
            <a:endParaRPr lang="en-US" altLang="zh-CN" sz="1050" dirty="0"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1q block:{</a:t>
            </a:r>
          </a:p>
          <a:p>
            <a:pPr algn="ctr"/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Rz q[2];</a:t>
            </a:r>
          </a:p>
          <a:p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     }</a:t>
            </a:r>
            <a:endParaRPr lang="zh-CN" altLang="en-US" sz="105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矩形: 折角 25">
            <a:extLst>
              <a:ext uri="{FF2B5EF4-FFF2-40B4-BE49-F238E27FC236}">
                <a16:creationId xmlns:a16="http://schemas.microsoft.com/office/drawing/2014/main" id="{20E2FE05-0BFE-BD25-EA2B-7944FF0600ED}"/>
              </a:ext>
            </a:extLst>
          </p:cNvPr>
          <p:cNvSpPr/>
          <p:nvPr/>
        </p:nvSpPr>
        <p:spPr>
          <a:xfrm>
            <a:off x="9142517" y="5186782"/>
            <a:ext cx="1299412" cy="1088790"/>
          </a:xfrm>
          <a:prstGeom prst="foldedCorne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altLang="zh-CN" sz="1050" dirty="0"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AOD move;</a:t>
            </a:r>
          </a:p>
          <a:p>
            <a:pPr algn="ctr"/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Zone </a:t>
            </a:r>
            <a:r>
              <a:rPr lang="en-US" altLang="zh-CN" sz="1050" dirty="0" err="1">
                <a:latin typeface="微软雅黑" pitchFamily="34" charset="-122"/>
                <a:ea typeface="微软雅黑" pitchFamily="34" charset="-122"/>
              </a:rPr>
              <a:t>cz</a:t>
            </a:r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;</a:t>
            </a:r>
          </a:p>
        </p:txBody>
      </p:sp>
      <p:sp>
        <p:nvSpPr>
          <p:cNvPr id="27" name="箭头: 下 26">
            <a:extLst>
              <a:ext uri="{FF2B5EF4-FFF2-40B4-BE49-F238E27FC236}">
                <a16:creationId xmlns:a16="http://schemas.microsoft.com/office/drawing/2014/main" id="{F786BBC8-E2A6-3157-586A-E21F18DDBC32}"/>
              </a:ext>
            </a:extLst>
          </p:cNvPr>
          <p:cNvSpPr/>
          <p:nvPr/>
        </p:nvSpPr>
        <p:spPr>
          <a:xfrm>
            <a:off x="9669393" y="2428193"/>
            <a:ext cx="245660" cy="307708"/>
          </a:xfrm>
          <a:prstGeom prst="downArrow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箭头: 下 28">
            <a:extLst>
              <a:ext uri="{FF2B5EF4-FFF2-40B4-BE49-F238E27FC236}">
                <a16:creationId xmlns:a16="http://schemas.microsoft.com/office/drawing/2014/main" id="{81EC97A4-7687-39C8-3921-C760ADF9C8E2}"/>
              </a:ext>
            </a:extLst>
          </p:cNvPr>
          <p:cNvSpPr/>
          <p:nvPr/>
        </p:nvSpPr>
        <p:spPr>
          <a:xfrm>
            <a:off x="9669393" y="4441065"/>
            <a:ext cx="245660" cy="307708"/>
          </a:xfrm>
          <a:prstGeom prst="downArrow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9108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C8DA20-C57A-7BFC-EA14-94450A9E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C3F8D-CBB6-4D77-B9DA-1B244EAD3A6E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60E9D4F-C9FA-372F-14AD-9B13D5BA7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量子比特路由算法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0FB4284-32BE-F0D1-EC98-274DDE77F430}"/>
              </a:ext>
            </a:extLst>
          </p:cNvPr>
          <p:cNvSpPr/>
          <p:nvPr/>
        </p:nvSpPr>
        <p:spPr>
          <a:xfrm>
            <a:off x="413982" y="2425930"/>
            <a:ext cx="900754" cy="4616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200" dirty="0" err="1">
                <a:latin typeface="微软雅黑" pitchFamily="34" charset="-122"/>
                <a:ea typeface="微软雅黑" pitchFamily="34" charset="-122"/>
              </a:rPr>
              <a:t>aod</a:t>
            </a:r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 crowding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E7AD66-C3FB-E339-F2EE-0035AE630D85}"/>
              </a:ext>
            </a:extLst>
          </p:cNvPr>
          <p:cNvSpPr/>
          <p:nvPr/>
        </p:nvSpPr>
        <p:spPr>
          <a:xfrm>
            <a:off x="1612711" y="2333596"/>
            <a:ext cx="900754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same move vector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796084-D070-CE75-128D-202F19EC7FF3}"/>
              </a:ext>
            </a:extLst>
          </p:cNvPr>
          <p:cNvSpPr/>
          <p:nvPr/>
        </p:nvSpPr>
        <p:spPr>
          <a:xfrm>
            <a:off x="2720454" y="2518261"/>
            <a:ext cx="1096369" cy="27699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connectivity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BF01818-E6A3-B987-1E09-8CAA92630398}"/>
              </a:ext>
            </a:extLst>
          </p:cNvPr>
          <p:cNvSpPr/>
          <p:nvPr/>
        </p:nvSpPr>
        <p:spPr>
          <a:xfrm>
            <a:off x="307074" y="3264733"/>
            <a:ext cx="3616656" cy="30777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z3 solver constraints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126F52F-619E-B136-6CAC-D1D8086FEDCB}"/>
              </a:ext>
            </a:extLst>
          </p:cNvPr>
          <p:cNvSpPr/>
          <p:nvPr/>
        </p:nvSpPr>
        <p:spPr>
          <a:xfrm>
            <a:off x="307073" y="2000701"/>
            <a:ext cx="3616657" cy="102217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t" anchorCtr="0">
            <a:noAutofit/>
          </a:bodyPr>
          <a:lstStyle/>
          <a:p>
            <a:pPr algn="ctr"/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program/hardware constraints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49124D2-DED1-FAEB-35E6-E13DC1033F3F}"/>
              </a:ext>
            </a:extLst>
          </p:cNvPr>
          <p:cNvSpPr/>
          <p:nvPr/>
        </p:nvSpPr>
        <p:spPr>
          <a:xfrm>
            <a:off x="307074" y="3850756"/>
            <a:ext cx="3616656" cy="30777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z3 solver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306BF63-562E-181C-5FE9-EB1CB65C905B}"/>
              </a:ext>
            </a:extLst>
          </p:cNvPr>
          <p:cNvSpPr/>
          <p:nvPr/>
        </p:nvSpPr>
        <p:spPr>
          <a:xfrm>
            <a:off x="307074" y="4436779"/>
            <a:ext cx="3616656" cy="30777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hardware IR: move/zone </a:t>
            </a:r>
            <a:r>
              <a:rPr lang="en-US" altLang="zh-CN" sz="1400" dirty="0" err="1">
                <a:latin typeface="微软雅黑" pitchFamily="34" charset="-122"/>
                <a:ea typeface="微软雅黑" pitchFamily="34" charset="-122"/>
              </a:rPr>
              <a:t>cz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/…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箭头: 下 15">
            <a:extLst>
              <a:ext uri="{FF2B5EF4-FFF2-40B4-BE49-F238E27FC236}">
                <a16:creationId xmlns:a16="http://schemas.microsoft.com/office/drawing/2014/main" id="{5AA71AA4-0143-73E9-26B3-2DB96756967B}"/>
              </a:ext>
            </a:extLst>
          </p:cNvPr>
          <p:cNvSpPr/>
          <p:nvPr/>
        </p:nvSpPr>
        <p:spPr>
          <a:xfrm>
            <a:off x="1978926" y="3057099"/>
            <a:ext cx="122830" cy="164681"/>
          </a:xfrm>
          <a:prstGeom prst="downArrow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箭头: 下 17">
            <a:extLst>
              <a:ext uri="{FF2B5EF4-FFF2-40B4-BE49-F238E27FC236}">
                <a16:creationId xmlns:a16="http://schemas.microsoft.com/office/drawing/2014/main" id="{3D1B5620-4A0F-BCFA-8455-7AEC620B0B69}"/>
              </a:ext>
            </a:extLst>
          </p:cNvPr>
          <p:cNvSpPr/>
          <p:nvPr/>
        </p:nvSpPr>
        <p:spPr>
          <a:xfrm>
            <a:off x="1978926" y="3647489"/>
            <a:ext cx="122830" cy="164681"/>
          </a:xfrm>
          <a:prstGeom prst="downArrow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箭头: 下 19">
            <a:extLst>
              <a:ext uri="{FF2B5EF4-FFF2-40B4-BE49-F238E27FC236}">
                <a16:creationId xmlns:a16="http://schemas.microsoft.com/office/drawing/2014/main" id="{EF87439D-C085-8B29-30B9-F8C4C05D0B8D}"/>
              </a:ext>
            </a:extLst>
          </p:cNvPr>
          <p:cNvSpPr/>
          <p:nvPr/>
        </p:nvSpPr>
        <p:spPr>
          <a:xfrm>
            <a:off x="1978926" y="4197119"/>
            <a:ext cx="122830" cy="164681"/>
          </a:xfrm>
          <a:prstGeom prst="downArrow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235DE36-378C-5906-2A9A-A1966CB5527C}"/>
              </a:ext>
            </a:extLst>
          </p:cNvPr>
          <p:cNvSpPr txBox="1"/>
          <p:nvPr/>
        </p:nvSpPr>
        <p:spPr>
          <a:xfrm>
            <a:off x="1278258" y="137258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约束求解算法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2139EF2-8587-450D-BF3D-C2786CCBC26E}"/>
              </a:ext>
            </a:extLst>
          </p:cNvPr>
          <p:cNvSpPr txBox="1"/>
          <p:nvPr/>
        </p:nvSpPr>
        <p:spPr>
          <a:xfrm>
            <a:off x="5333914" y="137258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启发式贪心算法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8CDF3AA-CDDB-7288-5CB3-8C619F2023E0}"/>
              </a:ext>
            </a:extLst>
          </p:cNvPr>
          <p:cNvSpPr txBox="1"/>
          <p:nvPr/>
        </p:nvSpPr>
        <p:spPr>
          <a:xfrm>
            <a:off x="9234856" y="1372589"/>
            <a:ext cx="875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F7B29A-0F5D-18A1-0FBB-B36F600A533F}"/>
              </a:ext>
            </a:extLst>
          </p:cNvPr>
          <p:cNvSpPr/>
          <p:nvPr/>
        </p:nvSpPr>
        <p:spPr>
          <a:xfrm>
            <a:off x="5197523" y="2025819"/>
            <a:ext cx="2204109" cy="30777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Initial state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8DD04CC-AC0F-4EA2-AF16-0801DFCA5098}"/>
              </a:ext>
            </a:extLst>
          </p:cNvPr>
          <p:cNvSpPr/>
          <p:nvPr/>
        </p:nvSpPr>
        <p:spPr>
          <a:xfrm>
            <a:off x="5197523" y="2795260"/>
            <a:ext cx="2204109" cy="30777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Candidate actions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3D23132-5A7D-5EC4-A383-850369305A69}"/>
              </a:ext>
            </a:extLst>
          </p:cNvPr>
          <p:cNvSpPr/>
          <p:nvPr/>
        </p:nvSpPr>
        <p:spPr>
          <a:xfrm>
            <a:off x="5197523" y="3658281"/>
            <a:ext cx="2204109" cy="30777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Heuristic cost function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8DD04CC-AC0F-4EA2-AF16-0801DFCA5098}"/>
              </a:ext>
            </a:extLst>
          </p:cNvPr>
          <p:cNvSpPr/>
          <p:nvPr/>
        </p:nvSpPr>
        <p:spPr>
          <a:xfrm>
            <a:off x="5197522" y="4521302"/>
            <a:ext cx="2204109" cy="30777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Action selection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8930F52-79A1-E857-CE7C-592E99956430}"/>
              </a:ext>
            </a:extLst>
          </p:cNvPr>
          <p:cNvSpPr/>
          <p:nvPr/>
        </p:nvSpPr>
        <p:spPr>
          <a:xfrm>
            <a:off x="5197522" y="5370441"/>
            <a:ext cx="2204109" cy="30777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State transition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272D6372-686A-D97C-5555-28CA38FE577E}"/>
              </a:ext>
            </a:extLst>
          </p:cNvPr>
          <p:cNvCxnSpPr>
            <a:stCxn id="27" idx="2"/>
            <a:endCxn id="29" idx="0"/>
          </p:cNvCxnSpPr>
          <p:nvPr/>
        </p:nvCxnSpPr>
        <p:spPr>
          <a:xfrm>
            <a:off x="6299578" y="2333596"/>
            <a:ext cx="0" cy="4616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8268A85F-D794-CE6E-07BA-EF756CC40D4E}"/>
              </a:ext>
            </a:extLst>
          </p:cNvPr>
          <p:cNvCxnSpPr>
            <a:stCxn id="29" idx="2"/>
            <a:endCxn id="31" idx="0"/>
          </p:cNvCxnSpPr>
          <p:nvPr/>
        </p:nvCxnSpPr>
        <p:spPr>
          <a:xfrm>
            <a:off x="6299578" y="3103037"/>
            <a:ext cx="0" cy="55524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2F72D897-4486-4B46-4FB1-96A02237C5AB}"/>
              </a:ext>
            </a:extLst>
          </p:cNvPr>
          <p:cNvCxnSpPr>
            <a:stCxn id="31" idx="2"/>
            <a:endCxn id="32" idx="0"/>
          </p:cNvCxnSpPr>
          <p:nvPr/>
        </p:nvCxnSpPr>
        <p:spPr>
          <a:xfrm flipH="1">
            <a:off x="6299577" y="3966058"/>
            <a:ext cx="1" cy="55524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D3F1F8CB-D790-3C8E-52EA-133B755FFA06}"/>
              </a:ext>
            </a:extLst>
          </p:cNvPr>
          <p:cNvCxnSpPr>
            <a:stCxn id="32" idx="2"/>
            <a:endCxn id="34" idx="0"/>
          </p:cNvCxnSpPr>
          <p:nvPr/>
        </p:nvCxnSpPr>
        <p:spPr>
          <a:xfrm>
            <a:off x="6299577" y="4829079"/>
            <a:ext cx="0" cy="5413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连接符: 肘形 43">
            <a:extLst>
              <a:ext uri="{FF2B5EF4-FFF2-40B4-BE49-F238E27FC236}">
                <a16:creationId xmlns:a16="http://schemas.microsoft.com/office/drawing/2014/main" id="{69DB14EB-E0A9-B57C-4369-02614FC7DCED}"/>
              </a:ext>
            </a:extLst>
          </p:cNvPr>
          <p:cNvCxnSpPr>
            <a:stCxn id="34" idx="1"/>
            <a:endCxn id="29" idx="1"/>
          </p:cNvCxnSpPr>
          <p:nvPr/>
        </p:nvCxnSpPr>
        <p:spPr>
          <a:xfrm rot="10800000" flipH="1">
            <a:off x="5197521" y="2949150"/>
            <a:ext cx="1" cy="2575181"/>
          </a:xfrm>
          <a:prstGeom prst="bentConnector3">
            <a:avLst>
              <a:gd name="adj1" fmla="val -2286000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25C2C8EB-0C08-AD2E-53DE-4553E14C03E5}"/>
              </a:ext>
            </a:extLst>
          </p:cNvPr>
          <p:cNvSpPr/>
          <p:nvPr/>
        </p:nvSpPr>
        <p:spPr>
          <a:xfrm>
            <a:off x="8419908" y="2631832"/>
            <a:ext cx="980865" cy="66414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Site token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53D6F80-B849-FD1C-555B-970102692FC9}"/>
              </a:ext>
            </a:extLst>
          </p:cNvPr>
          <p:cNvSpPr/>
          <p:nvPr/>
        </p:nvSpPr>
        <p:spPr>
          <a:xfrm>
            <a:off x="9502759" y="2631832"/>
            <a:ext cx="980865" cy="66414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Channel token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30CE115-9CED-9EA3-EA0C-A2A1ECEBB0F9}"/>
              </a:ext>
            </a:extLst>
          </p:cNvPr>
          <p:cNvSpPr/>
          <p:nvPr/>
        </p:nvSpPr>
        <p:spPr>
          <a:xfrm>
            <a:off x="10585610" y="2631832"/>
            <a:ext cx="980865" cy="66414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Qubit token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0047C99-51AB-E820-17F2-E500B05FC5FC}"/>
              </a:ext>
            </a:extLst>
          </p:cNvPr>
          <p:cNvSpPr/>
          <p:nvPr/>
        </p:nvSpPr>
        <p:spPr>
          <a:xfrm>
            <a:off x="8419909" y="3745616"/>
            <a:ext cx="3146566" cy="82583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Transformer encoder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箭头: 下 53">
            <a:extLst>
              <a:ext uri="{FF2B5EF4-FFF2-40B4-BE49-F238E27FC236}">
                <a16:creationId xmlns:a16="http://schemas.microsoft.com/office/drawing/2014/main" id="{756C40C0-F220-74EB-5E47-2545C5B8496C}"/>
              </a:ext>
            </a:extLst>
          </p:cNvPr>
          <p:cNvSpPr/>
          <p:nvPr/>
        </p:nvSpPr>
        <p:spPr>
          <a:xfrm>
            <a:off x="8848925" y="3422716"/>
            <a:ext cx="122830" cy="164681"/>
          </a:xfrm>
          <a:prstGeom prst="downArrow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6" name="箭头: 下 55">
            <a:extLst>
              <a:ext uri="{FF2B5EF4-FFF2-40B4-BE49-F238E27FC236}">
                <a16:creationId xmlns:a16="http://schemas.microsoft.com/office/drawing/2014/main" id="{0E9D20EA-3A15-7763-A06C-B97D5EC364BB}"/>
              </a:ext>
            </a:extLst>
          </p:cNvPr>
          <p:cNvSpPr/>
          <p:nvPr/>
        </p:nvSpPr>
        <p:spPr>
          <a:xfrm>
            <a:off x="9937585" y="3422716"/>
            <a:ext cx="122830" cy="164681"/>
          </a:xfrm>
          <a:prstGeom prst="downArrow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8" name="箭头: 下 57">
            <a:extLst>
              <a:ext uri="{FF2B5EF4-FFF2-40B4-BE49-F238E27FC236}">
                <a16:creationId xmlns:a16="http://schemas.microsoft.com/office/drawing/2014/main" id="{95E46B82-4DB2-97D6-991D-D9C8B47096AF}"/>
              </a:ext>
            </a:extLst>
          </p:cNvPr>
          <p:cNvSpPr/>
          <p:nvPr/>
        </p:nvSpPr>
        <p:spPr>
          <a:xfrm>
            <a:off x="11014627" y="3422716"/>
            <a:ext cx="122830" cy="164681"/>
          </a:xfrm>
          <a:prstGeom prst="downArrow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971206D9-EE26-9BAC-7E01-B6F235635795}"/>
              </a:ext>
            </a:extLst>
          </p:cNvPr>
          <p:cNvCxnSpPr>
            <a:stCxn id="31" idx="3"/>
          </p:cNvCxnSpPr>
          <p:nvPr/>
        </p:nvCxnSpPr>
        <p:spPr>
          <a:xfrm flipV="1">
            <a:off x="7401632" y="2556681"/>
            <a:ext cx="890517" cy="1255489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3EE0D60B-7B0F-1D97-48C1-50AEA7181E93}"/>
              </a:ext>
            </a:extLst>
          </p:cNvPr>
          <p:cNvCxnSpPr>
            <a:stCxn id="31" idx="3"/>
          </p:cNvCxnSpPr>
          <p:nvPr/>
        </p:nvCxnSpPr>
        <p:spPr>
          <a:xfrm>
            <a:off x="7401632" y="3812170"/>
            <a:ext cx="890517" cy="10169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625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C5D8D3A-EDB8-92E9-9C6C-03D489AA1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SMT </a:t>
            </a:r>
            <a:r>
              <a:rPr lang="en-US" altLang="zh-CN" dirty="0" err="1"/>
              <a:t>v.s</a:t>
            </a:r>
            <a:r>
              <a:rPr lang="en-US" altLang="zh-CN" dirty="0"/>
              <a:t>. heuristic-</a:t>
            </a:r>
            <a:r>
              <a:rPr lang="zh-CN" altLang="en-US" dirty="0"/>
              <a:t>优化效果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B51378F-E0DB-E5EA-F78A-C6364610C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b="0" dirty="0"/>
              <a:t>测试线路 </a:t>
            </a:r>
            <a:r>
              <a:rPr lang="en-US" altLang="zh-CN" sz="2000" b="0" dirty="0"/>
              <a:t>10 </a:t>
            </a:r>
            <a:r>
              <a:rPr lang="zh-CN" altLang="en-US" sz="2000" b="0" dirty="0"/>
              <a:t>个，</a:t>
            </a:r>
            <a:r>
              <a:rPr lang="en-US" altLang="zh-CN" sz="2000" b="0" dirty="0" err="1"/>
              <a:t>qubit_num</a:t>
            </a:r>
            <a:r>
              <a:rPr lang="en-US" altLang="zh-CN" sz="2000" b="0" dirty="0"/>
              <a:t>: 7, </a:t>
            </a:r>
            <a:r>
              <a:rPr lang="en-US" altLang="zh-CN" sz="2000" b="0" dirty="0" err="1"/>
              <a:t>layer_num</a:t>
            </a:r>
            <a:r>
              <a:rPr lang="en-US" altLang="zh-CN" sz="2000" b="0" dirty="0"/>
              <a:t>: 3, </a:t>
            </a:r>
            <a:r>
              <a:rPr lang="en-US" altLang="zh-CN" sz="2000" b="0" dirty="0" err="1"/>
              <a:t>gate_num</a:t>
            </a:r>
            <a:r>
              <a:rPr lang="en-US" altLang="zh-CN" sz="2000" b="0" dirty="0"/>
              <a:t>: 9</a:t>
            </a:r>
          </a:p>
          <a:p>
            <a:r>
              <a:rPr lang="zh-CN" altLang="en-US" sz="2000" b="0" dirty="0"/>
              <a:t>阵列：</a:t>
            </a:r>
            <a:r>
              <a:rPr lang="en-US" altLang="zh-CN" sz="2000" b="0" dirty="0"/>
              <a:t>3×6</a:t>
            </a:r>
          </a:p>
          <a:p>
            <a:r>
              <a:rPr lang="en-US" altLang="zh-CN" sz="2000" b="0" dirty="0"/>
              <a:t>AOD stage: 1.68×</a:t>
            </a:r>
          </a:p>
          <a:p>
            <a:r>
              <a:rPr lang="en-US" altLang="zh-CN" sz="2000" b="0" dirty="0"/>
              <a:t>Routing time: 1.95×</a:t>
            </a:r>
          </a:p>
          <a:p>
            <a:r>
              <a:rPr lang="zh-CN" altLang="en-US" sz="2000" b="0" dirty="0"/>
              <a:t>平均编译时间</a:t>
            </a:r>
            <a:r>
              <a:rPr lang="en-US" altLang="zh-CN" sz="2000" b="0" dirty="0"/>
              <a:t>: 52(SMT), 0.0046(</a:t>
            </a:r>
            <a:r>
              <a:rPr lang="en-US" altLang="zh-CN" sz="2000" b="0" dirty="0" err="1"/>
              <a:t>heu</a:t>
            </a:r>
            <a:r>
              <a:rPr lang="en-US" altLang="zh-CN" sz="2000" b="0" dirty="0"/>
              <a:t>)</a:t>
            </a:r>
            <a:endParaRPr lang="zh-CN" altLang="en-US" sz="2000" b="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120749C-19EE-006B-3B19-3AD90DF97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BE2F77C-7D80-8D2F-D30F-61CE08DEE9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8995" y="1277160"/>
            <a:ext cx="6143210" cy="183379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E7B1303-EA8E-3632-2BB1-83F7C7A215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55" y="3461563"/>
            <a:ext cx="5773384" cy="301910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2665826-D5E9-1ED1-09A1-7E0201E6F0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2363" y="3461563"/>
            <a:ext cx="5773384" cy="3019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223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D99FB6-8FBD-ED60-D53E-90D468E2B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SMT </a:t>
            </a:r>
            <a:r>
              <a:rPr lang="en-US" altLang="zh-CN" dirty="0" err="1"/>
              <a:t>v.s</a:t>
            </a:r>
            <a:r>
              <a:rPr lang="en-US" altLang="zh-CN" dirty="0"/>
              <a:t>. heuristic-</a:t>
            </a:r>
            <a:r>
              <a:rPr lang="zh-CN" altLang="en-US" dirty="0"/>
              <a:t>扩展性能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9F9B3C-1C22-3A4E-A11B-31628F14F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007" y="890649"/>
            <a:ext cx="11720945" cy="1020038"/>
          </a:xfrm>
        </p:spPr>
        <p:txBody>
          <a:bodyPr/>
          <a:lstStyle/>
          <a:p>
            <a:r>
              <a:rPr lang="en-US" altLang="zh-CN" dirty="0"/>
              <a:t>SMT</a:t>
            </a:r>
            <a:r>
              <a:rPr lang="zh-CN" altLang="en-US" dirty="0"/>
              <a:t>指数增长趋势</a:t>
            </a:r>
            <a:endParaRPr lang="en-US" altLang="zh-CN" dirty="0"/>
          </a:p>
          <a:p>
            <a:r>
              <a:rPr lang="en-US" altLang="zh-CN" dirty="0"/>
              <a:t>Heuristic</a:t>
            </a:r>
            <a:r>
              <a:rPr lang="zh-CN" altLang="en-US" dirty="0"/>
              <a:t>线性增长趋势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8DC245-23DD-FAD3-3607-826AD629D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C3F8D-CBB6-4D77-B9DA-1B244EAD3A6E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F22DD0B-AEF7-5F61-35B4-6808DEAE0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07" y="2062443"/>
            <a:ext cx="5653719" cy="232303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5233E52-F9ED-E8C1-7BC7-AE23BDF81C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790" y="646951"/>
            <a:ext cx="5576218" cy="414891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5EE1617-084E-63B7-944B-958A7E3701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517" y="1785534"/>
            <a:ext cx="6285475" cy="467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033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180BECA-FA37-E887-B45C-811CEDB09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启发式算法</a:t>
            </a:r>
            <a:r>
              <a:rPr lang="en-US" altLang="zh-CN" dirty="0"/>
              <a:t>-</a:t>
            </a:r>
            <a:r>
              <a:rPr lang="zh-CN" altLang="en-US" dirty="0"/>
              <a:t>状态</a:t>
            </a:r>
            <a:r>
              <a:rPr lang="en-US" altLang="zh-CN" dirty="0"/>
              <a:t>/</a:t>
            </a:r>
            <a:r>
              <a:rPr lang="zh-CN" altLang="en-US" dirty="0"/>
              <a:t>动作空间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662FDF-8A0F-AB72-B66F-B8412D331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007" y="890649"/>
            <a:ext cx="4896593" cy="5367646"/>
          </a:xfrm>
        </p:spPr>
        <p:txBody>
          <a:bodyPr/>
          <a:lstStyle/>
          <a:p>
            <a:r>
              <a:rPr lang="zh-CN" altLang="en-US" dirty="0"/>
              <a:t>状态</a:t>
            </a:r>
            <a:endParaRPr lang="en-US" altLang="zh-CN" dirty="0"/>
          </a:p>
          <a:p>
            <a:pPr lvl="1"/>
            <a:r>
              <a:rPr lang="zh-CN" altLang="en-US" dirty="0"/>
              <a:t>量子比特位置</a:t>
            </a:r>
            <a:endParaRPr lang="en-US" altLang="zh-CN" dirty="0"/>
          </a:p>
          <a:p>
            <a:pPr lvl="1"/>
            <a:r>
              <a:rPr lang="zh-CN" altLang="en-US" dirty="0"/>
              <a:t>待执行量子门</a:t>
            </a:r>
            <a:endParaRPr lang="en-US" altLang="zh-CN" dirty="0"/>
          </a:p>
          <a:p>
            <a:pPr lvl="1"/>
            <a:r>
              <a:rPr lang="en-US" altLang="zh-CN" dirty="0"/>
              <a:t>AOD stage queue</a:t>
            </a:r>
          </a:p>
          <a:p>
            <a:r>
              <a:rPr lang="zh-CN" altLang="en-US" dirty="0"/>
              <a:t>动作</a:t>
            </a:r>
            <a:endParaRPr lang="en-US" altLang="zh-CN" dirty="0"/>
          </a:p>
          <a:p>
            <a:pPr lvl="1"/>
            <a:r>
              <a:rPr lang="en-US" altLang="zh-CN" dirty="0"/>
              <a:t>Step1 </a:t>
            </a:r>
            <a:r>
              <a:rPr lang="zh-CN" altLang="en-US" dirty="0"/>
              <a:t>位置分配</a:t>
            </a:r>
            <a:endParaRPr lang="en-US" altLang="zh-CN" dirty="0"/>
          </a:p>
          <a:p>
            <a:pPr lvl="2"/>
            <a:r>
              <a:rPr lang="zh-CN" altLang="en-US" dirty="0"/>
              <a:t>给每个量子比特分配新位置</a:t>
            </a:r>
            <a:endParaRPr lang="en-US" altLang="zh-CN" dirty="0"/>
          </a:p>
          <a:p>
            <a:pPr lvl="1"/>
            <a:r>
              <a:rPr lang="en-US" altLang="zh-CN" dirty="0"/>
              <a:t>Step2 AOD</a:t>
            </a:r>
            <a:r>
              <a:rPr lang="zh-CN" altLang="en-US" dirty="0"/>
              <a:t>调度</a:t>
            </a:r>
            <a:endParaRPr lang="en-US" altLang="zh-CN" dirty="0"/>
          </a:p>
          <a:p>
            <a:pPr lvl="2"/>
            <a:r>
              <a:rPr lang="en-US" altLang="zh-CN" dirty="0"/>
              <a:t>move</a:t>
            </a:r>
            <a:r>
              <a:rPr lang="zh-CN" altLang="en-US" dirty="0"/>
              <a:t>加入</a:t>
            </a:r>
            <a:r>
              <a:rPr lang="en-US" altLang="zh-CN" dirty="0"/>
              <a:t>AOD stage queue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B4500FD-48AF-1E60-F846-EB3B9728F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F15523D-2FEB-54B8-8913-784F9E734706}"/>
              </a:ext>
            </a:extLst>
          </p:cNvPr>
          <p:cNvSpPr>
            <a:spLocks noChangeAspect="1"/>
          </p:cNvSpPr>
          <p:nvPr/>
        </p:nvSpPr>
        <p:spPr>
          <a:xfrm>
            <a:off x="7077998" y="121724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0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6B67B01-993E-A8A5-0523-08309E533E51}"/>
              </a:ext>
            </a:extLst>
          </p:cNvPr>
          <p:cNvSpPr>
            <a:spLocks noChangeAspect="1"/>
          </p:cNvSpPr>
          <p:nvPr/>
        </p:nvSpPr>
        <p:spPr>
          <a:xfrm>
            <a:off x="8034097" y="121724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91F09A7-B792-3C3F-4E92-FFB03EEF4CCD}"/>
              </a:ext>
            </a:extLst>
          </p:cNvPr>
          <p:cNvSpPr>
            <a:spLocks noChangeAspect="1"/>
          </p:cNvSpPr>
          <p:nvPr/>
        </p:nvSpPr>
        <p:spPr>
          <a:xfrm>
            <a:off x="7077998" y="180991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25A9B1E-CB34-AEE1-FC18-78EF9D20F9D2}"/>
              </a:ext>
            </a:extLst>
          </p:cNvPr>
          <p:cNvSpPr>
            <a:spLocks noChangeAspect="1"/>
          </p:cNvSpPr>
          <p:nvPr/>
        </p:nvSpPr>
        <p:spPr>
          <a:xfrm>
            <a:off x="8034097" y="180991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2D934D91-D8ED-6804-2C30-17C0E96E1E9D}"/>
              </a:ext>
            </a:extLst>
          </p:cNvPr>
          <p:cNvSpPr>
            <a:spLocks noChangeAspect="1"/>
          </p:cNvSpPr>
          <p:nvPr/>
        </p:nvSpPr>
        <p:spPr>
          <a:xfrm>
            <a:off x="7270123" y="121663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9FF3FAE4-A311-7BAC-6FAF-6AC68B416F8F}"/>
              </a:ext>
            </a:extLst>
          </p:cNvPr>
          <p:cNvSpPr>
            <a:spLocks noChangeAspect="1"/>
          </p:cNvSpPr>
          <p:nvPr/>
        </p:nvSpPr>
        <p:spPr>
          <a:xfrm>
            <a:off x="8226222" y="121663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B2512C51-8A1C-713B-28E5-8B6D0CADE985}"/>
              </a:ext>
            </a:extLst>
          </p:cNvPr>
          <p:cNvSpPr>
            <a:spLocks noChangeAspect="1"/>
          </p:cNvSpPr>
          <p:nvPr/>
        </p:nvSpPr>
        <p:spPr>
          <a:xfrm>
            <a:off x="7270123" y="180930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F49376E3-3B6C-F926-89FF-A71CC5A12AD8}"/>
              </a:ext>
            </a:extLst>
          </p:cNvPr>
          <p:cNvSpPr>
            <a:spLocks noChangeAspect="1"/>
          </p:cNvSpPr>
          <p:nvPr/>
        </p:nvSpPr>
        <p:spPr>
          <a:xfrm>
            <a:off x="8226222" y="180930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CA22F78-0BFE-C19D-4C4F-91A952DE6E1C}"/>
              </a:ext>
            </a:extLst>
          </p:cNvPr>
          <p:cNvSpPr txBox="1"/>
          <p:nvPr/>
        </p:nvSpPr>
        <p:spPr>
          <a:xfrm>
            <a:off x="8755967" y="1083500"/>
            <a:ext cx="105028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cz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q0, q1; </a:t>
            </a:r>
          </a:p>
          <a:p>
            <a:pPr algn="l"/>
            <a:r>
              <a:rPr lang="en-US" altLang="zh-CN" sz="14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cz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q2, q3;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algn="l"/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cz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q0, q2; </a:t>
            </a:r>
          </a:p>
          <a:p>
            <a:pPr algn="l"/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cz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q1, q3;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C16C94A4-D4B9-FDED-B9FF-EF86C49401B3}"/>
              </a:ext>
            </a:extLst>
          </p:cNvPr>
          <p:cNvSpPr/>
          <p:nvPr/>
        </p:nvSpPr>
        <p:spPr>
          <a:xfrm>
            <a:off x="7033146" y="1127804"/>
            <a:ext cx="423081" cy="318857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9449C44B-D9AE-65B8-2893-8C126B9BCF09}"/>
              </a:ext>
            </a:extLst>
          </p:cNvPr>
          <p:cNvSpPr/>
          <p:nvPr/>
        </p:nvSpPr>
        <p:spPr>
          <a:xfrm>
            <a:off x="7040386" y="1718750"/>
            <a:ext cx="423081" cy="318857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7399D24C-2728-98B6-C8E9-3624F5F2249E}"/>
              </a:ext>
            </a:extLst>
          </p:cNvPr>
          <p:cNvSpPr>
            <a:spLocks noChangeAspect="1"/>
          </p:cNvSpPr>
          <p:nvPr/>
        </p:nvSpPr>
        <p:spPr>
          <a:xfrm>
            <a:off x="7077998" y="304113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0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8ABE66F8-0858-36F8-9885-9D3EB056ED9F}"/>
              </a:ext>
            </a:extLst>
          </p:cNvPr>
          <p:cNvSpPr>
            <a:spLocks noChangeAspect="1"/>
          </p:cNvSpPr>
          <p:nvPr/>
        </p:nvSpPr>
        <p:spPr>
          <a:xfrm>
            <a:off x="8034097" y="304113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A2E15944-1706-9634-83C6-F773F1523BDC}"/>
              </a:ext>
            </a:extLst>
          </p:cNvPr>
          <p:cNvSpPr>
            <a:spLocks noChangeAspect="1"/>
          </p:cNvSpPr>
          <p:nvPr/>
        </p:nvSpPr>
        <p:spPr>
          <a:xfrm>
            <a:off x="7077998" y="363380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BA498986-808B-877C-CFF1-ECFE860241AF}"/>
              </a:ext>
            </a:extLst>
          </p:cNvPr>
          <p:cNvSpPr>
            <a:spLocks noChangeAspect="1"/>
          </p:cNvSpPr>
          <p:nvPr/>
        </p:nvSpPr>
        <p:spPr>
          <a:xfrm>
            <a:off x="8034097" y="363380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C864E84E-8C86-5CF3-A7F7-ACFA9B44917B}"/>
              </a:ext>
            </a:extLst>
          </p:cNvPr>
          <p:cNvSpPr>
            <a:spLocks noChangeAspect="1"/>
          </p:cNvSpPr>
          <p:nvPr/>
        </p:nvSpPr>
        <p:spPr>
          <a:xfrm>
            <a:off x="7270123" y="304052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89B27C92-6104-477B-8D94-BE6EFEC5BAF8}"/>
              </a:ext>
            </a:extLst>
          </p:cNvPr>
          <p:cNvSpPr>
            <a:spLocks noChangeAspect="1"/>
          </p:cNvSpPr>
          <p:nvPr/>
        </p:nvSpPr>
        <p:spPr>
          <a:xfrm>
            <a:off x="8226222" y="304052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91A05B74-481C-BADB-30F6-CCE5EEB99377}"/>
              </a:ext>
            </a:extLst>
          </p:cNvPr>
          <p:cNvSpPr>
            <a:spLocks noChangeAspect="1"/>
          </p:cNvSpPr>
          <p:nvPr/>
        </p:nvSpPr>
        <p:spPr>
          <a:xfrm>
            <a:off x="7270123" y="363319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B0188699-E17B-8F27-4CE2-1FFF77E16347}"/>
              </a:ext>
            </a:extLst>
          </p:cNvPr>
          <p:cNvSpPr>
            <a:spLocks noChangeAspect="1"/>
          </p:cNvSpPr>
          <p:nvPr/>
        </p:nvSpPr>
        <p:spPr>
          <a:xfrm>
            <a:off x="8226222" y="363319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E10C426D-16A4-4615-1609-E98B434CC385}"/>
              </a:ext>
            </a:extLst>
          </p:cNvPr>
          <p:cNvSpPr/>
          <p:nvPr/>
        </p:nvSpPr>
        <p:spPr>
          <a:xfrm>
            <a:off x="7031927" y="5030053"/>
            <a:ext cx="423081" cy="318857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C6F09E87-BCCA-9FAF-50BF-F776618C850A}"/>
              </a:ext>
            </a:extLst>
          </p:cNvPr>
          <p:cNvSpPr/>
          <p:nvPr/>
        </p:nvSpPr>
        <p:spPr>
          <a:xfrm>
            <a:off x="7965337" y="5030053"/>
            <a:ext cx="423081" cy="318857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E20D8916-5D91-A5C2-68E8-0AFE4E363D2C}"/>
              </a:ext>
            </a:extLst>
          </p:cNvPr>
          <p:cNvSpPr>
            <a:spLocks noChangeAspect="1"/>
          </p:cNvSpPr>
          <p:nvPr/>
        </p:nvSpPr>
        <p:spPr>
          <a:xfrm>
            <a:off x="7077998" y="512696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0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1AD67548-C296-FA53-3205-DB92ACFFD05B}"/>
              </a:ext>
            </a:extLst>
          </p:cNvPr>
          <p:cNvSpPr>
            <a:spLocks noChangeAspect="1"/>
          </p:cNvSpPr>
          <p:nvPr/>
        </p:nvSpPr>
        <p:spPr>
          <a:xfrm>
            <a:off x="8034097" y="512696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451D6ACD-EBF5-F362-C93F-D7D4C39BD748}"/>
              </a:ext>
            </a:extLst>
          </p:cNvPr>
          <p:cNvSpPr>
            <a:spLocks noChangeAspect="1"/>
          </p:cNvSpPr>
          <p:nvPr/>
        </p:nvSpPr>
        <p:spPr>
          <a:xfrm>
            <a:off x="7077998" y="571964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312106CB-80D5-293A-2160-3F9ED257127D}"/>
              </a:ext>
            </a:extLst>
          </p:cNvPr>
          <p:cNvSpPr>
            <a:spLocks noChangeAspect="1"/>
          </p:cNvSpPr>
          <p:nvPr/>
        </p:nvSpPr>
        <p:spPr>
          <a:xfrm>
            <a:off x="8034097" y="571964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739041B7-42B0-75D8-4FC8-BB8A42AF9D1E}"/>
              </a:ext>
            </a:extLst>
          </p:cNvPr>
          <p:cNvSpPr>
            <a:spLocks noChangeAspect="1"/>
          </p:cNvSpPr>
          <p:nvPr/>
        </p:nvSpPr>
        <p:spPr>
          <a:xfrm>
            <a:off x="7270123" y="512635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AF589D27-0A4E-33B2-561A-82239B7040F0}"/>
              </a:ext>
            </a:extLst>
          </p:cNvPr>
          <p:cNvSpPr>
            <a:spLocks noChangeAspect="1"/>
          </p:cNvSpPr>
          <p:nvPr/>
        </p:nvSpPr>
        <p:spPr>
          <a:xfrm>
            <a:off x="8226222" y="512635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AEE1FE38-6CD4-0F4E-75CD-8E88FE9B772A}"/>
              </a:ext>
            </a:extLst>
          </p:cNvPr>
          <p:cNvSpPr>
            <a:spLocks noChangeAspect="1"/>
          </p:cNvSpPr>
          <p:nvPr/>
        </p:nvSpPr>
        <p:spPr>
          <a:xfrm>
            <a:off x="7270123" y="571902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2A3AD91B-7200-DD12-4B09-4493CC612D64}"/>
              </a:ext>
            </a:extLst>
          </p:cNvPr>
          <p:cNvSpPr>
            <a:spLocks noChangeAspect="1"/>
          </p:cNvSpPr>
          <p:nvPr/>
        </p:nvSpPr>
        <p:spPr>
          <a:xfrm>
            <a:off x="8226222" y="571902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1B06F29B-B847-1366-915F-BAE3E0588A6F}"/>
              </a:ext>
            </a:extLst>
          </p:cNvPr>
          <p:cNvSpPr txBox="1"/>
          <p:nvPr/>
        </p:nvSpPr>
        <p:spPr>
          <a:xfrm>
            <a:off x="10140287" y="1083500"/>
            <a:ext cx="1569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AOD stage queue:[</a:t>
            </a:r>
          </a:p>
          <a:p>
            <a:pPr algn="l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16B034C8-F5B3-BD6D-063E-83E9A98B23C1}"/>
              </a:ext>
            </a:extLst>
          </p:cNvPr>
          <p:cNvSpPr txBox="1"/>
          <p:nvPr/>
        </p:nvSpPr>
        <p:spPr>
          <a:xfrm>
            <a:off x="8755967" y="2910027"/>
            <a:ext cx="10502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cz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q0, q2; </a:t>
            </a:r>
          </a:p>
          <a:p>
            <a:pPr algn="l"/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cz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q1, q3;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8EE76C54-4B41-F148-6BBB-793966ED85D8}"/>
              </a:ext>
            </a:extLst>
          </p:cNvPr>
          <p:cNvCxnSpPr>
            <a:stCxn id="34" idx="6"/>
            <a:endCxn id="28" idx="2"/>
          </p:cNvCxnSpPr>
          <p:nvPr/>
        </p:nvCxnSpPr>
        <p:spPr>
          <a:xfrm>
            <a:off x="7414123" y="3112520"/>
            <a:ext cx="619974" cy="61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54254E51-F05C-5DAA-D7BC-9A9A3A8298D5}"/>
              </a:ext>
            </a:extLst>
          </p:cNvPr>
          <p:cNvCxnSpPr>
            <a:stCxn id="38" idx="6"/>
            <a:endCxn id="36" idx="4"/>
          </p:cNvCxnSpPr>
          <p:nvPr/>
        </p:nvCxnSpPr>
        <p:spPr>
          <a:xfrm flipV="1">
            <a:off x="7414123" y="3184520"/>
            <a:ext cx="884099" cy="52067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D32DE60D-A550-23CE-4C70-C236B10D1995}"/>
              </a:ext>
            </a:extLst>
          </p:cNvPr>
          <p:cNvSpPr txBox="1"/>
          <p:nvPr/>
        </p:nvSpPr>
        <p:spPr>
          <a:xfrm>
            <a:off x="7538570" y="2785205"/>
            <a:ext cx="458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m1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573876B-96E5-473E-3270-5B7DFE4BAE4A}"/>
              </a:ext>
            </a:extLst>
          </p:cNvPr>
          <p:cNvSpPr txBox="1"/>
          <p:nvPr/>
        </p:nvSpPr>
        <p:spPr>
          <a:xfrm>
            <a:off x="7687535" y="3329974"/>
            <a:ext cx="458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m2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CAC37C68-4158-0452-BF98-BE520EB1038E}"/>
              </a:ext>
            </a:extLst>
          </p:cNvPr>
          <p:cNvSpPr txBox="1"/>
          <p:nvPr/>
        </p:nvSpPr>
        <p:spPr>
          <a:xfrm>
            <a:off x="10140287" y="2600676"/>
            <a:ext cx="15690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AOD stage queue:[</a:t>
            </a:r>
          </a:p>
          <a:p>
            <a:pPr algn="l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stage 1:{</a:t>
            </a:r>
          </a:p>
          <a:p>
            <a:pPr algn="l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m1</a:t>
            </a:r>
          </a:p>
          <a:p>
            <a:pPr algn="l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stage 1:{</a:t>
            </a: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m2</a:t>
            </a: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</a:p>
          <a:p>
            <a:pPr algn="l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F55F969A-0776-44D3-2DFB-4F297832717E}"/>
              </a:ext>
            </a:extLst>
          </p:cNvPr>
          <p:cNvCxnSpPr>
            <a:cxnSpLocks/>
            <a:stCxn id="50" idx="7"/>
            <a:endCxn id="54" idx="4"/>
          </p:cNvCxnSpPr>
          <p:nvPr/>
        </p:nvCxnSpPr>
        <p:spPr>
          <a:xfrm flipV="1">
            <a:off x="7200910" y="5270355"/>
            <a:ext cx="141213" cy="47037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48ACAB58-AD67-70C2-F665-07BC5ADC02B2}"/>
              </a:ext>
            </a:extLst>
          </p:cNvPr>
          <p:cNvSpPr txBox="1"/>
          <p:nvPr/>
        </p:nvSpPr>
        <p:spPr>
          <a:xfrm>
            <a:off x="8726071" y="5030053"/>
            <a:ext cx="10502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cz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q0, q2; </a:t>
            </a:r>
          </a:p>
          <a:p>
            <a:pPr algn="l"/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cz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q1, q3;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FC76C861-4988-0FF6-C03A-372F83D2BF54}"/>
              </a:ext>
            </a:extLst>
          </p:cNvPr>
          <p:cNvSpPr txBox="1"/>
          <p:nvPr/>
        </p:nvSpPr>
        <p:spPr>
          <a:xfrm>
            <a:off x="10140287" y="4606970"/>
            <a:ext cx="156908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AOD stage queue:[</a:t>
            </a:r>
          </a:p>
          <a:p>
            <a:pPr algn="l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stage 1:{</a:t>
            </a:r>
          </a:p>
          <a:p>
            <a:pPr algn="l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m1</a:t>
            </a:r>
          </a:p>
          <a:p>
            <a:pPr algn="l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stage 1:{</a:t>
            </a: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m2</a:t>
            </a: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m3</a:t>
            </a: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</a:p>
          <a:p>
            <a:pPr algn="l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A6C8BE13-F5D2-0006-9C7B-2658F6BA46F0}"/>
              </a:ext>
            </a:extLst>
          </p:cNvPr>
          <p:cNvSpPr txBox="1"/>
          <p:nvPr/>
        </p:nvSpPr>
        <p:spPr>
          <a:xfrm>
            <a:off x="7286822" y="5376820"/>
            <a:ext cx="458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m3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33ADB55C-5DF7-3975-2EEC-F313474CD8AD}"/>
              </a:ext>
            </a:extLst>
          </p:cNvPr>
          <p:cNvSpPr/>
          <p:nvPr/>
        </p:nvSpPr>
        <p:spPr>
          <a:xfrm>
            <a:off x="5750258" y="890649"/>
            <a:ext cx="6156736" cy="131820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rtlCol="0" anchor="t" anchorCtr="0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97D450EF-04BA-2BDC-7094-0331AFCEE14F}"/>
              </a:ext>
            </a:extLst>
          </p:cNvPr>
          <p:cNvSpPr txBox="1"/>
          <p:nvPr/>
        </p:nvSpPr>
        <p:spPr>
          <a:xfrm>
            <a:off x="5820588" y="1380196"/>
            <a:ext cx="8433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state 1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C2E61CF7-FEBE-8FA9-0C06-7AD2902BF8C0}"/>
              </a:ext>
            </a:extLst>
          </p:cNvPr>
          <p:cNvSpPr/>
          <p:nvPr/>
        </p:nvSpPr>
        <p:spPr>
          <a:xfrm>
            <a:off x="5750258" y="2499147"/>
            <a:ext cx="6156736" cy="172447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rtlCol="0" anchor="t" anchorCtr="0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9ACFE43D-1B67-CC60-943F-5742C786A2A8}"/>
              </a:ext>
            </a:extLst>
          </p:cNvPr>
          <p:cNvSpPr txBox="1"/>
          <p:nvPr/>
        </p:nvSpPr>
        <p:spPr>
          <a:xfrm>
            <a:off x="5820588" y="3047204"/>
            <a:ext cx="8433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state 2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DA52BD4D-4ED6-00CF-54CF-2718592FE0A1}"/>
              </a:ext>
            </a:extLst>
          </p:cNvPr>
          <p:cNvSpPr/>
          <p:nvPr/>
        </p:nvSpPr>
        <p:spPr>
          <a:xfrm>
            <a:off x="5750257" y="4577707"/>
            <a:ext cx="6156736" cy="18776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rtlCol="0" anchor="t" anchorCtr="0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6BC8BFA4-11E0-9773-4DF5-9FD71FF98099}"/>
              </a:ext>
            </a:extLst>
          </p:cNvPr>
          <p:cNvSpPr txBox="1"/>
          <p:nvPr/>
        </p:nvSpPr>
        <p:spPr>
          <a:xfrm>
            <a:off x="5895125" y="5261514"/>
            <a:ext cx="8433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state 3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588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B3D2055-FF0A-EFAB-A8E2-2F8B6A2A4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304F473-FD45-4990-E2E5-5E8B663F5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启发式算法</a:t>
            </a:r>
            <a:r>
              <a:rPr lang="en-US" altLang="zh-CN" dirty="0"/>
              <a:t>-</a:t>
            </a:r>
            <a:r>
              <a:rPr lang="zh-CN" altLang="en-US" dirty="0"/>
              <a:t>代价函数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13F96C-8D4C-2CC3-0CCE-30152BBF9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841" y="1354785"/>
            <a:ext cx="4005011" cy="68861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77C5AFD-6C13-6FBE-A6AA-D08BC3395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841" y="2441082"/>
            <a:ext cx="3480902" cy="43642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25DA068-324A-1F19-68C4-76E15F4A4E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489" y="3400956"/>
            <a:ext cx="1927160" cy="34191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95B934F-45D6-B972-E357-1076D29024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6035" y="4266319"/>
            <a:ext cx="3135378" cy="25278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5B47650-D685-ED3C-619D-D6C31453719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6698"/>
          <a:stretch>
            <a:fillRect/>
          </a:stretch>
        </p:blipFill>
        <p:spPr>
          <a:xfrm>
            <a:off x="6229830" y="1387444"/>
            <a:ext cx="5070532" cy="26387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EA3DC10-345E-D63D-28DB-E7F0C6EFAFAA}"/>
                  </a:ext>
                </a:extLst>
              </p:cNvPr>
              <p:cNvSpPr txBox="1"/>
              <p:nvPr/>
            </p:nvSpPr>
            <p:spPr>
              <a:xfrm>
                <a:off x="1112861" y="5253135"/>
                <a:ext cx="2826415" cy="7165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𝑑𝑒𝑛𝑠𝑖𝑡𝑦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𝑎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𝑐𝑡𝑖𝑜𝑛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𝑎𝑐𝑡𝑖𝑜𝑛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𝑡𝑎𝑔𝑒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𝑠𝑡𝑎𝑔𝑒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EA3DC10-345E-D63D-28DB-E7F0C6EFA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861" y="5253135"/>
                <a:ext cx="2826415" cy="7165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DBCAE246-472B-9E5B-6A9C-1F5E9E1734C0}"/>
              </a:ext>
            </a:extLst>
          </p:cNvPr>
          <p:cNvSpPr txBox="1"/>
          <p:nvPr/>
        </p:nvSpPr>
        <p:spPr>
          <a:xfrm>
            <a:off x="6278070" y="5393094"/>
            <a:ext cx="4665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启发式策略：选择使得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density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最大的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action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1540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9082B3-A657-85AE-522A-EF4835C90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C3F8D-CBB6-4D77-B9DA-1B244EAD3A6E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56D48E0-B856-DD2C-93D5-57F032493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基于蒙特卡洛树搜索的自博弈强化学习</a:t>
            </a:r>
            <a:r>
              <a:rPr lang="en-US" altLang="zh-CN" dirty="0"/>
              <a:t>(</a:t>
            </a:r>
            <a:r>
              <a:rPr lang="zh-CN" altLang="en-US" dirty="0"/>
              <a:t>未开始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90AE809-ADC8-99D8-7737-06557AA8AB47}"/>
              </a:ext>
            </a:extLst>
          </p:cNvPr>
          <p:cNvSpPr>
            <a:spLocks noChangeAspect="1"/>
          </p:cNvSpPr>
          <p:nvPr/>
        </p:nvSpPr>
        <p:spPr>
          <a:xfrm>
            <a:off x="4055700" y="2461105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89FEAE0D-5F90-6EAF-B8C3-0CAF3304DD3F}"/>
              </a:ext>
            </a:extLst>
          </p:cNvPr>
          <p:cNvSpPr>
            <a:spLocks noChangeAspect="1"/>
          </p:cNvSpPr>
          <p:nvPr/>
        </p:nvSpPr>
        <p:spPr>
          <a:xfrm>
            <a:off x="3519739" y="2873644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FC5E5A2-DE1A-2F02-4076-19BE45702626}"/>
              </a:ext>
            </a:extLst>
          </p:cNvPr>
          <p:cNvSpPr>
            <a:spLocks noChangeAspect="1"/>
          </p:cNvSpPr>
          <p:nvPr/>
        </p:nvSpPr>
        <p:spPr>
          <a:xfrm>
            <a:off x="4055700" y="2866149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89DA9CC-458D-1065-74A0-84E52E9AEF3E}"/>
              </a:ext>
            </a:extLst>
          </p:cNvPr>
          <p:cNvSpPr>
            <a:spLocks noChangeAspect="1"/>
          </p:cNvSpPr>
          <p:nvPr/>
        </p:nvSpPr>
        <p:spPr>
          <a:xfrm>
            <a:off x="4591660" y="2866149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2565A19-CA5A-A8D6-A333-D6694CEAA1CD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4163700" y="2677105"/>
            <a:ext cx="0" cy="189044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F51FE35-6D31-98A4-9066-15CB907783E7}"/>
              </a:ext>
            </a:extLst>
          </p:cNvPr>
          <p:cNvCxnSpPr>
            <a:stCxn id="6" idx="2"/>
            <a:endCxn id="7" idx="0"/>
          </p:cNvCxnSpPr>
          <p:nvPr/>
        </p:nvCxnSpPr>
        <p:spPr>
          <a:xfrm flipH="1">
            <a:off x="3627739" y="2569105"/>
            <a:ext cx="427961" cy="304539"/>
          </a:xfrm>
          <a:prstGeom prst="line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69045EE-0022-F472-FA5B-031954B3933F}"/>
              </a:ext>
            </a:extLst>
          </p:cNvPr>
          <p:cNvCxnSpPr>
            <a:stCxn id="6" idx="6"/>
            <a:endCxn id="9" idx="0"/>
          </p:cNvCxnSpPr>
          <p:nvPr/>
        </p:nvCxnSpPr>
        <p:spPr>
          <a:xfrm>
            <a:off x="4271700" y="2569105"/>
            <a:ext cx="427960" cy="297044"/>
          </a:xfrm>
          <a:prstGeom prst="line">
            <a:avLst/>
          </a:prstGeom>
          <a:ln w="63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2B1DDF16-F4C9-94A3-09E2-2A68E03C1A32}"/>
              </a:ext>
            </a:extLst>
          </p:cNvPr>
          <p:cNvSpPr>
            <a:spLocks noChangeAspect="1"/>
          </p:cNvSpPr>
          <p:nvPr/>
        </p:nvSpPr>
        <p:spPr>
          <a:xfrm>
            <a:off x="4338745" y="3299504"/>
            <a:ext cx="216000" cy="216000"/>
          </a:xfrm>
          <a:prstGeom prst="ellipse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EA10217-92FB-2F45-AD6C-32066D4C420D}"/>
              </a:ext>
            </a:extLst>
          </p:cNvPr>
          <p:cNvCxnSpPr>
            <a:cxnSpLocks/>
            <a:stCxn id="9" idx="3"/>
            <a:endCxn id="13" idx="0"/>
          </p:cNvCxnSpPr>
          <p:nvPr/>
        </p:nvCxnSpPr>
        <p:spPr>
          <a:xfrm flipH="1">
            <a:off x="4446745" y="3050517"/>
            <a:ext cx="176547" cy="248987"/>
          </a:xfrm>
          <a:prstGeom prst="straightConnector1">
            <a:avLst/>
          </a:prstGeom>
          <a:ln w="63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>
            <a:extLst>
              <a:ext uri="{FF2B5EF4-FFF2-40B4-BE49-F238E27FC236}">
                <a16:creationId xmlns:a16="http://schemas.microsoft.com/office/drawing/2014/main" id="{99FD7443-FD9D-DE32-4459-800905F2BFE1}"/>
              </a:ext>
            </a:extLst>
          </p:cNvPr>
          <p:cNvSpPr>
            <a:spLocks noChangeAspect="1"/>
          </p:cNvSpPr>
          <p:nvPr/>
        </p:nvSpPr>
        <p:spPr>
          <a:xfrm>
            <a:off x="4851098" y="3299504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D755865-141F-C5F4-BEA0-62D34C17F877}"/>
              </a:ext>
            </a:extLst>
          </p:cNvPr>
          <p:cNvCxnSpPr>
            <a:cxnSpLocks/>
            <a:stCxn id="9" idx="5"/>
            <a:endCxn id="15" idx="0"/>
          </p:cNvCxnSpPr>
          <p:nvPr/>
        </p:nvCxnSpPr>
        <p:spPr>
          <a:xfrm>
            <a:off x="4776028" y="3050517"/>
            <a:ext cx="183070" cy="248987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>
            <a:extLst>
              <a:ext uri="{FF2B5EF4-FFF2-40B4-BE49-F238E27FC236}">
                <a16:creationId xmlns:a16="http://schemas.microsoft.com/office/drawing/2014/main" id="{D22424E3-507C-3B4F-4540-5D7F6FFB03D4}"/>
              </a:ext>
            </a:extLst>
          </p:cNvPr>
          <p:cNvSpPr>
            <a:spLocks noChangeAspect="1"/>
          </p:cNvSpPr>
          <p:nvPr/>
        </p:nvSpPr>
        <p:spPr>
          <a:xfrm>
            <a:off x="3272179" y="3299504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FD23FDD5-4DE0-7A98-C148-878513D1B739}"/>
              </a:ext>
            </a:extLst>
          </p:cNvPr>
          <p:cNvSpPr>
            <a:spLocks noChangeAspect="1"/>
          </p:cNvSpPr>
          <p:nvPr/>
        </p:nvSpPr>
        <p:spPr>
          <a:xfrm>
            <a:off x="3798485" y="3299504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66461B1B-4BFC-E4B5-3E22-7092E3325F7C}"/>
              </a:ext>
            </a:extLst>
          </p:cNvPr>
          <p:cNvCxnSpPr>
            <a:stCxn id="7" idx="3"/>
            <a:endCxn id="17" idx="0"/>
          </p:cNvCxnSpPr>
          <p:nvPr/>
        </p:nvCxnSpPr>
        <p:spPr>
          <a:xfrm flipH="1">
            <a:off x="3380179" y="3058012"/>
            <a:ext cx="171192" cy="24149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AD7B1E1-AD4B-0B75-EE05-E4BFD2C68315}"/>
              </a:ext>
            </a:extLst>
          </p:cNvPr>
          <p:cNvCxnSpPr>
            <a:stCxn id="7" idx="5"/>
            <a:endCxn id="18" idx="0"/>
          </p:cNvCxnSpPr>
          <p:nvPr/>
        </p:nvCxnSpPr>
        <p:spPr>
          <a:xfrm>
            <a:off x="3704107" y="3058012"/>
            <a:ext cx="202378" cy="24149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>
            <a:extLst>
              <a:ext uri="{FF2B5EF4-FFF2-40B4-BE49-F238E27FC236}">
                <a16:creationId xmlns:a16="http://schemas.microsoft.com/office/drawing/2014/main" id="{6AE47020-F22A-5BBD-6A1C-B48FEE736FD8}"/>
              </a:ext>
            </a:extLst>
          </p:cNvPr>
          <p:cNvSpPr>
            <a:spLocks noChangeAspect="1"/>
          </p:cNvSpPr>
          <p:nvPr/>
        </p:nvSpPr>
        <p:spPr>
          <a:xfrm>
            <a:off x="6180800" y="2461105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77741349-0525-1E6B-0F1E-53E55E06D9A6}"/>
              </a:ext>
            </a:extLst>
          </p:cNvPr>
          <p:cNvSpPr>
            <a:spLocks noChangeAspect="1"/>
          </p:cNvSpPr>
          <p:nvPr/>
        </p:nvSpPr>
        <p:spPr>
          <a:xfrm>
            <a:off x="5644839" y="2873644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B533D4B2-D7DE-7147-1DD1-C8E092E5CF70}"/>
              </a:ext>
            </a:extLst>
          </p:cNvPr>
          <p:cNvSpPr>
            <a:spLocks noChangeAspect="1"/>
          </p:cNvSpPr>
          <p:nvPr/>
        </p:nvSpPr>
        <p:spPr>
          <a:xfrm>
            <a:off x="6180800" y="2866149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1111260F-A7BA-2798-8603-F8B4476EAB57}"/>
              </a:ext>
            </a:extLst>
          </p:cNvPr>
          <p:cNvSpPr>
            <a:spLocks noChangeAspect="1"/>
          </p:cNvSpPr>
          <p:nvPr/>
        </p:nvSpPr>
        <p:spPr>
          <a:xfrm>
            <a:off x="6716760" y="2866149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DD3B4AA8-392D-1C6A-F25A-4571AFF4552A}"/>
              </a:ext>
            </a:extLst>
          </p:cNvPr>
          <p:cNvCxnSpPr>
            <a:stCxn id="21" idx="4"/>
            <a:endCxn id="23" idx="0"/>
          </p:cNvCxnSpPr>
          <p:nvPr/>
        </p:nvCxnSpPr>
        <p:spPr>
          <a:xfrm>
            <a:off x="6288800" y="2677105"/>
            <a:ext cx="0" cy="189044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B453CFA9-27BF-5855-FBA3-D5A3BCE8EB62}"/>
              </a:ext>
            </a:extLst>
          </p:cNvPr>
          <p:cNvCxnSpPr>
            <a:stCxn id="21" idx="2"/>
            <a:endCxn id="22" idx="0"/>
          </p:cNvCxnSpPr>
          <p:nvPr/>
        </p:nvCxnSpPr>
        <p:spPr>
          <a:xfrm flipH="1">
            <a:off x="5752839" y="2569105"/>
            <a:ext cx="427961" cy="304539"/>
          </a:xfrm>
          <a:prstGeom prst="line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4AD5A7C-EC03-EB22-04FA-9E3566D41867}"/>
              </a:ext>
            </a:extLst>
          </p:cNvPr>
          <p:cNvCxnSpPr>
            <a:stCxn id="21" idx="6"/>
            <a:endCxn id="24" idx="0"/>
          </p:cNvCxnSpPr>
          <p:nvPr/>
        </p:nvCxnSpPr>
        <p:spPr>
          <a:xfrm>
            <a:off x="6396800" y="2569105"/>
            <a:ext cx="427960" cy="297044"/>
          </a:xfrm>
          <a:prstGeom prst="line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椭圆 27">
            <a:extLst>
              <a:ext uri="{FF2B5EF4-FFF2-40B4-BE49-F238E27FC236}">
                <a16:creationId xmlns:a16="http://schemas.microsoft.com/office/drawing/2014/main" id="{2F606F55-E97A-3815-3B6C-CADAD3CAC634}"/>
              </a:ext>
            </a:extLst>
          </p:cNvPr>
          <p:cNvSpPr>
            <a:spLocks noChangeAspect="1"/>
          </p:cNvSpPr>
          <p:nvPr/>
        </p:nvSpPr>
        <p:spPr>
          <a:xfrm>
            <a:off x="6463845" y="3299504"/>
            <a:ext cx="216000" cy="216000"/>
          </a:xfrm>
          <a:prstGeom prst="ellipse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737F2609-6C93-5A7D-5CA2-BAF48DDFD70B}"/>
              </a:ext>
            </a:extLst>
          </p:cNvPr>
          <p:cNvSpPr>
            <a:spLocks noChangeAspect="1"/>
          </p:cNvSpPr>
          <p:nvPr/>
        </p:nvSpPr>
        <p:spPr>
          <a:xfrm>
            <a:off x="6114036" y="3656245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BECB9CA4-75E5-E7BA-B120-5CB41B660F22}"/>
              </a:ext>
            </a:extLst>
          </p:cNvPr>
          <p:cNvSpPr>
            <a:spLocks noChangeAspect="1"/>
          </p:cNvSpPr>
          <p:nvPr/>
        </p:nvSpPr>
        <p:spPr>
          <a:xfrm>
            <a:off x="6463845" y="3656245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1EE0A52C-42FA-E145-FFAB-174DF2585B8C}"/>
              </a:ext>
            </a:extLst>
          </p:cNvPr>
          <p:cNvSpPr>
            <a:spLocks noChangeAspect="1"/>
          </p:cNvSpPr>
          <p:nvPr/>
        </p:nvSpPr>
        <p:spPr>
          <a:xfrm>
            <a:off x="6813654" y="3656245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106B5A49-E1A7-9B22-F523-024AA9CB82C7}"/>
              </a:ext>
            </a:extLst>
          </p:cNvPr>
          <p:cNvCxnSpPr>
            <a:cxnSpLocks/>
            <a:stCxn id="28" idx="4"/>
            <a:endCxn id="30" idx="0"/>
          </p:cNvCxnSpPr>
          <p:nvPr/>
        </p:nvCxnSpPr>
        <p:spPr>
          <a:xfrm>
            <a:off x="6571845" y="3515504"/>
            <a:ext cx="0" cy="140741"/>
          </a:xfrm>
          <a:prstGeom prst="line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32C2045C-1EED-C5F4-7932-035DE2170155}"/>
              </a:ext>
            </a:extLst>
          </p:cNvPr>
          <p:cNvCxnSpPr>
            <a:cxnSpLocks/>
            <a:stCxn id="28" idx="2"/>
            <a:endCxn id="29" idx="0"/>
          </p:cNvCxnSpPr>
          <p:nvPr/>
        </p:nvCxnSpPr>
        <p:spPr>
          <a:xfrm flipH="1">
            <a:off x="6222036" y="3407504"/>
            <a:ext cx="241809" cy="248741"/>
          </a:xfrm>
          <a:prstGeom prst="line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7A028AB-9074-6949-94AB-36214444A4AD}"/>
              </a:ext>
            </a:extLst>
          </p:cNvPr>
          <p:cNvCxnSpPr>
            <a:cxnSpLocks/>
            <a:stCxn id="28" idx="6"/>
            <a:endCxn id="31" idx="0"/>
          </p:cNvCxnSpPr>
          <p:nvPr/>
        </p:nvCxnSpPr>
        <p:spPr>
          <a:xfrm>
            <a:off x="6679845" y="3407504"/>
            <a:ext cx="241809" cy="248741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C7D9B2A7-9F67-6762-08F8-1D8E6A7778BC}"/>
              </a:ext>
            </a:extLst>
          </p:cNvPr>
          <p:cNvCxnSpPr>
            <a:cxnSpLocks/>
            <a:stCxn id="24" idx="3"/>
            <a:endCxn id="28" idx="0"/>
          </p:cNvCxnSpPr>
          <p:nvPr/>
        </p:nvCxnSpPr>
        <p:spPr>
          <a:xfrm flipH="1">
            <a:off x="6571845" y="3050517"/>
            <a:ext cx="176547" cy="248987"/>
          </a:xfrm>
          <a:prstGeom prst="straightConnector1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椭圆 35">
            <a:extLst>
              <a:ext uri="{FF2B5EF4-FFF2-40B4-BE49-F238E27FC236}">
                <a16:creationId xmlns:a16="http://schemas.microsoft.com/office/drawing/2014/main" id="{F8E24031-DCA2-2DCC-4020-80990F181198}"/>
              </a:ext>
            </a:extLst>
          </p:cNvPr>
          <p:cNvSpPr>
            <a:spLocks noChangeAspect="1"/>
          </p:cNvSpPr>
          <p:nvPr/>
        </p:nvSpPr>
        <p:spPr>
          <a:xfrm>
            <a:off x="6976198" y="3299504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BA3CB204-928D-91BF-6D4B-C2EC94C11782}"/>
              </a:ext>
            </a:extLst>
          </p:cNvPr>
          <p:cNvCxnSpPr>
            <a:cxnSpLocks/>
            <a:stCxn id="24" idx="5"/>
            <a:endCxn id="36" idx="0"/>
          </p:cNvCxnSpPr>
          <p:nvPr/>
        </p:nvCxnSpPr>
        <p:spPr>
          <a:xfrm>
            <a:off x="6901128" y="3050517"/>
            <a:ext cx="183070" cy="248987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椭圆 37">
            <a:extLst>
              <a:ext uri="{FF2B5EF4-FFF2-40B4-BE49-F238E27FC236}">
                <a16:creationId xmlns:a16="http://schemas.microsoft.com/office/drawing/2014/main" id="{9C0038F2-C5ED-A936-EF78-6724F4F9BAB3}"/>
              </a:ext>
            </a:extLst>
          </p:cNvPr>
          <p:cNvSpPr>
            <a:spLocks noChangeAspect="1"/>
          </p:cNvSpPr>
          <p:nvPr/>
        </p:nvSpPr>
        <p:spPr>
          <a:xfrm>
            <a:off x="5397279" y="3299504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C060E14C-6104-349A-F212-559DECE4CA38}"/>
              </a:ext>
            </a:extLst>
          </p:cNvPr>
          <p:cNvSpPr>
            <a:spLocks noChangeAspect="1"/>
          </p:cNvSpPr>
          <p:nvPr/>
        </p:nvSpPr>
        <p:spPr>
          <a:xfrm>
            <a:off x="5923585" y="3299504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CCB80224-AB21-19EA-5DF1-0B3431852CA2}"/>
              </a:ext>
            </a:extLst>
          </p:cNvPr>
          <p:cNvCxnSpPr>
            <a:stCxn id="22" idx="3"/>
            <a:endCxn id="38" idx="0"/>
          </p:cNvCxnSpPr>
          <p:nvPr/>
        </p:nvCxnSpPr>
        <p:spPr>
          <a:xfrm flipH="1">
            <a:off x="5505279" y="3058012"/>
            <a:ext cx="171192" cy="24149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56F1B3B5-83DF-0623-6280-B9CE28A797F8}"/>
              </a:ext>
            </a:extLst>
          </p:cNvPr>
          <p:cNvCxnSpPr>
            <a:stCxn id="22" idx="5"/>
            <a:endCxn id="39" idx="0"/>
          </p:cNvCxnSpPr>
          <p:nvPr/>
        </p:nvCxnSpPr>
        <p:spPr>
          <a:xfrm>
            <a:off x="5829207" y="3058012"/>
            <a:ext cx="202378" cy="24149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椭圆 41">
            <a:extLst>
              <a:ext uri="{FF2B5EF4-FFF2-40B4-BE49-F238E27FC236}">
                <a16:creationId xmlns:a16="http://schemas.microsoft.com/office/drawing/2014/main" id="{AC89440C-200C-CEBD-82C1-04FA8AD9CDA6}"/>
              </a:ext>
            </a:extLst>
          </p:cNvPr>
          <p:cNvSpPr>
            <a:spLocks noChangeAspect="1"/>
          </p:cNvSpPr>
          <p:nvPr/>
        </p:nvSpPr>
        <p:spPr>
          <a:xfrm>
            <a:off x="8305900" y="2461105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7CD87747-4130-BAAB-7B85-B94E0179FE5C}"/>
              </a:ext>
            </a:extLst>
          </p:cNvPr>
          <p:cNvSpPr>
            <a:spLocks noChangeAspect="1"/>
          </p:cNvSpPr>
          <p:nvPr/>
        </p:nvSpPr>
        <p:spPr>
          <a:xfrm>
            <a:off x="7769939" y="2873644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0174C3CF-6C67-E457-4604-DF2235591B37}"/>
              </a:ext>
            </a:extLst>
          </p:cNvPr>
          <p:cNvSpPr>
            <a:spLocks noChangeAspect="1"/>
          </p:cNvSpPr>
          <p:nvPr/>
        </p:nvSpPr>
        <p:spPr>
          <a:xfrm>
            <a:off x="8305900" y="2866149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683A30D6-0653-3952-0B99-F33F974650C4}"/>
              </a:ext>
            </a:extLst>
          </p:cNvPr>
          <p:cNvSpPr>
            <a:spLocks noChangeAspect="1"/>
          </p:cNvSpPr>
          <p:nvPr/>
        </p:nvSpPr>
        <p:spPr>
          <a:xfrm>
            <a:off x="8841860" y="2866149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45BE58E-2545-E42C-272F-5AE0FFA07C98}"/>
              </a:ext>
            </a:extLst>
          </p:cNvPr>
          <p:cNvCxnSpPr>
            <a:stCxn id="42" idx="4"/>
            <a:endCxn id="44" idx="0"/>
          </p:cNvCxnSpPr>
          <p:nvPr/>
        </p:nvCxnSpPr>
        <p:spPr>
          <a:xfrm>
            <a:off x="8413900" y="2677105"/>
            <a:ext cx="0" cy="189044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2D9D5275-E9E6-1D8A-ADE7-836A4ACDBDC5}"/>
              </a:ext>
            </a:extLst>
          </p:cNvPr>
          <p:cNvCxnSpPr>
            <a:stCxn id="42" idx="2"/>
            <a:endCxn id="43" idx="0"/>
          </p:cNvCxnSpPr>
          <p:nvPr/>
        </p:nvCxnSpPr>
        <p:spPr>
          <a:xfrm flipH="1">
            <a:off x="7877939" y="2569105"/>
            <a:ext cx="427961" cy="304539"/>
          </a:xfrm>
          <a:prstGeom prst="line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D16566D-8448-1012-943F-7322A52466B1}"/>
              </a:ext>
            </a:extLst>
          </p:cNvPr>
          <p:cNvCxnSpPr>
            <a:stCxn id="42" idx="6"/>
            <a:endCxn id="45" idx="0"/>
          </p:cNvCxnSpPr>
          <p:nvPr/>
        </p:nvCxnSpPr>
        <p:spPr>
          <a:xfrm>
            <a:off x="8521900" y="2569105"/>
            <a:ext cx="427960" cy="297044"/>
          </a:xfrm>
          <a:prstGeom prst="line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椭圆 48">
            <a:extLst>
              <a:ext uri="{FF2B5EF4-FFF2-40B4-BE49-F238E27FC236}">
                <a16:creationId xmlns:a16="http://schemas.microsoft.com/office/drawing/2014/main" id="{E31E20DE-E7E5-4DEC-DBC2-F9D91D5995C2}"/>
              </a:ext>
            </a:extLst>
          </p:cNvPr>
          <p:cNvSpPr>
            <a:spLocks noChangeAspect="1"/>
          </p:cNvSpPr>
          <p:nvPr/>
        </p:nvSpPr>
        <p:spPr>
          <a:xfrm>
            <a:off x="8588945" y="3299504"/>
            <a:ext cx="216000" cy="216000"/>
          </a:xfrm>
          <a:prstGeom prst="ellipse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E2059287-C5BD-08E7-F6A2-1DABBC931594}"/>
              </a:ext>
            </a:extLst>
          </p:cNvPr>
          <p:cNvSpPr>
            <a:spLocks noChangeAspect="1"/>
          </p:cNvSpPr>
          <p:nvPr/>
        </p:nvSpPr>
        <p:spPr>
          <a:xfrm>
            <a:off x="8239136" y="3656245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52BEF4AB-87E6-756C-B4F1-8DB6960FFEF3}"/>
              </a:ext>
            </a:extLst>
          </p:cNvPr>
          <p:cNvSpPr>
            <a:spLocks noChangeAspect="1"/>
          </p:cNvSpPr>
          <p:nvPr/>
        </p:nvSpPr>
        <p:spPr>
          <a:xfrm>
            <a:off x="8588945" y="3656245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3DD68E7E-3C28-2355-F9A0-937AE2F13BF1}"/>
              </a:ext>
            </a:extLst>
          </p:cNvPr>
          <p:cNvSpPr>
            <a:spLocks noChangeAspect="1"/>
          </p:cNvSpPr>
          <p:nvPr/>
        </p:nvSpPr>
        <p:spPr>
          <a:xfrm>
            <a:off x="8938754" y="3656245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9A00B7BE-A2C9-DFE9-E016-C1C2BF0CF70E}"/>
              </a:ext>
            </a:extLst>
          </p:cNvPr>
          <p:cNvCxnSpPr>
            <a:cxnSpLocks/>
            <a:stCxn id="49" idx="4"/>
            <a:endCxn id="51" idx="0"/>
          </p:cNvCxnSpPr>
          <p:nvPr/>
        </p:nvCxnSpPr>
        <p:spPr>
          <a:xfrm>
            <a:off x="8696945" y="3515504"/>
            <a:ext cx="0" cy="140741"/>
          </a:xfrm>
          <a:prstGeom prst="line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1497168E-41A7-D306-E412-64E4ABDDF9C1}"/>
              </a:ext>
            </a:extLst>
          </p:cNvPr>
          <p:cNvCxnSpPr>
            <a:cxnSpLocks/>
            <a:stCxn id="49" idx="2"/>
            <a:endCxn id="50" idx="0"/>
          </p:cNvCxnSpPr>
          <p:nvPr/>
        </p:nvCxnSpPr>
        <p:spPr>
          <a:xfrm flipH="1">
            <a:off x="8347136" y="3407504"/>
            <a:ext cx="241809" cy="248741"/>
          </a:xfrm>
          <a:prstGeom prst="line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917D0010-A9D6-7DCD-B824-F4ECB658BC20}"/>
              </a:ext>
            </a:extLst>
          </p:cNvPr>
          <p:cNvCxnSpPr>
            <a:cxnSpLocks/>
            <a:stCxn id="49" idx="6"/>
            <a:endCxn id="52" idx="0"/>
          </p:cNvCxnSpPr>
          <p:nvPr/>
        </p:nvCxnSpPr>
        <p:spPr>
          <a:xfrm>
            <a:off x="8804945" y="3407504"/>
            <a:ext cx="241809" cy="248741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46D8FF08-A2DC-1DF7-5BC0-DD0DF8510C1B}"/>
              </a:ext>
            </a:extLst>
          </p:cNvPr>
          <p:cNvCxnSpPr>
            <a:cxnSpLocks/>
            <a:stCxn id="45" idx="3"/>
            <a:endCxn id="49" idx="0"/>
          </p:cNvCxnSpPr>
          <p:nvPr/>
        </p:nvCxnSpPr>
        <p:spPr>
          <a:xfrm flipH="1">
            <a:off x="8696945" y="3050517"/>
            <a:ext cx="176547" cy="248987"/>
          </a:xfrm>
          <a:prstGeom prst="straightConnector1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椭圆 56">
            <a:extLst>
              <a:ext uri="{FF2B5EF4-FFF2-40B4-BE49-F238E27FC236}">
                <a16:creationId xmlns:a16="http://schemas.microsoft.com/office/drawing/2014/main" id="{F4F65D41-BB91-3E74-A373-0991999FBC14}"/>
              </a:ext>
            </a:extLst>
          </p:cNvPr>
          <p:cNvSpPr>
            <a:spLocks noChangeAspect="1"/>
          </p:cNvSpPr>
          <p:nvPr/>
        </p:nvSpPr>
        <p:spPr>
          <a:xfrm>
            <a:off x="9101298" y="3299504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0C0DBC8E-539F-F5D8-CB5E-DE667728D718}"/>
              </a:ext>
            </a:extLst>
          </p:cNvPr>
          <p:cNvCxnSpPr>
            <a:cxnSpLocks/>
            <a:stCxn id="45" idx="5"/>
            <a:endCxn id="57" idx="0"/>
          </p:cNvCxnSpPr>
          <p:nvPr/>
        </p:nvCxnSpPr>
        <p:spPr>
          <a:xfrm>
            <a:off x="9026228" y="3050517"/>
            <a:ext cx="183070" cy="248987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椭圆 58">
            <a:extLst>
              <a:ext uri="{FF2B5EF4-FFF2-40B4-BE49-F238E27FC236}">
                <a16:creationId xmlns:a16="http://schemas.microsoft.com/office/drawing/2014/main" id="{6EC0BB31-4634-68F6-D84B-71432A2E2941}"/>
              </a:ext>
            </a:extLst>
          </p:cNvPr>
          <p:cNvSpPr>
            <a:spLocks noChangeAspect="1"/>
          </p:cNvSpPr>
          <p:nvPr/>
        </p:nvSpPr>
        <p:spPr>
          <a:xfrm>
            <a:off x="7522379" y="3299504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D225A2F2-6F61-6434-6A54-24FAF79D5C79}"/>
              </a:ext>
            </a:extLst>
          </p:cNvPr>
          <p:cNvSpPr>
            <a:spLocks noChangeAspect="1"/>
          </p:cNvSpPr>
          <p:nvPr/>
        </p:nvSpPr>
        <p:spPr>
          <a:xfrm>
            <a:off x="8048685" y="3299504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0E0B59F2-7BAF-5900-7A36-516022DD9B46}"/>
              </a:ext>
            </a:extLst>
          </p:cNvPr>
          <p:cNvCxnSpPr>
            <a:stCxn id="43" idx="3"/>
            <a:endCxn id="59" idx="0"/>
          </p:cNvCxnSpPr>
          <p:nvPr/>
        </p:nvCxnSpPr>
        <p:spPr>
          <a:xfrm flipH="1">
            <a:off x="7630379" y="3058012"/>
            <a:ext cx="171192" cy="24149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D93D4BD1-D8A1-F4C5-382E-017F679FF4E6}"/>
              </a:ext>
            </a:extLst>
          </p:cNvPr>
          <p:cNvCxnSpPr>
            <a:stCxn id="43" idx="5"/>
            <a:endCxn id="60" idx="0"/>
          </p:cNvCxnSpPr>
          <p:nvPr/>
        </p:nvCxnSpPr>
        <p:spPr>
          <a:xfrm>
            <a:off x="7954307" y="3058012"/>
            <a:ext cx="202378" cy="24149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椭圆 62">
            <a:extLst>
              <a:ext uri="{FF2B5EF4-FFF2-40B4-BE49-F238E27FC236}">
                <a16:creationId xmlns:a16="http://schemas.microsoft.com/office/drawing/2014/main" id="{355B944A-4552-81D2-F9FE-29D0F1A8341C}"/>
              </a:ext>
            </a:extLst>
          </p:cNvPr>
          <p:cNvSpPr>
            <a:spLocks noChangeAspect="1"/>
          </p:cNvSpPr>
          <p:nvPr/>
        </p:nvSpPr>
        <p:spPr>
          <a:xfrm>
            <a:off x="10431000" y="2461105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394F26DB-C617-E4E0-8ACF-9F833CBD450A}"/>
              </a:ext>
            </a:extLst>
          </p:cNvPr>
          <p:cNvSpPr>
            <a:spLocks noChangeAspect="1"/>
          </p:cNvSpPr>
          <p:nvPr/>
        </p:nvSpPr>
        <p:spPr>
          <a:xfrm>
            <a:off x="9895039" y="2873644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CE85D90B-E786-8E58-293D-D9B1A9B95426}"/>
              </a:ext>
            </a:extLst>
          </p:cNvPr>
          <p:cNvSpPr>
            <a:spLocks noChangeAspect="1"/>
          </p:cNvSpPr>
          <p:nvPr/>
        </p:nvSpPr>
        <p:spPr>
          <a:xfrm>
            <a:off x="10431000" y="2866149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1E46D8AC-6D9C-9F51-7547-3CBE5D241677}"/>
              </a:ext>
            </a:extLst>
          </p:cNvPr>
          <p:cNvSpPr>
            <a:spLocks noChangeAspect="1"/>
          </p:cNvSpPr>
          <p:nvPr/>
        </p:nvSpPr>
        <p:spPr>
          <a:xfrm>
            <a:off x="10966960" y="2866149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BF76C136-F260-85A2-8A79-E3D79CE51BF4}"/>
              </a:ext>
            </a:extLst>
          </p:cNvPr>
          <p:cNvCxnSpPr>
            <a:stCxn id="63" idx="4"/>
            <a:endCxn id="65" idx="0"/>
          </p:cNvCxnSpPr>
          <p:nvPr/>
        </p:nvCxnSpPr>
        <p:spPr>
          <a:xfrm>
            <a:off x="10539000" y="2677105"/>
            <a:ext cx="0" cy="189044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CC15A61C-2CBD-AE79-7392-B9DEE5881183}"/>
              </a:ext>
            </a:extLst>
          </p:cNvPr>
          <p:cNvCxnSpPr>
            <a:stCxn id="63" idx="2"/>
            <a:endCxn id="64" idx="0"/>
          </p:cNvCxnSpPr>
          <p:nvPr/>
        </p:nvCxnSpPr>
        <p:spPr>
          <a:xfrm flipH="1">
            <a:off x="10003039" y="2569105"/>
            <a:ext cx="427961" cy="304539"/>
          </a:xfrm>
          <a:prstGeom prst="line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30836EC9-33CC-DCC9-BF51-76EA97ECB487}"/>
              </a:ext>
            </a:extLst>
          </p:cNvPr>
          <p:cNvCxnSpPr>
            <a:stCxn id="63" idx="6"/>
            <a:endCxn id="66" idx="0"/>
          </p:cNvCxnSpPr>
          <p:nvPr/>
        </p:nvCxnSpPr>
        <p:spPr>
          <a:xfrm>
            <a:off x="10647000" y="2569105"/>
            <a:ext cx="427960" cy="297044"/>
          </a:xfrm>
          <a:prstGeom prst="line">
            <a:avLst/>
          </a:prstGeom>
          <a:ln w="63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椭圆 69">
            <a:extLst>
              <a:ext uri="{FF2B5EF4-FFF2-40B4-BE49-F238E27FC236}">
                <a16:creationId xmlns:a16="http://schemas.microsoft.com/office/drawing/2014/main" id="{EBA2C1BA-C234-020F-9872-9F834C1D0281}"/>
              </a:ext>
            </a:extLst>
          </p:cNvPr>
          <p:cNvSpPr>
            <a:spLocks noChangeAspect="1"/>
          </p:cNvSpPr>
          <p:nvPr/>
        </p:nvSpPr>
        <p:spPr>
          <a:xfrm>
            <a:off x="10714045" y="3299504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69EEEB91-2944-0073-98A4-66BE10E82A64}"/>
              </a:ext>
            </a:extLst>
          </p:cNvPr>
          <p:cNvSpPr>
            <a:spLocks noChangeAspect="1"/>
          </p:cNvSpPr>
          <p:nvPr/>
        </p:nvSpPr>
        <p:spPr>
          <a:xfrm>
            <a:off x="10364236" y="3656245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9CA9828D-D725-4B48-E96D-7CFD83B131C6}"/>
              </a:ext>
            </a:extLst>
          </p:cNvPr>
          <p:cNvSpPr>
            <a:spLocks noChangeAspect="1"/>
          </p:cNvSpPr>
          <p:nvPr/>
        </p:nvSpPr>
        <p:spPr>
          <a:xfrm>
            <a:off x="10714045" y="3656245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010673C2-D944-F0AA-F6C2-B2F051DD2EFD}"/>
              </a:ext>
            </a:extLst>
          </p:cNvPr>
          <p:cNvSpPr>
            <a:spLocks noChangeAspect="1"/>
          </p:cNvSpPr>
          <p:nvPr/>
        </p:nvSpPr>
        <p:spPr>
          <a:xfrm>
            <a:off x="11063854" y="3656245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FE2F16CB-DA57-1406-0697-3544E37BA073}"/>
              </a:ext>
            </a:extLst>
          </p:cNvPr>
          <p:cNvCxnSpPr>
            <a:cxnSpLocks/>
            <a:stCxn id="70" idx="4"/>
            <a:endCxn id="72" idx="0"/>
          </p:cNvCxnSpPr>
          <p:nvPr/>
        </p:nvCxnSpPr>
        <p:spPr>
          <a:xfrm>
            <a:off x="10822045" y="3515504"/>
            <a:ext cx="0" cy="140741"/>
          </a:xfrm>
          <a:prstGeom prst="line">
            <a:avLst/>
          </a:prstGeom>
          <a:ln w="63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4A864CAC-1257-18C9-6A3E-6D8A4013D217}"/>
              </a:ext>
            </a:extLst>
          </p:cNvPr>
          <p:cNvCxnSpPr>
            <a:cxnSpLocks/>
            <a:stCxn id="70" idx="2"/>
            <a:endCxn id="71" idx="0"/>
          </p:cNvCxnSpPr>
          <p:nvPr/>
        </p:nvCxnSpPr>
        <p:spPr>
          <a:xfrm flipH="1">
            <a:off x="10472236" y="3407504"/>
            <a:ext cx="241809" cy="248741"/>
          </a:xfrm>
          <a:prstGeom prst="line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88E0AF2D-17B4-1923-C8F1-1278FAF7EF7E}"/>
              </a:ext>
            </a:extLst>
          </p:cNvPr>
          <p:cNvCxnSpPr>
            <a:cxnSpLocks/>
            <a:stCxn id="70" idx="6"/>
            <a:endCxn id="73" idx="0"/>
          </p:cNvCxnSpPr>
          <p:nvPr/>
        </p:nvCxnSpPr>
        <p:spPr>
          <a:xfrm>
            <a:off x="10930045" y="3407504"/>
            <a:ext cx="241809" cy="248741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2FF4D4C0-7761-5F60-023D-4C8CA1D30A3C}"/>
              </a:ext>
            </a:extLst>
          </p:cNvPr>
          <p:cNvCxnSpPr>
            <a:cxnSpLocks/>
            <a:stCxn id="66" idx="3"/>
            <a:endCxn id="70" idx="0"/>
          </p:cNvCxnSpPr>
          <p:nvPr/>
        </p:nvCxnSpPr>
        <p:spPr>
          <a:xfrm flipH="1">
            <a:off x="10822045" y="3050517"/>
            <a:ext cx="176547" cy="248987"/>
          </a:xfrm>
          <a:prstGeom prst="straightConnector1">
            <a:avLst/>
          </a:prstGeom>
          <a:ln w="63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椭圆 77">
            <a:extLst>
              <a:ext uri="{FF2B5EF4-FFF2-40B4-BE49-F238E27FC236}">
                <a16:creationId xmlns:a16="http://schemas.microsoft.com/office/drawing/2014/main" id="{F90BFFCC-0C73-89A9-C976-732A68090C9E}"/>
              </a:ext>
            </a:extLst>
          </p:cNvPr>
          <p:cNvSpPr>
            <a:spLocks noChangeAspect="1"/>
          </p:cNvSpPr>
          <p:nvPr/>
        </p:nvSpPr>
        <p:spPr>
          <a:xfrm>
            <a:off x="11226398" y="3299504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3B123768-4B0B-F03C-0C9B-524C5A8DDE13}"/>
              </a:ext>
            </a:extLst>
          </p:cNvPr>
          <p:cNvCxnSpPr>
            <a:cxnSpLocks/>
            <a:stCxn id="66" idx="5"/>
            <a:endCxn id="78" idx="0"/>
          </p:cNvCxnSpPr>
          <p:nvPr/>
        </p:nvCxnSpPr>
        <p:spPr>
          <a:xfrm>
            <a:off x="11151328" y="3050517"/>
            <a:ext cx="183070" cy="248987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椭圆 79">
            <a:extLst>
              <a:ext uri="{FF2B5EF4-FFF2-40B4-BE49-F238E27FC236}">
                <a16:creationId xmlns:a16="http://schemas.microsoft.com/office/drawing/2014/main" id="{171AD74B-5D15-0F37-E1A5-664E16FCB753}"/>
              </a:ext>
            </a:extLst>
          </p:cNvPr>
          <p:cNvSpPr>
            <a:spLocks noChangeAspect="1"/>
          </p:cNvSpPr>
          <p:nvPr/>
        </p:nvSpPr>
        <p:spPr>
          <a:xfrm>
            <a:off x="9647479" y="3299504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39C1AE98-F035-44A2-0DC3-B17A69A90DCB}"/>
              </a:ext>
            </a:extLst>
          </p:cNvPr>
          <p:cNvSpPr>
            <a:spLocks noChangeAspect="1"/>
          </p:cNvSpPr>
          <p:nvPr/>
        </p:nvSpPr>
        <p:spPr>
          <a:xfrm>
            <a:off x="10173785" y="3299504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D9ED9E47-9BE3-7B83-F68C-0AD594AE4B63}"/>
              </a:ext>
            </a:extLst>
          </p:cNvPr>
          <p:cNvCxnSpPr>
            <a:stCxn id="64" idx="3"/>
            <a:endCxn id="80" idx="0"/>
          </p:cNvCxnSpPr>
          <p:nvPr/>
        </p:nvCxnSpPr>
        <p:spPr>
          <a:xfrm flipH="1">
            <a:off x="9755479" y="3058012"/>
            <a:ext cx="171192" cy="24149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171E8F89-D058-0BC3-C78F-6925B0F89A3B}"/>
              </a:ext>
            </a:extLst>
          </p:cNvPr>
          <p:cNvCxnSpPr>
            <a:stCxn id="64" idx="5"/>
            <a:endCxn id="81" idx="0"/>
          </p:cNvCxnSpPr>
          <p:nvPr/>
        </p:nvCxnSpPr>
        <p:spPr>
          <a:xfrm>
            <a:off x="10079407" y="3058012"/>
            <a:ext cx="202378" cy="24149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B4E8EC7B-E262-44D8-586B-4693C69CB67E}"/>
              </a:ext>
            </a:extLst>
          </p:cNvPr>
          <p:cNvGrpSpPr/>
          <p:nvPr/>
        </p:nvGrpSpPr>
        <p:grpSpPr>
          <a:xfrm>
            <a:off x="8681313" y="3536182"/>
            <a:ext cx="1667212" cy="396000"/>
            <a:chOff x="7245732" y="3770190"/>
            <a:chExt cx="1667212" cy="396000"/>
          </a:xfrm>
        </p:grpSpPr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EA472EE4-D04F-BFCB-1BC2-9A183A01BC25}"/>
                </a:ext>
              </a:extLst>
            </p:cNvPr>
            <p:cNvCxnSpPr>
              <a:cxnSpLocks/>
              <a:stCxn id="51" idx="4"/>
            </p:cNvCxnSpPr>
            <p:nvPr/>
          </p:nvCxnSpPr>
          <p:spPr>
            <a:xfrm>
              <a:off x="8696944" y="3872245"/>
              <a:ext cx="216000" cy="180000"/>
            </a:xfrm>
            <a:prstGeom prst="line">
              <a:avLst/>
            </a:prstGeom>
            <a:ln w="12700">
              <a:solidFill>
                <a:srgbClr val="FF000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6F3946EC-9738-2A41-0797-8B0FA135D215}"/>
                </a:ext>
              </a:extLst>
            </p:cNvPr>
            <p:cNvCxnSpPr/>
            <p:nvPr/>
          </p:nvCxnSpPr>
          <p:spPr>
            <a:xfrm flipH="1">
              <a:off x="7245732" y="3770190"/>
              <a:ext cx="216000" cy="216000"/>
            </a:xfrm>
            <a:prstGeom prst="line">
              <a:avLst/>
            </a:prstGeom>
            <a:ln w="12700">
              <a:solidFill>
                <a:srgbClr val="FF000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EDD158D6-F133-735D-C7FE-6B97EC463CA4}"/>
                </a:ext>
              </a:extLst>
            </p:cNvPr>
            <p:cNvCxnSpPr>
              <a:cxnSpLocks/>
            </p:cNvCxnSpPr>
            <p:nvPr/>
          </p:nvCxnSpPr>
          <p:spPr>
            <a:xfrm>
              <a:off x="7245732" y="3986190"/>
              <a:ext cx="216000" cy="180000"/>
            </a:xfrm>
            <a:prstGeom prst="line">
              <a:avLst/>
            </a:prstGeom>
            <a:ln w="12700">
              <a:solidFill>
                <a:srgbClr val="FF0000"/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矩形 87">
            <a:extLst>
              <a:ext uri="{FF2B5EF4-FFF2-40B4-BE49-F238E27FC236}">
                <a16:creationId xmlns:a16="http://schemas.microsoft.com/office/drawing/2014/main" id="{9BB2020C-965C-DD22-A2C9-A5E7CD967DD7}"/>
              </a:ext>
            </a:extLst>
          </p:cNvPr>
          <p:cNvSpPr/>
          <p:nvPr/>
        </p:nvSpPr>
        <p:spPr>
          <a:xfrm>
            <a:off x="5496800" y="1893572"/>
            <a:ext cx="1584000" cy="32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Expansion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9972F174-A50D-30FA-E9C5-664D88E1AF18}"/>
              </a:ext>
            </a:extLst>
          </p:cNvPr>
          <p:cNvSpPr/>
          <p:nvPr/>
        </p:nvSpPr>
        <p:spPr>
          <a:xfrm>
            <a:off x="3371700" y="1893572"/>
            <a:ext cx="1584000" cy="32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Selection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A1FA881D-56EE-D28C-2370-F9398DA3A5C3}"/>
              </a:ext>
            </a:extLst>
          </p:cNvPr>
          <p:cNvSpPr/>
          <p:nvPr/>
        </p:nvSpPr>
        <p:spPr>
          <a:xfrm>
            <a:off x="7621900" y="1893572"/>
            <a:ext cx="1584000" cy="32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Simulation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4F966EC7-F875-0DD9-55F8-2862586800B5}"/>
              </a:ext>
            </a:extLst>
          </p:cNvPr>
          <p:cNvSpPr/>
          <p:nvPr/>
        </p:nvSpPr>
        <p:spPr>
          <a:xfrm>
            <a:off x="9747000" y="1893572"/>
            <a:ext cx="2016000" cy="32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Back-propagation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566D3217-040E-7838-25A5-40F8C40A0A32}"/>
              </a:ext>
            </a:extLst>
          </p:cNvPr>
          <p:cNvSpPr/>
          <p:nvPr/>
        </p:nvSpPr>
        <p:spPr>
          <a:xfrm>
            <a:off x="6497666" y="1325318"/>
            <a:ext cx="2196000" cy="32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Iterate several times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B476D7A6-3306-8654-3A85-B868A92DF8D9}"/>
              </a:ext>
            </a:extLst>
          </p:cNvPr>
          <p:cNvCxnSpPr>
            <a:stCxn id="89" idx="3"/>
            <a:endCxn id="88" idx="1"/>
          </p:cNvCxnSpPr>
          <p:nvPr/>
        </p:nvCxnSpPr>
        <p:spPr>
          <a:xfrm>
            <a:off x="4955700" y="2055572"/>
            <a:ext cx="54110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FF2F72B9-99FF-C81C-8310-B4B31F1CEB83}"/>
              </a:ext>
            </a:extLst>
          </p:cNvPr>
          <p:cNvCxnSpPr>
            <a:stCxn id="88" idx="3"/>
            <a:endCxn id="90" idx="1"/>
          </p:cNvCxnSpPr>
          <p:nvPr/>
        </p:nvCxnSpPr>
        <p:spPr>
          <a:xfrm>
            <a:off x="7080800" y="2055572"/>
            <a:ext cx="54110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0C9EE70D-CC29-9ECE-9AF8-BF82B15B76F3}"/>
              </a:ext>
            </a:extLst>
          </p:cNvPr>
          <p:cNvCxnSpPr>
            <a:stCxn id="90" idx="3"/>
            <a:endCxn id="91" idx="1"/>
          </p:cNvCxnSpPr>
          <p:nvPr/>
        </p:nvCxnSpPr>
        <p:spPr>
          <a:xfrm>
            <a:off x="9205900" y="2055572"/>
            <a:ext cx="54110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连接符: 肘形 95">
            <a:extLst>
              <a:ext uri="{FF2B5EF4-FFF2-40B4-BE49-F238E27FC236}">
                <a16:creationId xmlns:a16="http://schemas.microsoft.com/office/drawing/2014/main" id="{57588D6C-BB5B-DF75-6B68-2FE2A388C55D}"/>
              </a:ext>
            </a:extLst>
          </p:cNvPr>
          <p:cNvCxnSpPr>
            <a:stCxn id="91" idx="3"/>
            <a:endCxn id="92" idx="3"/>
          </p:cNvCxnSpPr>
          <p:nvPr/>
        </p:nvCxnSpPr>
        <p:spPr>
          <a:xfrm flipH="1" flipV="1">
            <a:off x="8693666" y="1487318"/>
            <a:ext cx="3069334" cy="568254"/>
          </a:xfrm>
          <a:prstGeom prst="bentConnector3">
            <a:avLst>
              <a:gd name="adj1" fmla="val -7448"/>
            </a:avLst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连接符: 肘形 96">
            <a:extLst>
              <a:ext uri="{FF2B5EF4-FFF2-40B4-BE49-F238E27FC236}">
                <a16:creationId xmlns:a16="http://schemas.microsoft.com/office/drawing/2014/main" id="{CAFD8D43-1440-7D1A-4352-ABE138C4291F}"/>
              </a:ext>
            </a:extLst>
          </p:cNvPr>
          <p:cNvCxnSpPr>
            <a:stCxn id="92" idx="1"/>
            <a:endCxn id="89" idx="1"/>
          </p:cNvCxnSpPr>
          <p:nvPr/>
        </p:nvCxnSpPr>
        <p:spPr>
          <a:xfrm rot="10800000" flipV="1">
            <a:off x="3371700" y="1487318"/>
            <a:ext cx="3125966" cy="568254"/>
          </a:xfrm>
          <a:prstGeom prst="bentConnector3">
            <a:avLst>
              <a:gd name="adj1" fmla="val 107313"/>
            </a:avLst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椭圆 97">
            <a:extLst>
              <a:ext uri="{FF2B5EF4-FFF2-40B4-BE49-F238E27FC236}">
                <a16:creationId xmlns:a16="http://schemas.microsoft.com/office/drawing/2014/main" id="{77771BBB-9D46-A714-28BD-6238B477011E}"/>
              </a:ext>
            </a:extLst>
          </p:cNvPr>
          <p:cNvSpPr>
            <a:spLocks noChangeAspect="1"/>
          </p:cNvSpPr>
          <p:nvPr/>
        </p:nvSpPr>
        <p:spPr>
          <a:xfrm>
            <a:off x="1039642" y="2360600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A352589B-B72E-60AC-8A76-1B9C63DABF78}"/>
              </a:ext>
            </a:extLst>
          </p:cNvPr>
          <p:cNvSpPr>
            <a:spLocks noChangeAspect="1"/>
          </p:cNvSpPr>
          <p:nvPr/>
        </p:nvSpPr>
        <p:spPr>
          <a:xfrm>
            <a:off x="503681" y="2773139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E560116D-9627-ED5E-8B72-977F4EFC9A36}"/>
              </a:ext>
            </a:extLst>
          </p:cNvPr>
          <p:cNvSpPr>
            <a:spLocks noChangeAspect="1"/>
          </p:cNvSpPr>
          <p:nvPr/>
        </p:nvSpPr>
        <p:spPr>
          <a:xfrm>
            <a:off x="1039642" y="2765644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F2677741-ED68-E54A-A56D-265ACF083CD5}"/>
              </a:ext>
            </a:extLst>
          </p:cNvPr>
          <p:cNvSpPr>
            <a:spLocks noChangeAspect="1"/>
          </p:cNvSpPr>
          <p:nvPr/>
        </p:nvSpPr>
        <p:spPr>
          <a:xfrm>
            <a:off x="1575602" y="2765644"/>
            <a:ext cx="216000" cy="2160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EB973EBD-E618-53E4-0A3F-D21D3006E266}"/>
              </a:ext>
            </a:extLst>
          </p:cNvPr>
          <p:cNvCxnSpPr>
            <a:stCxn id="98" idx="4"/>
            <a:endCxn id="100" idx="0"/>
          </p:cNvCxnSpPr>
          <p:nvPr/>
        </p:nvCxnSpPr>
        <p:spPr>
          <a:xfrm>
            <a:off x="1147642" y="2576600"/>
            <a:ext cx="0" cy="189044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B41EA967-ABCC-AF9D-0C98-994F922F7802}"/>
              </a:ext>
            </a:extLst>
          </p:cNvPr>
          <p:cNvCxnSpPr>
            <a:stCxn id="98" idx="2"/>
            <a:endCxn id="99" idx="0"/>
          </p:cNvCxnSpPr>
          <p:nvPr/>
        </p:nvCxnSpPr>
        <p:spPr>
          <a:xfrm flipH="1">
            <a:off x="611681" y="2468600"/>
            <a:ext cx="427961" cy="304539"/>
          </a:xfrm>
          <a:prstGeom prst="line">
            <a:avLst/>
          </a:prstGeom>
          <a:ln w="19050">
            <a:solidFill>
              <a:srgbClr val="C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9512BB82-BA13-C673-C7BF-9633B2EB9EF6}"/>
              </a:ext>
            </a:extLst>
          </p:cNvPr>
          <p:cNvCxnSpPr>
            <a:stCxn id="98" idx="6"/>
            <a:endCxn id="101" idx="0"/>
          </p:cNvCxnSpPr>
          <p:nvPr/>
        </p:nvCxnSpPr>
        <p:spPr>
          <a:xfrm>
            <a:off x="1255642" y="2468600"/>
            <a:ext cx="427960" cy="297044"/>
          </a:xfrm>
          <a:prstGeom prst="line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文本框 104">
            <a:extLst>
              <a:ext uri="{FF2B5EF4-FFF2-40B4-BE49-F238E27FC236}">
                <a16:creationId xmlns:a16="http://schemas.microsoft.com/office/drawing/2014/main" id="{E528DD42-74C4-01A5-DCE9-42F098D8CAA4}"/>
              </a:ext>
            </a:extLst>
          </p:cNvPr>
          <p:cNvSpPr txBox="1"/>
          <p:nvPr/>
        </p:nvSpPr>
        <p:spPr>
          <a:xfrm>
            <a:off x="377588" y="351550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模型倾向的动作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B2D90E97-4ECF-78CC-4ABF-CA3EBDD883A3}"/>
              </a:ext>
            </a:extLst>
          </p:cNvPr>
          <p:cNvSpPr txBox="1"/>
          <p:nvPr/>
        </p:nvSpPr>
        <p:spPr>
          <a:xfrm>
            <a:off x="6308279" y="413798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探索其他分支</a:t>
            </a:r>
          </a:p>
        </p:txBody>
      </p:sp>
    </p:spTree>
    <p:extLst>
      <p:ext uri="{BB962C8B-B14F-4D97-AF65-F5344CB8AC3E}">
        <p14:creationId xmlns:p14="http://schemas.microsoft.com/office/powerpoint/2010/main" val="1053551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2E10AD4-B0CE-1006-72FA-0436F45C6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 err="1"/>
              <a:t>v.s</a:t>
            </a:r>
            <a:r>
              <a:rPr lang="en-US" altLang="zh-CN" dirty="0"/>
              <a:t>. </a:t>
            </a:r>
            <a:r>
              <a:rPr lang="en-US" altLang="zh-CN" dirty="0" err="1"/>
              <a:t>heurisitc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20592F4-7A91-21C9-6B0F-B756FAA32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暂时不如启发式</a:t>
            </a:r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会迷路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6C74E3-3CBB-57C4-C629-5F095AD5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D3664FF-5BD3-C88A-D5BA-89B8C4864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319" y="0"/>
            <a:ext cx="73218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793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A7C8B5-E348-4C6B-C4BA-3BAEE9738B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八月</a:t>
            </a:r>
          </a:p>
        </p:txBody>
      </p:sp>
    </p:spTree>
    <p:extLst>
      <p:ext uri="{BB962C8B-B14F-4D97-AF65-F5344CB8AC3E}">
        <p14:creationId xmlns:p14="http://schemas.microsoft.com/office/powerpoint/2010/main" val="413192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081C8C0-7094-70DC-EB14-51809797A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5214944-53DE-D198-DC4D-533F44255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分区架构路由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92D65AA-3529-15BF-4E13-351A7CD43CAA}"/>
              </a:ext>
            </a:extLst>
          </p:cNvPr>
          <p:cNvSpPr>
            <a:spLocks noChangeAspect="1"/>
          </p:cNvSpPr>
          <p:nvPr/>
        </p:nvSpPr>
        <p:spPr>
          <a:xfrm>
            <a:off x="1072983" y="409039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97B81AA-81D1-4860-9363-35A1522F864B}"/>
              </a:ext>
            </a:extLst>
          </p:cNvPr>
          <p:cNvSpPr>
            <a:spLocks noChangeAspect="1"/>
          </p:cNvSpPr>
          <p:nvPr/>
        </p:nvSpPr>
        <p:spPr>
          <a:xfrm>
            <a:off x="1737928" y="409039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FF04673-60A3-0F9B-6661-DE28FD838E5F}"/>
              </a:ext>
            </a:extLst>
          </p:cNvPr>
          <p:cNvSpPr>
            <a:spLocks noChangeAspect="1"/>
          </p:cNvSpPr>
          <p:nvPr/>
        </p:nvSpPr>
        <p:spPr>
          <a:xfrm>
            <a:off x="2402873" y="409039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6A4D8AE-7D73-2917-BA4A-2E2D3E7B304E}"/>
              </a:ext>
            </a:extLst>
          </p:cNvPr>
          <p:cNvSpPr>
            <a:spLocks noChangeAspect="1"/>
          </p:cNvSpPr>
          <p:nvPr/>
        </p:nvSpPr>
        <p:spPr>
          <a:xfrm>
            <a:off x="3067818" y="409039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5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2E4476CC-8233-E949-9A0E-5C1C377227D5}"/>
              </a:ext>
            </a:extLst>
          </p:cNvPr>
          <p:cNvSpPr>
            <a:spLocks noChangeAspect="1"/>
          </p:cNvSpPr>
          <p:nvPr/>
        </p:nvSpPr>
        <p:spPr>
          <a:xfrm>
            <a:off x="3732764" y="409039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DFE6B0E8-AB43-E6F1-B2BA-8BEF11866C9E}"/>
              </a:ext>
            </a:extLst>
          </p:cNvPr>
          <p:cNvSpPr>
            <a:spLocks noChangeAspect="1"/>
          </p:cNvSpPr>
          <p:nvPr/>
        </p:nvSpPr>
        <p:spPr>
          <a:xfrm>
            <a:off x="1072983" y="461937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0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4E3F86E-46A7-0F6F-FE63-377501F03CE6}"/>
              </a:ext>
            </a:extLst>
          </p:cNvPr>
          <p:cNvSpPr>
            <a:spLocks noChangeAspect="1"/>
          </p:cNvSpPr>
          <p:nvPr/>
        </p:nvSpPr>
        <p:spPr>
          <a:xfrm>
            <a:off x="1737928" y="461937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BE3ED224-CA60-C117-6313-306412842969}"/>
              </a:ext>
            </a:extLst>
          </p:cNvPr>
          <p:cNvSpPr>
            <a:spLocks noChangeAspect="1"/>
          </p:cNvSpPr>
          <p:nvPr/>
        </p:nvSpPr>
        <p:spPr>
          <a:xfrm>
            <a:off x="2402873" y="461937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F401BD02-D43E-405D-BF09-8FBEC008C3EC}"/>
              </a:ext>
            </a:extLst>
          </p:cNvPr>
          <p:cNvSpPr>
            <a:spLocks noChangeAspect="1"/>
          </p:cNvSpPr>
          <p:nvPr/>
        </p:nvSpPr>
        <p:spPr>
          <a:xfrm>
            <a:off x="3067818" y="461937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9021A269-BC5C-C726-0CF1-53B66E9637F6}"/>
              </a:ext>
            </a:extLst>
          </p:cNvPr>
          <p:cNvSpPr>
            <a:spLocks noChangeAspect="1"/>
          </p:cNvSpPr>
          <p:nvPr/>
        </p:nvSpPr>
        <p:spPr>
          <a:xfrm>
            <a:off x="3732764" y="461937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069DA1A7-50E1-9444-9576-E28CE56AA5B4}"/>
              </a:ext>
            </a:extLst>
          </p:cNvPr>
          <p:cNvSpPr>
            <a:spLocks noChangeAspect="1"/>
          </p:cNvSpPr>
          <p:nvPr/>
        </p:nvSpPr>
        <p:spPr>
          <a:xfrm>
            <a:off x="1072983" y="170401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6148FB7F-2FC4-1A4F-B19C-C38FACF2ADEF}"/>
              </a:ext>
            </a:extLst>
          </p:cNvPr>
          <p:cNvSpPr>
            <a:spLocks noChangeAspect="1"/>
          </p:cNvSpPr>
          <p:nvPr/>
        </p:nvSpPr>
        <p:spPr>
          <a:xfrm>
            <a:off x="2402873" y="170339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24E0CFA4-2102-046B-B5F7-0DB7BB587105}"/>
              </a:ext>
            </a:extLst>
          </p:cNvPr>
          <p:cNvSpPr>
            <a:spLocks noChangeAspect="1"/>
          </p:cNvSpPr>
          <p:nvPr/>
        </p:nvSpPr>
        <p:spPr>
          <a:xfrm>
            <a:off x="3732763" y="170339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175B8EF3-D248-95C8-7152-2EC9D4DB7EE4}"/>
              </a:ext>
            </a:extLst>
          </p:cNvPr>
          <p:cNvSpPr>
            <a:spLocks noChangeAspect="1"/>
          </p:cNvSpPr>
          <p:nvPr/>
        </p:nvSpPr>
        <p:spPr>
          <a:xfrm>
            <a:off x="1072983" y="268337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0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7F6737C0-31AA-6C54-BDBE-FA313C56F276}"/>
              </a:ext>
            </a:extLst>
          </p:cNvPr>
          <p:cNvSpPr>
            <a:spLocks noChangeAspect="1"/>
          </p:cNvSpPr>
          <p:nvPr/>
        </p:nvSpPr>
        <p:spPr>
          <a:xfrm>
            <a:off x="2402873" y="268275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C8D444BA-2739-A33F-2C32-FA04CF70AD87}"/>
              </a:ext>
            </a:extLst>
          </p:cNvPr>
          <p:cNvSpPr>
            <a:spLocks noChangeAspect="1"/>
          </p:cNvSpPr>
          <p:nvPr/>
        </p:nvSpPr>
        <p:spPr>
          <a:xfrm>
            <a:off x="3732763" y="268275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4825AAC-CF1F-3551-E5EB-A896AF80365F}"/>
              </a:ext>
            </a:extLst>
          </p:cNvPr>
          <p:cNvSpPr/>
          <p:nvPr/>
        </p:nvSpPr>
        <p:spPr>
          <a:xfrm>
            <a:off x="891652" y="1622274"/>
            <a:ext cx="3289110" cy="1364156"/>
          </a:xfrm>
          <a:prstGeom prst="rect">
            <a:avLst/>
          </a:prstGeom>
          <a:solidFill>
            <a:schemeClr val="accent4"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04572F6-8DC3-F0E0-428C-668CBB73E1D2}"/>
              </a:ext>
            </a:extLst>
          </p:cNvPr>
          <p:cNvSpPr/>
          <p:nvPr/>
        </p:nvSpPr>
        <p:spPr>
          <a:xfrm>
            <a:off x="891652" y="3988370"/>
            <a:ext cx="3289109" cy="195819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A87C84D7-4221-141C-FA73-D34A4B57176C}"/>
              </a:ext>
            </a:extLst>
          </p:cNvPr>
          <p:cNvSpPr>
            <a:spLocks noChangeAspect="1"/>
          </p:cNvSpPr>
          <p:nvPr/>
        </p:nvSpPr>
        <p:spPr>
          <a:xfrm>
            <a:off x="1072983" y="513804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D2498FE3-BF89-4BB5-0174-6E8B4DD3C59B}"/>
              </a:ext>
            </a:extLst>
          </p:cNvPr>
          <p:cNvSpPr>
            <a:spLocks noChangeAspect="1"/>
          </p:cNvSpPr>
          <p:nvPr/>
        </p:nvSpPr>
        <p:spPr>
          <a:xfrm>
            <a:off x="1737928" y="513804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91D986B7-765A-8B78-F7CB-FFE5121CEA6B}"/>
              </a:ext>
            </a:extLst>
          </p:cNvPr>
          <p:cNvSpPr>
            <a:spLocks noChangeAspect="1"/>
          </p:cNvSpPr>
          <p:nvPr/>
        </p:nvSpPr>
        <p:spPr>
          <a:xfrm>
            <a:off x="2402873" y="513804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C788370A-BCF9-9514-3880-F29B32864C3F}"/>
              </a:ext>
            </a:extLst>
          </p:cNvPr>
          <p:cNvSpPr>
            <a:spLocks noChangeAspect="1"/>
          </p:cNvSpPr>
          <p:nvPr/>
        </p:nvSpPr>
        <p:spPr>
          <a:xfrm>
            <a:off x="3067818" y="513804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BD95BA3F-E17E-5787-65A3-52AE650A3E93}"/>
              </a:ext>
            </a:extLst>
          </p:cNvPr>
          <p:cNvSpPr>
            <a:spLocks noChangeAspect="1"/>
          </p:cNvSpPr>
          <p:nvPr/>
        </p:nvSpPr>
        <p:spPr>
          <a:xfrm>
            <a:off x="3732764" y="513804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C0325FF7-5666-F746-F322-E348E89CDBDA}"/>
              </a:ext>
            </a:extLst>
          </p:cNvPr>
          <p:cNvSpPr>
            <a:spLocks noChangeAspect="1"/>
          </p:cNvSpPr>
          <p:nvPr/>
        </p:nvSpPr>
        <p:spPr>
          <a:xfrm>
            <a:off x="1072983" y="568522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B502E86D-3206-A0EB-2C9D-350AABBA2D85}"/>
              </a:ext>
            </a:extLst>
          </p:cNvPr>
          <p:cNvSpPr>
            <a:spLocks noChangeAspect="1"/>
          </p:cNvSpPr>
          <p:nvPr/>
        </p:nvSpPr>
        <p:spPr>
          <a:xfrm>
            <a:off x="1737928" y="568522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293F81E0-D35D-6AB0-FCF8-A012F4459E24}"/>
              </a:ext>
            </a:extLst>
          </p:cNvPr>
          <p:cNvSpPr>
            <a:spLocks noChangeAspect="1"/>
          </p:cNvSpPr>
          <p:nvPr/>
        </p:nvSpPr>
        <p:spPr>
          <a:xfrm>
            <a:off x="2402873" y="568522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B7416087-B4BB-BCDE-889E-F85BC072B8C6}"/>
              </a:ext>
            </a:extLst>
          </p:cNvPr>
          <p:cNvSpPr>
            <a:spLocks noChangeAspect="1"/>
          </p:cNvSpPr>
          <p:nvPr/>
        </p:nvSpPr>
        <p:spPr>
          <a:xfrm>
            <a:off x="3067818" y="568522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F6231125-49A0-24A7-D5D1-274ED9AEDE1B}"/>
              </a:ext>
            </a:extLst>
          </p:cNvPr>
          <p:cNvSpPr>
            <a:spLocks noChangeAspect="1"/>
          </p:cNvSpPr>
          <p:nvPr/>
        </p:nvSpPr>
        <p:spPr>
          <a:xfrm>
            <a:off x="3732764" y="568522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29B506AD-DA3B-4113-720B-564EBE9D5B76}"/>
              </a:ext>
            </a:extLst>
          </p:cNvPr>
          <p:cNvSpPr>
            <a:spLocks noChangeAspect="1"/>
          </p:cNvSpPr>
          <p:nvPr/>
        </p:nvSpPr>
        <p:spPr>
          <a:xfrm>
            <a:off x="1216983" y="170339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100A0D0B-A009-B264-0545-317C8C52C12C}"/>
              </a:ext>
            </a:extLst>
          </p:cNvPr>
          <p:cNvSpPr>
            <a:spLocks noChangeAspect="1"/>
          </p:cNvSpPr>
          <p:nvPr/>
        </p:nvSpPr>
        <p:spPr>
          <a:xfrm>
            <a:off x="2546873" y="170278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5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293B39C1-8737-B0E4-CFE8-6E2866789E94}"/>
              </a:ext>
            </a:extLst>
          </p:cNvPr>
          <p:cNvSpPr>
            <a:spLocks noChangeAspect="1"/>
          </p:cNvSpPr>
          <p:nvPr/>
        </p:nvSpPr>
        <p:spPr>
          <a:xfrm>
            <a:off x="3876763" y="170278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2DF7D9DB-3743-9470-423B-7C688F7A7A0F}"/>
              </a:ext>
            </a:extLst>
          </p:cNvPr>
          <p:cNvSpPr>
            <a:spLocks noChangeAspect="1"/>
          </p:cNvSpPr>
          <p:nvPr/>
        </p:nvSpPr>
        <p:spPr>
          <a:xfrm>
            <a:off x="1216983" y="268275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D3D31A68-FF12-C842-8361-7A79BFC9A582}"/>
              </a:ext>
            </a:extLst>
          </p:cNvPr>
          <p:cNvSpPr>
            <a:spLocks noChangeAspect="1"/>
          </p:cNvSpPr>
          <p:nvPr/>
        </p:nvSpPr>
        <p:spPr>
          <a:xfrm>
            <a:off x="2546873" y="268214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7" name="椭圆 86">
            <a:extLst>
              <a:ext uri="{FF2B5EF4-FFF2-40B4-BE49-F238E27FC236}">
                <a16:creationId xmlns:a16="http://schemas.microsoft.com/office/drawing/2014/main" id="{D00333F7-3977-2EFC-D6A0-10921CC77A65}"/>
              </a:ext>
            </a:extLst>
          </p:cNvPr>
          <p:cNvSpPr>
            <a:spLocks noChangeAspect="1"/>
          </p:cNvSpPr>
          <p:nvPr/>
        </p:nvSpPr>
        <p:spPr>
          <a:xfrm>
            <a:off x="3876763" y="268214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1E8C556C-408B-25A4-A7BE-FF15252CD717}"/>
              </a:ext>
            </a:extLst>
          </p:cNvPr>
          <p:cNvSpPr/>
          <p:nvPr/>
        </p:nvSpPr>
        <p:spPr>
          <a:xfrm>
            <a:off x="974070" y="2639285"/>
            <a:ext cx="485826" cy="236054"/>
          </a:xfrm>
          <a:prstGeom prst="ellipse">
            <a:avLst/>
          </a:prstGeom>
          <a:ln w="22225"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A13885-41B2-73D3-7474-D369389C22D8}"/>
              </a:ext>
            </a:extLst>
          </p:cNvPr>
          <p:cNvSpPr/>
          <p:nvPr/>
        </p:nvSpPr>
        <p:spPr>
          <a:xfrm>
            <a:off x="891652" y="957150"/>
            <a:ext cx="443553" cy="195829"/>
          </a:xfrm>
          <a:prstGeom prst="rect">
            <a:avLst/>
          </a:prstGeom>
          <a:solidFill>
            <a:schemeClr val="accent4">
              <a:alpha val="20000"/>
            </a:schemeClr>
          </a:solidFill>
          <a:ln>
            <a:solidFill>
              <a:schemeClr val="bg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85D1106-4892-3AA3-AADE-C71ADFBEAB53}"/>
              </a:ext>
            </a:extLst>
          </p:cNvPr>
          <p:cNvSpPr txBox="1"/>
          <p:nvPr/>
        </p:nvSpPr>
        <p:spPr>
          <a:xfrm>
            <a:off x="1360983" y="896817"/>
            <a:ext cx="18549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Entanglement zone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034D9EC-A06C-17FC-E676-21A75BD95E12}"/>
              </a:ext>
            </a:extLst>
          </p:cNvPr>
          <p:cNvSpPr/>
          <p:nvPr/>
        </p:nvSpPr>
        <p:spPr>
          <a:xfrm>
            <a:off x="3819096" y="957150"/>
            <a:ext cx="443553" cy="195829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bg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F823340-DA83-5865-E816-1D8C73FADB5D}"/>
              </a:ext>
            </a:extLst>
          </p:cNvPr>
          <p:cNvSpPr txBox="1"/>
          <p:nvPr/>
        </p:nvSpPr>
        <p:spPr>
          <a:xfrm>
            <a:off x="4288427" y="896817"/>
            <a:ext cx="1316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Storage zone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3601B807-4EB5-4668-8842-287EB66CDADE}"/>
              </a:ext>
            </a:extLst>
          </p:cNvPr>
          <p:cNvSpPr>
            <a:spLocks noChangeAspect="1"/>
          </p:cNvSpPr>
          <p:nvPr/>
        </p:nvSpPr>
        <p:spPr>
          <a:xfrm>
            <a:off x="5952000" y="97870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0C03EA-479D-0E78-8A96-622EA6EE3567}"/>
              </a:ext>
            </a:extLst>
          </p:cNvPr>
          <p:cNvSpPr txBox="1"/>
          <p:nvPr/>
        </p:nvSpPr>
        <p:spPr>
          <a:xfrm>
            <a:off x="6096000" y="896817"/>
            <a:ext cx="5053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Site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F982FED0-2644-A4F5-C1DD-1F56E683A1AD}"/>
              </a:ext>
            </a:extLst>
          </p:cNvPr>
          <p:cNvSpPr>
            <a:spLocks noChangeAspect="1"/>
          </p:cNvSpPr>
          <p:nvPr/>
        </p:nvSpPr>
        <p:spPr>
          <a:xfrm>
            <a:off x="6986955" y="97870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 err="1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</a:t>
            </a:r>
            <a:endParaRPr lang="zh-CN" altLang="en-US" sz="1200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37435BD8-38B4-AFA6-DBA2-5F60D4C9BA52}"/>
                  </a:ext>
                </a:extLst>
              </p:cNvPr>
              <p:cNvSpPr txBox="1"/>
              <p:nvPr/>
            </p:nvSpPr>
            <p:spPr>
              <a:xfrm>
                <a:off x="7130955" y="896817"/>
                <a:ext cx="92095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𝑞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in Site</a:t>
                </a:r>
                <a:endPara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37435BD8-38B4-AFA6-DBA2-5F60D4C9BA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955" y="896817"/>
                <a:ext cx="920958" cy="307777"/>
              </a:xfrm>
              <a:prstGeom prst="rect">
                <a:avLst/>
              </a:prstGeom>
              <a:blipFill>
                <a:blip r:embed="rId2"/>
                <a:stretch>
                  <a:fillRect t="-3922" r="-1325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panel_a_laser_beam">
            <a:extLst>
              <a:ext uri="{FF2B5EF4-FFF2-40B4-BE49-F238E27FC236}">
                <a16:creationId xmlns:a16="http://schemas.microsoft.com/office/drawing/2014/main" id="{9714355A-EEA9-B2CA-6530-0F87A92D8302}"/>
              </a:ext>
            </a:extLst>
          </p:cNvPr>
          <p:cNvSpPr>
            <a:spLocks noGrp="1"/>
          </p:cNvSpPr>
          <p:nvPr/>
        </p:nvSpPr>
        <p:spPr>
          <a:xfrm rot="16200000">
            <a:off x="571690" y="1833156"/>
            <a:ext cx="1143000" cy="885825"/>
          </a:xfrm>
          <a:prstGeom prst="trapezoid">
            <a:avLst/>
          </a:prstGeom>
          <a:gradFill>
            <a:gsLst>
              <a:gs pos="0">
                <a:srgbClr val="4A90E2">
                  <a:alpha val="85000"/>
                </a:srgbClr>
              </a:gs>
              <a:gs pos="100000">
                <a:srgbClr val="BFD9F4">
                  <a:alpha val="10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37" name="panel_a_laser_text">
            <a:extLst>
              <a:ext uri="{FF2B5EF4-FFF2-40B4-BE49-F238E27FC236}">
                <a16:creationId xmlns:a16="http://schemas.microsoft.com/office/drawing/2014/main" id="{4A3BD2A6-4EDF-53F8-C550-F50A2D3247E8}"/>
              </a:ext>
            </a:extLst>
          </p:cNvPr>
          <p:cNvSpPr>
            <a:spLocks noGrp="1"/>
          </p:cNvSpPr>
          <p:nvPr/>
        </p:nvSpPr>
        <p:spPr>
          <a:xfrm>
            <a:off x="9715" y="2242731"/>
            <a:ext cx="895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 i="0">
                <a:solidFill>
                  <a:srgbClr val="0068C9"/>
                </a:solidFill>
              </a:defRPr>
            </a:pPr>
            <a:r>
              <a:rPr sz="1200" b="1" i="0">
                <a:solidFill>
                  <a:srgbClr val="0068C9"/>
                </a:solidFill>
              </a:rPr>
              <a:t>Rydberg</a:t>
            </a:r>
          </a:p>
          <a:p>
            <a:pPr algn="ctr">
              <a:defRPr sz="1200" b="1" i="0">
                <a:solidFill>
                  <a:srgbClr val="0068C9"/>
                </a:solidFill>
              </a:defRPr>
            </a:pPr>
            <a:r>
              <a:rPr sz="1200" b="1" i="0">
                <a:solidFill>
                  <a:srgbClr val="0068C9"/>
                </a:solidFill>
              </a:rPr>
              <a:t>Laser</a:t>
            </a:r>
          </a:p>
        </p:txBody>
      </p:sp>
      <p:sp>
        <p:nvSpPr>
          <p:cNvPr id="40" name="panel_a_laser_beam">
            <a:extLst>
              <a:ext uri="{FF2B5EF4-FFF2-40B4-BE49-F238E27FC236}">
                <a16:creationId xmlns:a16="http://schemas.microsoft.com/office/drawing/2014/main" id="{3DB6FC74-A76D-ABD8-9BDD-B9EABE75D7E1}"/>
              </a:ext>
            </a:extLst>
          </p:cNvPr>
          <p:cNvSpPr>
            <a:spLocks noGrp="1"/>
          </p:cNvSpPr>
          <p:nvPr/>
        </p:nvSpPr>
        <p:spPr>
          <a:xfrm rot="5400000">
            <a:off x="3422155" y="1822167"/>
            <a:ext cx="1143000" cy="885825"/>
          </a:xfrm>
          <a:prstGeom prst="trapezoid">
            <a:avLst/>
          </a:prstGeom>
          <a:gradFill>
            <a:gsLst>
              <a:gs pos="0">
                <a:srgbClr val="4A90E2">
                  <a:alpha val="85000"/>
                </a:srgbClr>
              </a:gs>
              <a:gs pos="100000">
                <a:srgbClr val="BFD9F4">
                  <a:alpha val="10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9C4D3BB-7605-278B-B174-3127B55750EC}"/>
                  </a:ext>
                </a:extLst>
              </p:cNvPr>
              <p:cNvSpPr txBox="1"/>
              <p:nvPr/>
            </p:nvSpPr>
            <p:spPr>
              <a:xfrm>
                <a:off x="835825" y="2310698"/>
                <a:ext cx="8641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𝑐𝑧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9C4D3BB-7605-278B-B174-3127B5575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25" y="2310698"/>
                <a:ext cx="864146" cy="307777"/>
              </a:xfrm>
              <a:prstGeom prst="rect">
                <a:avLst/>
              </a:prstGeom>
              <a:blipFill>
                <a:blip r:embed="rId3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本框 41">
            <a:extLst>
              <a:ext uri="{FF2B5EF4-FFF2-40B4-BE49-F238E27FC236}">
                <a16:creationId xmlns:a16="http://schemas.microsoft.com/office/drawing/2014/main" id="{5E69CF02-0DEB-21F7-B5F2-605A175C7134}"/>
              </a:ext>
            </a:extLst>
          </p:cNvPr>
          <p:cNvSpPr txBox="1"/>
          <p:nvPr/>
        </p:nvSpPr>
        <p:spPr>
          <a:xfrm>
            <a:off x="4855435" y="1362517"/>
            <a:ext cx="710000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中性原子量子计算机中不同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zone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实现不同功能。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Entanglement zone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中包含多对近邻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site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，原子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(qubits)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entanglement zone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中通过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Rydberg laser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cz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门，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Rydberg laser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覆盖整个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entanglement zone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，其中的近邻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qubit pairs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同步执行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cz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门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Rydberg laser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打开期间，不需要执行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cz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门的原子需要被放置在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storage zone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storage zone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entanglement zone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有一定距离，从而避免其中的原子被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Rydberg laser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照射而产生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excitation error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单比特门可由寻址光实现，寻址光可以照射任何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zone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的任何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site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，从而不移动原子就可执行任意单比特门，因此在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routing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过程中忽略单比特门。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Measurement zone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提供测量功能。量子计算机将需要测量的原子移动到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measurement zone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sites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中，然后同时测量它们。从移动的角度看，这一过程和“将原子移动到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entanglement zone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然后同时执行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cz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门”是类似的。因此，我们暂时忽略线路中的测量，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routing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算法面向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entanglement + storage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二区域架构，完全致力于优化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cz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门的执行。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设计二区域的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routing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算法，能够为更复杂的多区域架构的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routing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算法提供启发性思路。面向多区域的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routing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算法将作为本工作的扩展内容。</a:t>
            </a: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411143A0-0D50-6743-21FE-95E634BB8FD0}"/>
              </a:ext>
            </a:extLst>
          </p:cNvPr>
          <p:cNvSpPr/>
          <p:nvPr/>
        </p:nvSpPr>
        <p:spPr>
          <a:xfrm>
            <a:off x="2297508" y="1656003"/>
            <a:ext cx="485826" cy="236054"/>
          </a:xfrm>
          <a:prstGeom prst="ellipse">
            <a:avLst/>
          </a:prstGeom>
          <a:ln w="22225"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FED527EF-9835-EABA-A26A-8705AE85D673}"/>
                  </a:ext>
                </a:extLst>
              </p:cNvPr>
              <p:cNvSpPr txBox="1"/>
              <p:nvPr/>
            </p:nvSpPr>
            <p:spPr>
              <a:xfrm>
                <a:off x="2136349" y="1874218"/>
                <a:ext cx="86831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𝑐𝑧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FED527EF-9835-EABA-A26A-8705AE85D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6349" y="1874218"/>
                <a:ext cx="868315" cy="307777"/>
              </a:xfrm>
              <a:prstGeom prst="rect">
                <a:avLst/>
              </a:prstGeom>
              <a:blipFill>
                <a:blip r:embed="rId4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CC5467FA-F22A-5469-A610-683E7F67B1A2}"/>
              </a:ext>
            </a:extLst>
          </p:cNvPr>
          <p:cNvCxnSpPr>
            <a:cxnSpLocks/>
          </p:cNvCxnSpPr>
          <p:nvPr/>
        </p:nvCxnSpPr>
        <p:spPr>
          <a:xfrm flipV="1">
            <a:off x="1144086" y="2813687"/>
            <a:ext cx="0" cy="1805686"/>
          </a:xfrm>
          <a:prstGeom prst="straightConnector1">
            <a:avLst/>
          </a:prstGeom>
          <a:ln w="1905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9309F030-545B-FA88-8705-7171C2F7718F}"/>
              </a:ext>
            </a:extLst>
          </p:cNvPr>
          <p:cNvCxnSpPr>
            <a:stCxn id="17" idx="0"/>
            <a:endCxn id="79" idx="4"/>
          </p:cNvCxnSpPr>
          <p:nvPr/>
        </p:nvCxnSpPr>
        <p:spPr>
          <a:xfrm flipH="1" flipV="1">
            <a:off x="1288983" y="2826759"/>
            <a:ext cx="520945" cy="1792614"/>
          </a:xfrm>
          <a:prstGeom prst="straightConnector1">
            <a:avLst/>
          </a:prstGeom>
          <a:ln w="1905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31F7C7AC-F010-1465-F3AF-B431A43A6B6E}"/>
              </a:ext>
            </a:extLst>
          </p:cNvPr>
          <p:cNvCxnSpPr>
            <a:stCxn id="9" idx="0"/>
          </p:cNvCxnSpPr>
          <p:nvPr/>
        </p:nvCxnSpPr>
        <p:spPr>
          <a:xfrm flipV="1">
            <a:off x="2474873" y="1846786"/>
            <a:ext cx="0" cy="2243604"/>
          </a:xfrm>
          <a:prstGeom prst="straightConnector1">
            <a:avLst/>
          </a:prstGeom>
          <a:ln w="1905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13C8FAB0-5AF4-5E64-3279-5BD84296606C}"/>
              </a:ext>
            </a:extLst>
          </p:cNvPr>
          <p:cNvCxnSpPr>
            <a:stCxn id="11" idx="0"/>
            <a:endCxn id="73" idx="5"/>
          </p:cNvCxnSpPr>
          <p:nvPr/>
        </p:nvCxnSpPr>
        <p:spPr>
          <a:xfrm flipH="1" flipV="1">
            <a:off x="2669785" y="1825698"/>
            <a:ext cx="470033" cy="2264692"/>
          </a:xfrm>
          <a:prstGeom prst="straightConnector1">
            <a:avLst/>
          </a:prstGeom>
          <a:ln w="1905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402B30DB-0FCE-6BE7-D370-0E785DD19C77}"/>
              </a:ext>
            </a:extLst>
          </p:cNvPr>
          <p:cNvCxnSpPr/>
          <p:nvPr/>
        </p:nvCxnSpPr>
        <p:spPr>
          <a:xfrm>
            <a:off x="8296702" y="1050705"/>
            <a:ext cx="313898" cy="0"/>
          </a:xfrm>
          <a:prstGeom prst="straightConnector1">
            <a:avLst/>
          </a:prstGeom>
          <a:ln w="1905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D699F912-BF01-80B1-DDF8-F07A3C46C32C}"/>
              </a:ext>
            </a:extLst>
          </p:cNvPr>
          <p:cNvSpPr txBox="1"/>
          <p:nvPr/>
        </p:nvSpPr>
        <p:spPr>
          <a:xfrm>
            <a:off x="8581473" y="858393"/>
            <a:ext cx="10426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Atom move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8580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144EE8D-0070-D963-760E-25B7B07C6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8D5DE8B-1BAC-5DC3-D2D3-4320096C3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Site-Bus </a:t>
            </a:r>
            <a:r>
              <a:rPr lang="zh-CN" altLang="en-US" dirty="0"/>
              <a:t>架构设计</a:t>
            </a:r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14427CEC-82A2-CBA8-C0D2-7B76100B67C4}"/>
              </a:ext>
            </a:extLst>
          </p:cNvPr>
          <p:cNvSpPr>
            <a:spLocks noChangeAspect="1"/>
          </p:cNvSpPr>
          <p:nvPr/>
        </p:nvSpPr>
        <p:spPr>
          <a:xfrm>
            <a:off x="2290502" y="158538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06A12A90-3B8B-CFF1-D56E-57F03DB17C5E}"/>
              </a:ext>
            </a:extLst>
          </p:cNvPr>
          <p:cNvSpPr>
            <a:spLocks noChangeAspect="1"/>
          </p:cNvSpPr>
          <p:nvPr/>
        </p:nvSpPr>
        <p:spPr>
          <a:xfrm>
            <a:off x="2290502" y="301110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BA4BA257-6E7B-62A0-0319-3712C253EBF3}"/>
              </a:ext>
            </a:extLst>
          </p:cNvPr>
          <p:cNvSpPr>
            <a:spLocks noChangeAspect="1"/>
          </p:cNvSpPr>
          <p:nvPr/>
        </p:nvSpPr>
        <p:spPr>
          <a:xfrm>
            <a:off x="2290502" y="230216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1316220C-853A-E0A6-EDE2-51402E257405}"/>
              </a:ext>
            </a:extLst>
          </p:cNvPr>
          <p:cNvSpPr>
            <a:spLocks noChangeAspect="1"/>
          </p:cNvSpPr>
          <p:nvPr/>
        </p:nvSpPr>
        <p:spPr>
          <a:xfrm>
            <a:off x="2290502" y="372788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AD0D1F5A-1291-6762-9A4D-A3E825568E9F}"/>
              </a:ext>
            </a:extLst>
          </p:cNvPr>
          <p:cNvSpPr>
            <a:spLocks noChangeAspect="1"/>
          </p:cNvSpPr>
          <p:nvPr/>
        </p:nvSpPr>
        <p:spPr>
          <a:xfrm>
            <a:off x="2586902" y="158538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8B6B48BA-B6A0-F746-E008-A3176C76FA0D}"/>
              </a:ext>
            </a:extLst>
          </p:cNvPr>
          <p:cNvSpPr>
            <a:spLocks noChangeAspect="1"/>
          </p:cNvSpPr>
          <p:nvPr/>
        </p:nvSpPr>
        <p:spPr>
          <a:xfrm>
            <a:off x="2586902" y="301110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6D167166-F597-624F-131D-8D52E67C81D8}"/>
              </a:ext>
            </a:extLst>
          </p:cNvPr>
          <p:cNvSpPr>
            <a:spLocks noChangeAspect="1"/>
          </p:cNvSpPr>
          <p:nvPr/>
        </p:nvSpPr>
        <p:spPr>
          <a:xfrm>
            <a:off x="2586902" y="230216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9EF9B05A-439C-BF9D-AFED-55E44CE4040E}"/>
              </a:ext>
            </a:extLst>
          </p:cNvPr>
          <p:cNvSpPr>
            <a:spLocks noChangeAspect="1"/>
          </p:cNvSpPr>
          <p:nvPr/>
        </p:nvSpPr>
        <p:spPr>
          <a:xfrm>
            <a:off x="2586902" y="372788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7B1E4AA2-8ECB-CDD4-BA53-E76235995A4D}"/>
              </a:ext>
            </a:extLst>
          </p:cNvPr>
          <p:cNvSpPr/>
          <p:nvPr/>
        </p:nvSpPr>
        <p:spPr>
          <a:xfrm>
            <a:off x="2217036" y="1436047"/>
            <a:ext cx="242754" cy="2530330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E829BE98-B985-F7F7-A27F-20704F432523}"/>
              </a:ext>
            </a:extLst>
          </p:cNvPr>
          <p:cNvSpPr/>
          <p:nvPr/>
        </p:nvSpPr>
        <p:spPr>
          <a:xfrm>
            <a:off x="2519371" y="1436047"/>
            <a:ext cx="345617" cy="2530330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73FDE1E8-D892-F3C8-CFF2-0079C586D889}"/>
              </a:ext>
            </a:extLst>
          </p:cNvPr>
          <p:cNvSpPr>
            <a:spLocks noChangeAspect="1"/>
          </p:cNvSpPr>
          <p:nvPr/>
        </p:nvSpPr>
        <p:spPr>
          <a:xfrm>
            <a:off x="3834790" y="158538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7D415349-9E52-6CCE-BF75-B05C41C1EC9C}"/>
              </a:ext>
            </a:extLst>
          </p:cNvPr>
          <p:cNvSpPr>
            <a:spLocks noChangeAspect="1"/>
          </p:cNvSpPr>
          <p:nvPr/>
        </p:nvSpPr>
        <p:spPr>
          <a:xfrm>
            <a:off x="3834790" y="301110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E7E25E62-4BC4-C8CC-E96B-25874ADA1192}"/>
              </a:ext>
            </a:extLst>
          </p:cNvPr>
          <p:cNvSpPr>
            <a:spLocks noChangeAspect="1"/>
          </p:cNvSpPr>
          <p:nvPr/>
        </p:nvSpPr>
        <p:spPr>
          <a:xfrm>
            <a:off x="3834790" y="230216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50E7C689-DB14-E194-F40B-CC27DE5735F2}"/>
              </a:ext>
            </a:extLst>
          </p:cNvPr>
          <p:cNvSpPr>
            <a:spLocks noChangeAspect="1"/>
          </p:cNvSpPr>
          <p:nvPr/>
        </p:nvSpPr>
        <p:spPr>
          <a:xfrm>
            <a:off x="3834790" y="372788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6B980E43-5184-F5D8-DD28-6D345111F660}"/>
              </a:ext>
            </a:extLst>
          </p:cNvPr>
          <p:cNvSpPr>
            <a:spLocks noChangeAspect="1"/>
          </p:cNvSpPr>
          <p:nvPr/>
        </p:nvSpPr>
        <p:spPr>
          <a:xfrm>
            <a:off x="4131190" y="158538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F5AE7EC6-9570-BFCF-1BF4-895A653E6C1A}"/>
              </a:ext>
            </a:extLst>
          </p:cNvPr>
          <p:cNvSpPr>
            <a:spLocks noChangeAspect="1"/>
          </p:cNvSpPr>
          <p:nvPr/>
        </p:nvSpPr>
        <p:spPr>
          <a:xfrm>
            <a:off x="4131190" y="301110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FE0F9E44-0CC7-8B97-DADC-E35863BEB8A1}"/>
              </a:ext>
            </a:extLst>
          </p:cNvPr>
          <p:cNvSpPr>
            <a:spLocks noChangeAspect="1"/>
          </p:cNvSpPr>
          <p:nvPr/>
        </p:nvSpPr>
        <p:spPr>
          <a:xfrm>
            <a:off x="4131190" y="230216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FDA02068-1547-F6E8-133E-01659DE177BA}"/>
              </a:ext>
            </a:extLst>
          </p:cNvPr>
          <p:cNvSpPr>
            <a:spLocks noChangeAspect="1"/>
          </p:cNvSpPr>
          <p:nvPr/>
        </p:nvSpPr>
        <p:spPr>
          <a:xfrm>
            <a:off x="4131190" y="372788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3A8FD3D9-393E-CA3B-8176-0DB181EBBD49}"/>
              </a:ext>
            </a:extLst>
          </p:cNvPr>
          <p:cNvSpPr>
            <a:spLocks noChangeAspect="1"/>
          </p:cNvSpPr>
          <p:nvPr/>
        </p:nvSpPr>
        <p:spPr>
          <a:xfrm>
            <a:off x="5444142" y="159064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87DB2119-51EC-7DC5-2B12-7544D38D161B}"/>
              </a:ext>
            </a:extLst>
          </p:cNvPr>
          <p:cNvSpPr>
            <a:spLocks noChangeAspect="1"/>
          </p:cNvSpPr>
          <p:nvPr/>
        </p:nvSpPr>
        <p:spPr>
          <a:xfrm>
            <a:off x="5444142" y="301636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D4930657-41E2-81BE-0420-FCBED9EED535}"/>
              </a:ext>
            </a:extLst>
          </p:cNvPr>
          <p:cNvSpPr>
            <a:spLocks noChangeAspect="1"/>
          </p:cNvSpPr>
          <p:nvPr/>
        </p:nvSpPr>
        <p:spPr>
          <a:xfrm>
            <a:off x="5444142" y="230742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025395CE-C86C-1101-BF1F-803A2825015B}"/>
              </a:ext>
            </a:extLst>
          </p:cNvPr>
          <p:cNvSpPr>
            <a:spLocks noChangeAspect="1"/>
          </p:cNvSpPr>
          <p:nvPr/>
        </p:nvSpPr>
        <p:spPr>
          <a:xfrm>
            <a:off x="5444142" y="373314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6CE0B291-4FA3-811D-BA76-DE2432DD3CD2}"/>
              </a:ext>
            </a:extLst>
          </p:cNvPr>
          <p:cNvSpPr>
            <a:spLocks noChangeAspect="1"/>
          </p:cNvSpPr>
          <p:nvPr/>
        </p:nvSpPr>
        <p:spPr>
          <a:xfrm>
            <a:off x="5740542" y="159064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489E5370-69FC-CA84-D31A-D2543BB6CC8A}"/>
              </a:ext>
            </a:extLst>
          </p:cNvPr>
          <p:cNvSpPr>
            <a:spLocks noChangeAspect="1"/>
          </p:cNvSpPr>
          <p:nvPr/>
        </p:nvSpPr>
        <p:spPr>
          <a:xfrm>
            <a:off x="5740542" y="301636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7EB7D9ED-FE23-32CC-B2A3-1532A50E648E}"/>
              </a:ext>
            </a:extLst>
          </p:cNvPr>
          <p:cNvSpPr>
            <a:spLocks noChangeAspect="1"/>
          </p:cNvSpPr>
          <p:nvPr/>
        </p:nvSpPr>
        <p:spPr>
          <a:xfrm>
            <a:off x="5740542" y="230742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9264FB0E-2A92-2038-83B9-14C896D43618}"/>
              </a:ext>
            </a:extLst>
          </p:cNvPr>
          <p:cNvSpPr>
            <a:spLocks noChangeAspect="1"/>
          </p:cNvSpPr>
          <p:nvPr/>
        </p:nvSpPr>
        <p:spPr>
          <a:xfrm>
            <a:off x="5740542" y="373314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2" name="椭圆 111">
            <a:extLst>
              <a:ext uri="{FF2B5EF4-FFF2-40B4-BE49-F238E27FC236}">
                <a16:creationId xmlns:a16="http://schemas.microsoft.com/office/drawing/2014/main" id="{6DE1C76C-261B-E7CD-DB0F-609CC2FD4CD7}"/>
              </a:ext>
            </a:extLst>
          </p:cNvPr>
          <p:cNvSpPr>
            <a:spLocks noChangeAspect="1"/>
          </p:cNvSpPr>
          <p:nvPr/>
        </p:nvSpPr>
        <p:spPr>
          <a:xfrm>
            <a:off x="2469759" y="479668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4" name="椭圆 113">
            <a:extLst>
              <a:ext uri="{FF2B5EF4-FFF2-40B4-BE49-F238E27FC236}">
                <a16:creationId xmlns:a16="http://schemas.microsoft.com/office/drawing/2014/main" id="{0165D141-A174-4464-888A-F73E40F2A322}"/>
              </a:ext>
            </a:extLst>
          </p:cNvPr>
          <p:cNvSpPr>
            <a:spLocks noChangeAspect="1"/>
          </p:cNvSpPr>
          <p:nvPr/>
        </p:nvSpPr>
        <p:spPr>
          <a:xfrm>
            <a:off x="3134704" y="479668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6" name="椭圆 115">
            <a:extLst>
              <a:ext uri="{FF2B5EF4-FFF2-40B4-BE49-F238E27FC236}">
                <a16:creationId xmlns:a16="http://schemas.microsoft.com/office/drawing/2014/main" id="{F8A07526-C554-26B4-36C1-EA1EDA47635C}"/>
              </a:ext>
            </a:extLst>
          </p:cNvPr>
          <p:cNvSpPr>
            <a:spLocks noChangeAspect="1"/>
          </p:cNvSpPr>
          <p:nvPr/>
        </p:nvSpPr>
        <p:spPr>
          <a:xfrm>
            <a:off x="3799649" y="479668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724850B0-02D2-7B70-C32C-05F92130C0A5}"/>
              </a:ext>
            </a:extLst>
          </p:cNvPr>
          <p:cNvSpPr>
            <a:spLocks noChangeAspect="1"/>
          </p:cNvSpPr>
          <p:nvPr/>
        </p:nvSpPr>
        <p:spPr>
          <a:xfrm>
            <a:off x="4464594" y="479668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42F88361-5DAA-FC27-D6E0-57EE7D2141E5}"/>
              </a:ext>
            </a:extLst>
          </p:cNvPr>
          <p:cNvSpPr>
            <a:spLocks noChangeAspect="1"/>
          </p:cNvSpPr>
          <p:nvPr/>
        </p:nvSpPr>
        <p:spPr>
          <a:xfrm>
            <a:off x="5129540" y="479668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5DCB6C58-A9C2-5AD5-E107-CC2B8CD08929}"/>
              </a:ext>
            </a:extLst>
          </p:cNvPr>
          <p:cNvSpPr>
            <a:spLocks noChangeAspect="1"/>
          </p:cNvSpPr>
          <p:nvPr/>
        </p:nvSpPr>
        <p:spPr>
          <a:xfrm>
            <a:off x="2469759" y="518008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2E17B2FE-757A-055B-4ED4-4307409428DB}"/>
              </a:ext>
            </a:extLst>
          </p:cNvPr>
          <p:cNvSpPr>
            <a:spLocks noChangeAspect="1"/>
          </p:cNvSpPr>
          <p:nvPr/>
        </p:nvSpPr>
        <p:spPr>
          <a:xfrm>
            <a:off x="3134704" y="518008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6" name="椭圆 125">
            <a:extLst>
              <a:ext uri="{FF2B5EF4-FFF2-40B4-BE49-F238E27FC236}">
                <a16:creationId xmlns:a16="http://schemas.microsoft.com/office/drawing/2014/main" id="{8BDF7176-B307-A25B-CE87-CD9770845418}"/>
              </a:ext>
            </a:extLst>
          </p:cNvPr>
          <p:cNvSpPr>
            <a:spLocks noChangeAspect="1"/>
          </p:cNvSpPr>
          <p:nvPr/>
        </p:nvSpPr>
        <p:spPr>
          <a:xfrm>
            <a:off x="3799649" y="518008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8" name="椭圆 127">
            <a:extLst>
              <a:ext uri="{FF2B5EF4-FFF2-40B4-BE49-F238E27FC236}">
                <a16:creationId xmlns:a16="http://schemas.microsoft.com/office/drawing/2014/main" id="{6B74922D-28EE-C6C8-5728-97D94448CAB0}"/>
              </a:ext>
            </a:extLst>
          </p:cNvPr>
          <p:cNvSpPr>
            <a:spLocks noChangeAspect="1"/>
          </p:cNvSpPr>
          <p:nvPr/>
        </p:nvSpPr>
        <p:spPr>
          <a:xfrm>
            <a:off x="4464594" y="518008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0" name="椭圆 129">
            <a:extLst>
              <a:ext uri="{FF2B5EF4-FFF2-40B4-BE49-F238E27FC236}">
                <a16:creationId xmlns:a16="http://schemas.microsoft.com/office/drawing/2014/main" id="{7F271EBA-DC38-873B-F6DD-759F14D16F64}"/>
              </a:ext>
            </a:extLst>
          </p:cNvPr>
          <p:cNvSpPr>
            <a:spLocks noChangeAspect="1"/>
          </p:cNvSpPr>
          <p:nvPr/>
        </p:nvSpPr>
        <p:spPr>
          <a:xfrm>
            <a:off x="5129540" y="518008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E0147766-C552-4A2D-4617-40BCD89B7E78}"/>
              </a:ext>
            </a:extLst>
          </p:cNvPr>
          <p:cNvSpPr/>
          <p:nvPr/>
        </p:nvSpPr>
        <p:spPr>
          <a:xfrm>
            <a:off x="2187924" y="4663530"/>
            <a:ext cx="3229232" cy="1674796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4" name="椭圆 133">
            <a:extLst>
              <a:ext uri="{FF2B5EF4-FFF2-40B4-BE49-F238E27FC236}">
                <a16:creationId xmlns:a16="http://schemas.microsoft.com/office/drawing/2014/main" id="{8E85387A-9C35-ECBB-46E5-B3E5DE613208}"/>
              </a:ext>
            </a:extLst>
          </p:cNvPr>
          <p:cNvSpPr>
            <a:spLocks noChangeAspect="1"/>
          </p:cNvSpPr>
          <p:nvPr/>
        </p:nvSpPr>
        <p:spPr>
          <a:xfrm>
            <a:off x="2469759" y="566692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386A1C20-BFD5-00ED-0B77-BC10F687AC23}"/>
              </a:ext>
            </a:extLst>
          </p:cNvPr>
          <p:cNvSpPr>
            <a:spLocks noChangeAspect="1"/>
          </p:cNvSpPr>
          <p:nvPr/>
        </p:nvSpPr>
        <p:spPr>
          <a:xfrm>
            <a:off x="3134704" y="566692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8" name="椭圆 137">
            <a:extLst>
              <a:ext uri="{FF2B5EF4-FFF2-40B4-BE49-F238E27FC236}">
                <a16:creationId xmlns:a16="http://schemas.microsoft.com/office/drawing/2014/main" id="{2525015E-20DB-B51D-E0E9-523FED9A7998}"/>
              </a:ext>
            </a:extLst>
          </p:cNvPr>
          <p:cNvSpPr>
            <a:spLocks noChangeAspect="1"/>
          </p:cNvSpPr>
          <p:nvPr/>
        </p:nvSpPr>
        <p:spPr>
          <a:xfrm>
            <a:off x="3799649" y="566692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0" name="椭圆 139">
            <a:extLst>
              <a:ext uri="{FF2B5EF4-FFF2-40B4-BE49-F238E27FC236}">
                <a16:creationId xmlns:a16="http://schemas.microsoft.com/office/drawing/2014/main" id="{F422535D-6D73-2860-8FCE-6D8BC861CA27}"/>
              </a:ext>
            </a:extLst>
          </p:cNvPr>
          <p:cNvSpPr>
            <a:spLocks noChangeAspect="1"/>
          </p:cNvSpPr>
          <p:nvPr/>
        </p:nvSpPr>
        <p:spPr>
          <a:xfrm>
            <a:off x="4464594" y="566692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2" name="椭圆 141">
            <a:extLst>
              <a:ext uri="{FF2B5EF4-FFF2-40B4-BE49-F238E27FC236}">
                <a16:creationId xmlns:a16="http://schemas.microsoft.com/office/drawing/2014/main" id="{3CAECA2C-473A-5060-4FB5-6FD1A044295E}"/>
              </a:ext>
            </a:extLst>
          </p:cNvPr>
          <p:cNvSpPr>
            <a:spLocks noChangeAspect="1"/>
          </p:cNvSpPr>
          <p:nvPr/>
        </p:nvSpPr>
        <p:spPr>
          <a:xfrm>
            <a:off x="5129540" y="566692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4" name="椭圆 143">
            <a:extLst>
              <a:ext uri="{FF2B5EF4-FFF2-40B4-BE49-F238E27FC236}">
                <a16:creationId xmlns:a16="http://schemas.microsoft.com/office/drawing/2014/main" id="{BDF69142-4719-7D11-3AD8-2A1696FC7E0B}"/>
              </a:ext>
            </a:extLst>
          </p:cNvPr>
          <p:cNvSpPr>
            <a:spLocks noChangeAspect="1"/>
          </p:cNvSpPr>
          <p:nvPr/>
        </p:nvSpPr>
        <p:spPr>
          <a:xfrm>
            <a:off x="2469759" y="605032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6" name="椭圆 145">
            <a:extLst>
              <a:ext uri="{FF2B5EF4-FFF2-40B4-BE49-F238E27FC236}">
                <a16:creationId xmlns:a16="http://schemas.microsoft.com/office/drawing/2014/main" id="{EB817B1D-E654-70D4-9AE7-9B57AA37A4ED}"/>
              </a:ext>
            </a:extLst>
          </p:cNvPr>
          <p:cNvSpPr>
            <a:spLocks noChangeAspect="1"/>
          </p:cNvSpPr>
          <p:nvPr/>
        </p:nvSpPr>
        <p:spPr>
          <a:xfrm>
            <a:off x="3134704" y="605032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411B3897-10C1-78EB-8F11-4444DDABDDD8}"/>
              </a:ext>
            </a:extLst>
          </p:cNvPr>
          <p:cNvSpPr>
            <a:spLocks noChangeAspect="1"/>
          </p:cNvSpPr>
          <p:nvPr/>
        </p:nvSpPr>
        <p:spPr>
          <a:xfrm>
            <a:off x="3799649" y="605032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0" name="椭圆 149">
            <a:extLst>
              <a:ext uri="{FF2B5EF4-FFF2-40B4-BE49-F238E27FC236}">
                <a16:creationId xmlns:a16="http://schemas.microsoft.com/office/drawing/2014/main" id="{4A5DD98D-28E1-6B88-A9B3-80AEC2F44407}"/>
              </a:ext>
            </a:extLst>
          </p:cNvPr>
          <p:cNvSpPr>
            <a:spLocks noChangeAspect="1"/>
          </p:cNvSpPr>
          <p:nvPr/>
        </p:nvSpPr>
        <p:spPr>
          <a:xfrm>
            <a:off x="4464594" y="605032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2" name="椭圆 151">
            <a:extLst>
              <a:ext uri="{FF2B5EF4-FFF2-40B4-BE49-F238E27FC236}">
                <a16:creationId xmlns:a16="http://schemas.microsoft.com/office/drawing/2014/main" id="{427F7571-1F4B-6BC2-2C86-94D7A8353DAE}"/>
              </a:ext>
            </a:extLst>
          </p:cNvPr>
          <p:cNvSpPr>
            <a:spLocks noChangeAspect="1"/>
          </p:cNvSpPr>
          <p:nvPr/>
        </p:nvSpPr>
        <p:spPr>
          <a:xfrm>
            <a:off x="5129540" y="605032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635EAA45-3829-073C-FAC1-AB2F2E15BD4C}"/>
              </a:ext>
            </a:extLst>
          </p:cNvPr>
          <p:cNvSpPr/>
          <p:nvPr/>
        </p:nvSpPr>
        <p:spPr>
          <a:xfrm>
            <a:off x="2077444" y="1301013"/>
            <a:ext cx="4211727" cy="2800397"/>
          </a:xfrm>
          <a:prstGeom prst="rect">
            <a:avLst/>
          </a:prstGeom>
          <a:solidFill>
            <a:schemeClr val="accent4"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CF4BFCE2-002F-F0D4-8952-E890C6789054}"/>
              </a:ext>
            </a:extLst>
          </p:cNvPr>
          <p:cNvSpPr txBox="1"/>
          <p:nvPr/>
        </p:nvSpPr>
        <p:spPr>
          <a:xfrm>
            <a:off x="400050" y="2484220"/>
            <a:ext cx="114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Word 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7" name="直接箭头连接符 156">
            <a:extLst>
              <a:ext uri="{FF2B5EF4-FFF2-40B4-BE49-F238E27FC236}">
                <a16:creationId xmlns:a16="http://schemas.microsoft.com/office/drawing/2014/main" id="{6C558F3B-07B4-68F7-344A-6BA101F08780}"/>
              </a:ext>
            </a:extLst>
          </p:cNvPr>
          <p:cNvCxnSpPr>
            <a:cxnSpLocks/>
            <a:stCxn id="155" idx="3"/>
            <a:endCxn id="76" idx="1"/>
          </p:cNvCxnSpPr>
          <p:nvPr/>
        </p:nvCxnSpPr>
        <p:spPr>
          <a:xfrm>
            <a:off x="1549570" y="2668886"/>
            <a:ext cx="667466" cy="32326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文本框 165">
            <a:extLst>
              <a:ext uri="{FF2B5EF4-FFF2-40B4-BE49-F238E27FC236}">
                <a16:creationId xmlns:a16="http://schemas.microsoft.com/office/drawing/2014/main" id="{212490ED-9917-5446-A372-EE388241B629}"/>
              </a:ext>
            </a:extLst>
          </p:cNvPr>
          <p:cNvSpPr txBox="1"/>
          <p:nvPr/>
        </p:nvSpPr>
        <p:spPr>
          <a:xfrm>
            <a:off x="2519371" y="866297"/>
            <a:ext cx="114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Word 2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351B6007-DF02-A9C4-0B85-C5A3FFBC0F73}"/>
              </a:ext>
            </a:extLst>
          </p:cNvPr>
          <p:cNvCxnSpPr>
            <a:cxnSpLocks/>
            <a:stCxn id="166" idx="2"/>
            <a:endCxn id="78" idx="3"/>
          </p:cNvCxnSpPr>
          <p:nvPr/>
        </p:nvCxnSpPr>
        <p:spPr>
          <a:xfrm flipH="1">
            <a:off x="2864988" y="1235629"/>
            <a:ext cx="229143" cy="1465583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矩形 169">
            <a:extLst>
              <a:ext uri="{FF2B5EF4-FFF2-40B4-BE49-F238E27FC236}">
                <a16:creationId xmlns:a16="http://schemas.microsoft.com/office/drawing/2014/main" id="{D156A508-28AA-F8C4-E4CC-1CD9741753D6}"/>
              </a:ext>
            </a:extLst>
          </p:cNvPr>
          <p:cNvSpPr/>
          <p:nvPr/>
        </p:nvSpPr>
        <p:spPr>
          <a:xfrm>
            <a:off x="2435014" y="4715207"/>
            <a:ext cx="916048" cy="712307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77" name="直接连接符 176">
            <a:extLst>
              <a:ext uri="{FF2B5EF4-FFF2-40B4-BE49-F238E27FC236}">
                <a16:creationId xmlns:a16="http://schemas.microsoft.com/office/drawing/2014/main" id="{A8EDB5D6-B746-722D-4240-FF551852614F}"/>
              </a:ext>
            </a:extLst>
          </p:cNvPr>
          <p:cNvCxnSpPr>
            <a:cxnSpLocks/>
            <a:stCxn id="71" idx="7"/>
            <a:endCxn id="82" idx="1"/>
          </p:cNvCxnSpPr>
          <p:nvPr/>
        </p:nvCxnSpPr>
        <p:spPr>
          <a:xfrm>
            <a:off x="2709814" y="3032191"/>
            <a:ext cx="1146064" cy="0"/>
          </a:xfrm>
          <a:prstGeom prst="line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连接符 180">
            <a:extLst>
              <a:ext uri="{FF2B5EF4-FFF2-40B4-BE49-F238E27FC236}">
                <a16:creationId xmlns:a16="http://schemas.microsoft.com/office/drawing/2014/main" id="{0ED08020-02DF-3B5E-879C-9B533E14E3FE}"/>
              </a:ext>
            </a:extLst>
          </p:cNvPr>
          <p:cNvCxnSpPr>
            <a:stCxn id="71" idx="5"/>
            <a:endCxn id="82" idx="3"/>
          </p:cNvCxnSpPr>
          <p:nvPr/>
        </p:nvCxnSpPr>
        <p:spPr>
          <a:xfrm>
            <a:off x="2709814" y="3134015"/>
            <a:ext cx="1146064" cy="0"/>
          </a:xfrm>
          <a:prstGeom prst="line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连接符 182">
            <a:extLst>
              <a:ext uri="{FF2B5EF4-FFF2-40B4-BE49-F238E27FC236}">
                <a16:creationId xmlns:a16="http://schemas.microsoft.com/office/drawing/2014/main" id="{8F6805D2-00DB-DC22-09D4-18A83F43BCE3}"/>
              </a:ext>
            </a:extLst>
          </p:cNvPr>
          <p:cNvCxnSpPr>
            <a:cxnSpLocks/>
            <a:stCxn id="86" idx="3"/>
            <a:endCxn id="116" idx="1"/>
          </p:cNvCxnSpPr>
          <p:nvPr/>
        </p:nvCxnSpPr>
        <p:spPr>
          <a:xfrm flipH="1">
            <a:off x="3820737" y="3850796"/>
            <a:ext cx="35141" cy="966974"/>
          </a:xfrm>
          <a:prstGeom prst="line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连接符 185">
            <a:extLst>
              <a:ext uri="{FF2B5EF4-FFF2-40B4-BE49-F238E27FC236}">
                <a16:creationId xmlns:a16="http://schemas.microsoft.com/office/drawing/2014/main" id="{2BADA22B-5D98-3A0E-DEDF-623678DC1ACF}"/>
              </a:ext>
            </a:extLst>
          </p:cNvPr>
          <p:cNvCxnSpPr>
            <a:stCxn id="86" idx="5"/>
            <a:endCxn id="116" idx="7"/>
          </p:cNvCxnSpPr>
          <p:nvPr/>
        </p:nvCxnSpPr>
        <p:spPr>
          <a:xfrm flipH="1">
            <a:off x="3922561" y="3850796"/>
            <a:ext cx="35141" cy="966974"/>
          </a:xfrm>
          <a:prstGeom prst="line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接连接符 187">
            <a:extLst>
              <a:ext uri="{FF2B5EF4-FFF2-40B4-BE49-F238E27FC236}">
                <a16:creationId xmlns:a16="http://schemas.microsoft.com/office/drawing/2014/main" id="{FB1302F9-4321-2D5D-DE05-392A55316201}"/>
              </a:ext>
            </a:extLst>
          </p:cNvPr>
          <p:cNvCxnSpPr>
            <a:stCxn id="63" idx="3"/>
            <a:endCxn id="67" idx="1"/>
          </p:cNvCxnSpPr>
          <p:nvPr/>
        </p:nvCxnSpPr>
        <p:spPr>
          <a:xfrm>
            <a:off x="2311590" y="3134015"/>
            <a:ext cx="0" cy="614957"/>
          </a:xfrm>
          <a:prstGeom prst="line">
            <a:avLst/>
          </a:prstGeom>
          <a:ln w="15875" cmpd="dbl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连接符 189">
            <a:extLst>
              <a:ext uri="{FF2B5EF4-FFF2-40B4-BE49-F238E27FC236}">
                <a16:creationId xmlns:a16="http://schemas.microsoft.com/office/drawing/2014/main" id="{F87E8A9D-4F2A-23AF-D59C-F6083A2301E6}"/>
              </a:ext>
            </a:extLst>
          </p:cNvPr>
          <p:cNvCxnSpPr>
            <a:stCxn id="63" idx="5"/>
            <a:endCxn id="67" idx="7"/>
          </p:cNvCxnSpPr>
          <p:nvPr/>
        </p:nvCxnSpPr>
        <p:spPr>
          <a:xfrm>
            <a:off x="2413414" y="3134015"/>
            <a:ext cx="0" cy="614957"/>
          </a:xfrm>
          <a:prstGeom prst="line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文本框 192">
            <a:extLst>
              <a:ext uri="{FF2B5EF4-FFF2-40B4-BE49-F238E27FC236}">
                <a16:creationId xmlns:a16="http://schemas.microsoft.com/office/drawing/2014/main" id="{45471B1F-C0D2-91F0-A196-F06CE5528C31}"/>
              </a:ext>
            </a:extLst>
          </p:cNvPr>
          <p:cNvSpPr txBox="1"/>
          <p:nvPr/>
        </p:nvSpPr>
        <p:spPr>
          <a:xfrm>
            <a:off x="1119115" y="3314536"/>
            <a:ext cx="106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Site bus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D0761791-7D3A-DB0A-0AD1-85F6EDE2799B}"/>
              </a:ext>
            </a:extLst>
          </p:cNvPr>
          <p:cNvSpPr txBox="1"/>
          <p:nvPr/>
        </p:nvSpPr>
        <p:spPr>
          <a:xfrm>
            <a:off x="3042099" y="2584815"/>
            <a:ext cx="1260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Word bus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CAAD954F-204E-FB93-5D7D-A5368143B015}"/>
              </a:ext>
            </a:extLst>
          </p:cNvPr>
          <p:cNvSpPr txBox="1"/>
          <p:nvPr/>
        </p:nvSpPr>
        <p:spPr>
          <a:xfrm>
            <a:off x="3943649" y="4199705"/>
            <a:ext cx="1215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Zone bus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E30785D-4DE3-DAA0-FE6B-49EF39492D1E}"/>
              </a:ext>
            </a:extLst>
          </p:cNvPr>
          <p:cNvSpPr txBox="1"/>
          <p:nvPr/>
        </p:nvSpPr>
        <p:spPr>
          <a:xfrm>
            <a:off x="6694369" y="1778945"/>
            <a:ext cx="50895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考虑：不是所有移动都是硬件支持的，只有有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bus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连接的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site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间才能移动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如何设计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site-bus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架构？利于线路执行</a:t>
            </a:r>
          </a:p>
        </p:txBody>
      </p:sp>
    </p:spTree>
    <p:extLst>
      <p:ext uri="{BB962C8B-B14F-4D97-AF65-F5344CB8AC3E}">
        <p14:creationId xmlns:p14="http://schemas.microsoft.com/office/powerpoint/2010/main" val="1645609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3D627D8-1FF9-B67E-DFF2-FF7378462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DD83A33-39EB-09B6-B795-958535C57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编译流程</a:t>
            </a:r>
          </a:p>
        </p:txBody>
      </p:sp>
      <p:sp>
        <p:nvSpPr>
          <p:cNvPr id="4" name="矩形: 折角 3">
            <a:extLst>
              <a:ext uri="{FF2B5EF4-FFF2-40B4-BE49-F238E27FC236}">
                <a16:creationId xmlns:a16="http://schemas.microsoft.com/office/drawing/2014/main" id="{D73C54EF-14F9-3869-C4BE-5B57628F93EF}"/>
              </a:ext>
            </a:extLst>
          </p:cNvPr>
          <p:cNvSpPr/>
          <p:nvPr/>
        </p:nvSpPr>
        <p:spPr>
          <a:xfrm>
            <a:off x="953269" y="5903653"/>
            <a:ext cx="744203" cy="738893"/>
          </a:xfrm>
          <a:prstGeom prst="foldedCorner">
            <a:avLst/>
          </a:prstGeom>
          <a:ln w="1905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AOD</a:t>
            </a:r>
          </a:p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stage</a:t>
            </a:r>
          </a:p>
        </p:txBody>
      </p:sp>
      <p:sp>
        <p:nvSpPr>
          <p:cNvPr id="5" name="矩形: 折角 4">
            <a:extLst>
              <a:ext uri="{FF2B5EF4-FFF2-40B4-BE49-F238E27FC236}">
                <a16:creationId xmlns:a16="http://schemas.microsoft.com/office/drawing/2014/main" id="{5D72DE14-F5B3-74E5-0D63-4D353EB78B8D}"/>
              </a:ext>
            </a:extLst>
          </p:cNvPr>
          <p:cNvSpPr/>
          <p:nvPr/>
        </p:nvSpPr>
        <p:spPr>
          <a:xfrm>
            <a:off x="2747683" y="5903653"/>
            <a:ext cx="744203" cy="738893"/>
          </a:xfrm>
          <a:prstGeom prst="foldedCorner">
            <a:avLst/>
          </a:prstGeom>
          <a:ln w="1905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execute</a:t>
            </a:r>
          </a:p>
        </p:txBody>
      </p:sp>
      <p:sp>
        <p:nvSpPr>
          <p:cNvPr id="6" name="矩形: 折角 5">
            <a:extLst>
              <a:ext uri="{FF2B5EF4-FFF2-40B4-BE49-F238E27FC236}">
                <a16:creationId xmlns:a16="http://schemas.microsoft.com/office/drawing/2014/main" id="{26612DAA-138A-8BC9-F335-5AFE77DB6CE4}"/>
              </a:ext>
            </a:extLst>
          </p:cNvPr>
          <p:cNvSpPr/>
          <p:nvPr/>
        </p:nvSpPr>
        <p:spPr>
          <a:xfrm>
            <a:off x="1857809" y="5903653"/>
            <a:ext cx="744203" cy="738893"/>
          </a:xfrm>
          <a:prstGeom prst="foldedCorner">
            <a:avLst/>
          </a:prstGeom>
          <a:ln w="1905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AOD</a:t>
            </a:r>
          </a:p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stage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2EDA1F0-A8B8-0EF7-61E7-A86610DE7A94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1697472" y="6273100"/>
            <a:ext cx="16033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E789A3D-D899-0574-0F35-950616187403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2602012" y="6273100"/>
            <a:ext cx="14567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折角 8">
            <a:extLst>
              <a:ext uri="{FF2B5EF4-FFF2-40B4-BE49-F238E27FC236}">
                <a16:creationId xmlns:a16="http://schemas.microsoft.com/office/drawing/2014/main" id="{45A2AB69-ECEC-C99A-8E70-C66CA3CA3442}"/>
              </a:ext>
            </a:extLst>
          </p:cNvPr>
          <p:cNvSpPr/>
          <p:nvPr/>
        </p:nvSpPr>
        <p:spPr>
          <a:xfrm>
            <a:off x="3658480" y="5903653"/>
            <a:ext cx="744203" cy="738893"/>
          </a:xfrm>
          <a:prstGeom prst="foldedCorner">
            <a:avLst/>
          </a:prstGeom>
          <a:ln w="1905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AOD</a:t>
            </a:r>
          </a:p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stage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48BAD92-091C-0E61-699B-86C15C39353F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3491886" y="6273100"/>
            <a:ext cx="16659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51660D1F-B762-D6D0-658C-5ABEE9FB8BD1}"/>
              </a:ext>
            </a:extLst>
          </p:cNvPr>
          <p:cNvSpPr/>
          <p:nvPr/>
        </p:nvSpPr>
        <p:spPr>
          <a:xfrm>
            <a:off x="1293311" y="908417"/>
            <a:ext cx="2736000" cy="40426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Initial atom placement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72B702D-8CBB-4E1C-FC20-57D5DD83FC44}"/>
              </a:ext>
            </a:extLst>
          </p:cNvPr>
          <p:cNvSpPr/>
          <p:nvPr/>
        </p:nvSpPr>
        <p:spPr>
          <a:xfrm>
            <a:off x="1293311" y="1695814"/>
            <a:ext cx="2736000" cy="40426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Program qubit mapping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A5D4400-7565-08EC-3EF5-0575F6295888}"/>
              </a:ext>
            </a:extLst>
          </p:cNvPr>
          <p:cNvSpPr/>
          <p:nvPr/>
        </p:nvSpPr>
        <p:spPr>
          <a:xfrm>
            <a:off x="1293311" y="2483211"/>
            <a:ext cx="2736000" cy="40426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Atom rearrangement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58243D8-FA42-74F6-AC9F-97D8E3C57AD8}"/>
              </a:ext>
            </a:extLst>
          </p:cNvPr>
          <p:cNvSpPr/>
          <p:nvPr/>
        </p:nvSpPr>
        <p:spPr>
          <a:xfrm>
            <a:off x="1293311" y="3270608"/>
            <a:ext cx="2736000" cy="40426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Routing 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C8C3183-35F8-2223-6F26-2D3158C644BE}"/>
              </a:ext>
            </a:extLst>
          </p:cNvPr>
          <p:cNvSpPr/>
          <p:nvPr/>
        </p:nvSpPr>
        <p:spPr>
          <a:xfrm>
            <a:off x="1293311" y="4058005"/>
            <a:ext cx="2736000" cy="40426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Execute 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矩形: 折角 32">
            <a:extLst>
              <a:ext uri="{FF2B5EF4-FFF2-40B4-BE49-F238E27FC236}">
                <a16:creationId xmlns:a16="http://schemas.microsoft.com/office/drawing/2014/main" id="{744DC84C-A146-0BC2-4C2F-CAFAA1E17412}"/>
              </a:ext>
            </a:extLst>
          </p:cNvPr>
          <p:cNvSpPr/>
          <p:nvPr/>
        </p:nvSpPr>
        <p:spPr>
          <a:xfrm rot="16200000">
            <a:off x="-569769" y="1695814"/>
            <a:ext cx="1979055" cy="404261"/>
          </a:xfrm>
          <a:prstGeom prst="foldedCorner">
            <a:avLst>
              <a:gd name="adj" fmla="val 38095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 anchor="t" anchorCtr="1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Quantum circuit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菱形 33">
            <a:extLst>
              <a:ext uri="{FF2B5EF4-FFF2-40B4-BE49-F238E27FC236}">
                <a16:creationId xmlns:a16="http://schemas.microsoft.com/office/drawing/2014/main" id="{D8782A5C-57C2-3BA0-001B-41FA00193DDE}"/>
              </a:ext>
            </a:extLst>
          </p:cNvPr>
          <p:cNvSpPr/>
          <p:nvPr/>
        </p:nvSpPr>
        <p:spPr>
          <a:xfrm>
            <a:off x="1293311" y="4845403"/>
            <a:ext cx="2736000" cy="550247"/>
          </a:xfrm>
          <a:prstGeom prst="diamond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End?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75C5F97C-4731-C4D9-F680-A86241F39E2F}"/>
              </a:ext>
            </a:extLst>
          </p:cNvPr>
          <p:cNvCxnSpPr>
            <a:stCxn id="34" idx="2"/>
          </p:cNvCxnSpPr>
          <p:nvPr/>
        </p:nvCxnSpPr>
        <p:spPr>
          <a:xfrm flipH="1">
            <a:off x="2656758" y="5395650"/>
            <a:ext cx="4553" cy="377353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A54F9627-C8D7-EC27-7B0C-BFBB55B856C7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>
            <a:off x="2661311" y="1312678"/>
            <a:ext cx="0" cy="383136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706DB47E-5328-0C96-E944-97AE8DFD08FB}"/>
              </a:ext>
            </a:extLst>
          </p:cNvPr>
          <p:cNvCxnSpPr>
            <a:stCxn id="25" idx="2"/>
            <a:endCxn id="27" idx="0"/>
          </p:cNvCxnSpPr>
          <p:nvPr/>
        </p:nvCxnSpPr>
        <p:spPr>
          <a:xfrm>
            <a:off x="2661311" y="2100075"/>
            <a:ext cx="0" cy="383136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1BFF8DD2-D1E1-CA29-CA5D-C96B0B1DF0DD}"/>
              </a:ext>
            </a:extLst>
          </p:cNvPr>
          <p:cNvCxnSpPr>
            <a:stCxn id="27" idx="2"/>
            <a:endCxn id="29" idx="0"/>
          </p:cNvCxnSpPr>
          <p:nvPr/>
        </p:nvCxnSpPr>
        <p:spPr>
          <a:xfrm>
            <a:off x="2661311" y="2887472"/>
            <a:ext cx="0" cy="383136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2AE814B9-E330-1A25-AD58-1E383A546FB0}"/>
              </a:ext>
            </a:extLst>
          </p:cNvPr>
          <p:cNvCxnSpPr>
            <a:stCxn id="29" idx="2"/>
            <a:endCxn id="31" idx="0"/>
          </p:cNvCxnSpPr>
          <p:nvPr/>
        </p:nvCxnSpPr>
        <p:spPr>
          <a:xfrm>
            <a:off x="2661311" y="3674869"/>
            <a:ext cx="0" cy="383136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C03EB429-8E38-50D1-9274-9746EC0A4908}"/>
              </a:ext>
            </a:extLst>
          </p:cNvPr>
          <p:cNvCxnSpPr>
            <a:stCxn id="31" idx="2"/>
            <a:endCxn id="34" idx="0"/>
          </p:cNvCxnSpPr>
          <p:nvPr/>
        </p:nvCxnSpPr>
        <p:spPr>
          <a:xfrm>
            <a:off x="2661311" y="4462266"/>
            <a:ext cx="0" cy="383137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08BF7E75-100F-DE06-8571-6ABB5D6E3C91}"/>
              </a:ext>
            </a:extLst>
          </p:cNvPr>
          <p:cNvCxnSpPr>
            <a:stCxn id="34" idx="3"/>
            <a:endCxn id="27" idx="3"/>
          </p:cNvCxnSpPr>
          <p:nvPr/>
        </p:nvCxnSpPr>
        <p:spPr>
          <a:xfrm flipV="1">
            <a:off x="4029311" y="2685342"/>
            <a:ext cx="12700" cy="2435185"/>
          </a:xfrm>
          <a:prstGeom prst="bentConnector3">
            <a:avLst>
              <a:gd name="adj1" fmla="val 2516417"/>
            </a:avLst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024CB927-7E63-03AC-1433-23D86E21BFF4}"/>
              </a:ext>
            </a:extLst>
          </p:cNvPr>
          <p:cNvCxnSpPr>
            <a:cxnSpLocks/>
            <a:stCxn id="33" idx="2"/>
            <a:endCxn id="25" idx="1"/>
          </p:cNvCxnSpPr>
          <p:nvPr/>
        </p:nvCxnSpPr>
        <p:spPr>
          <a:xfrm>
            <a:off x="621889" y="1897944"/>
            <a:ext cx="671422" cy="1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2D172C9F-6534-624B-67F1-AD1A1B34788F}"/>
              </a:ext>
            </a:extLst>
          </p:cNvPr>
          <p:cNvSpPr txBox="1"/>
          <p:nvPr/>
        </p:nvSpPr>
        <p:spPr>
          <a:xfrm>
            <a:off x="621889" y="1541925"/>
            <a:ext cx="6367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F5D65FBA-027A-65F9-2B63-EE9F69143BBB}"/>
              </a:ext>
            </a:extLst>
          </p:cNvPr>
          <p:cNvSpPr txBox="1"/>
          <p:nvPr/>
        </p:nvSpPr>
        <p:spPr>
          <a:xfrm>
            <a:off x="2766819" y="5388748"/>
            <a:ext cx="11439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Yes, output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FAB86017-E6FE-765F-B669-7073F75AA2F7}"/>
              </a:ext>
            </a:extLst>
          </p:cNvPr>
          <p:cNvSpPr txBox="1"/>
          <p:nvPr/>
        </p:nvSpPr>
        <p:spPr>
          <a:xfrm>
            <a:off x="3703086" y="4804012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 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AC484299-49DF-5E0C-A68D-50E67424D31F}"/>
                  </a:ext>
                </a:extLst>
              </p:cNvPr>
              <p:cNvSpPr txBox="1"/>
              <p:nvPr/>
            </p:nvSpPr>
            <p:spPr>
              <a:xfrm>
                <a:off x="5598264" y="1225969"/>
                <a:ext cx="6100550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Initial atom placement: 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中性原子量子计算机捕获原子并用它们填充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storage zone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中的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sites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，假设按照从上往下、从左往右的顺序填充，先填充第一行，再填充第二行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</a:t>
                </a:r>
              </a:p>
              <a:p>
                <a:pPr algn="l"/>
                <a:endPara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Program qubit mapping: 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建立程序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qubit-&gt;atom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的映射，这一步确定对于程序中的任意一个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qubit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𝑞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，哪个原子代表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𝑞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?</a:t>
                </a:r>
              </a:p>
              <a:p>
                <a:endPara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Atom rearrangement: 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重新排布原子，将需要执行</a:t>
                </a:r>
                <a:r>
                  <a:rPr lang="en-US" altLang="zh-CN" sz="14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cz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门的原子对放置在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entanglement zone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的近邻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sites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对，不需要执行</a:t>
                </a:r>
                <a:r>
                  <a:rPr lang="en-US" altLang="zh-CN" sz="14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cz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门的原子放回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storage zone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避免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excitation error</a:t>
                </a:r>
              </a:p>
              <a:p>
                <a:endPara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Routing: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根据重排方案，生成具体移动方案，实现位置重排</a:t>
                </a:r>
                <a:endPara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Execute: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原子到位之后执行</a:t>
                </a:r>
                <a:r>
                  <a:rPr lang="en-US" altLang="zh-CN" sz="14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cz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门</a:t>
                </a:r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AC484299-49DF-5E0C-A68D-50E67424D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8264" y="1225969"/>
                <a:ext cx="6100550" cy="3108543"/>
              </a:xfrm>
              <a:prstGeom prst="rect">
                <a:avLst/>
              </a:prstGeom>
              <a:blipFill>
                <a:blip r:embed="rId2"/>
                <a:stretch>
                  <a:fillRect l="-300" t="-392" b="-1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矩形 56">
            <a:extLst>
              <a:ext uri="{FF2B5EF4-FFF2-40B4-BE49-F238E27FC236}">
                <a16:creationId xmlns:a16="http://schemas.microsoft.com/office/drawing/2014/main" id="{90193900-DA79-36EF-E009-255B58469097}"/>
              </a:ext>
            </a:extLst>
          </p:cNvPr>
          <p:cNvSpPr/>
          <p:nvPr/>
        </p:nvSpPr>
        <p:spPr>
          <a:xfrm>
            <a:off x="709686" y="1541925"/>
            <a:ext cx="4217156" cy="5179547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4545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5F8579B-EF24-4C0D-FAC3-0A8D1B5D0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CA08F70-8155-F5D7-62C0-0EFE05C22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Bloqade</a:t>
            </a:r>
            <a:r>
              <a:rPr lang="en-US" altLang="zh-CN" dirty="0"/>
              <a:t> Site-Bus</a:t>
            </a:r>
            <a:r>
              <a:rPr lang="zh-CN" altLang="en-US" dirty="0"/>
              <a:t> 架构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A7965A8-0818-4F6E-9C92-012F8118C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194" y="818147"/>
            <a:ext cx="7644017" cy="597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994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CCCE28A0-44C5-FBCE-7CFB-CA2C1743F877}"/>
              </a:ext>
            </a:extLst>
          </p:cNvPr>
          <p:cNvCxnSpPr>
            <a:cxnSpLocks/>
          </p:cNvCxnSpPr>
          <p:nvPr/>
        </p:nvCxnSpPr>
        <p:spPr>
          <a:xfrm>
            <a:off x="1581732" y="2139232"/>
            <a:ext cx="2664000" cy="0"/>
          </a:xfrm>
          <a:prstGeom prst="line">
            <a:avLst/>
          </a:prstGeom>
          <a:ln w="19050">
            <a:solidFill>
              <a:schemeClr val="accent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4675A3D7-5E77-ADD6-6D94-5284D27213C7}"/>
              </a:ext>
            </a:extLst>
          </p:cNvPr>
          <p:cNvCxnSpPr>
            <a:cxnSpLocks/>
          </p:cNvCxnSpPr>
          <p:nvPr/>
        </p:nvCxnSpPr>
        <p:spPr>
          <a:xfrm>
            <a:off x="1599270" y="1620556"/>
            <a:ext cx="2664000" cy="0"/>
          </a:xfrm>
          <a:prstGeom prst="line">
            <a:avLst/>
          </a:prstGeom>
          <a:ln w="19050">
            <a:solidFill>
              <a:schemeClr val="accent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67E6E0D7-6BB0-4D4C-A735-FF0076557538}"/>
              </a:ext>
            </a:extLst>
          </p:cNvPr>
          <p:cNvCxnSpPr/>
          <p:nvPr/>
        </p:nvCxnSpPr>
        <p:spPr>
          <a:xfrm>
            <a:off x="1971590" y="1467627"/>
            <a:ext cx="0" cy="2088000"/>
          </a:xfrm>
          <a:prstGeom prst="line">
            <a:avLst/>
          </a:prstGeom>
          <a:ln w="19050">
            <a:solidFill>
              <a:schemeClr val="accent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AF09ABE5-94EE-911F-643B-903860AB8DE4}"/>
              </a:ext>
            </a:extLst>
          </p:cNvPr>
          <p:cNvCxnSpPr/>
          <p:nvPr/>
        </p:nvCxnSpPr>
        <p:spPr>
          <a:xfrm>
            <a:off x="2644685" y="1467627"/>
            <a:ext cx="0" cy="2088000"/>
          </a:xfrm>
          <a:prstGeom prst="line">
            <a:avLst/>
          </a:prstGeom>
          <a:ln w="19050">
            <a:solidFill>
              <a:schemeClr val="accent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823E95F-3054-CC95-1983-6C48A05F7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562EAB2-E7B8-209B-9CEF-6061C9D23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移动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B0FB390-21EA-D758-09B3-4C6FCDBC02EF}"/>
                  </a:ext>
                </a:extLst>
              </p:cNvPr>
              <p:cNvSpPr txBox="1"/>
              <p:nvPr/>
            </p:nvSpPr>
            <p:spPr>
              <a:xfrm>
                <a:off x="5086066" y="888926"/>
                <a:ext cx="7105934" cy="41107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中性原子量子计算机中有两种势阱，分别由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SLM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AOD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构筑</a:t>
                </a:r>
                <a:endPara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SLM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能够构筑大规模的势阱阵列，但移动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SLM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势阱的速度很慢，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AOD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势阱能够以更快的速度移动</a:t>
                </a:r>
                <a:endPara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因此，可将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SLM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势阱视为静态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site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，在执行量子计算期间它们保持空间位置不变。当需要移动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site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中的原子时，在该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site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附近制造一个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AOD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势阱，然后将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site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中原子从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SLM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势阱转移到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AOD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势阱，然后通过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AOD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快速移动原子到目标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site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附近，最后将原子从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AOD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势阱转移到目标位置处的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SLM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势阱</a:t>
                </a:r>
                <a:endPara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AOD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的可以寻址抓取。对于一个</a:t>
                </a:r>
                <a:r>
                  <a:rPr lang="en-US" altLang="zh-CN" sz="14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n×m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SLM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阵列，给定寻址行号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，列号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𝑐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𝑐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𝑐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𝑘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≤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𝑙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≤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𝑚</m:t>
                    </m:r>
                  </m:oMath>
                </a14:m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AOD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能够同时抓取</a:t>
                </a:r>
                <a14:m>
                  <m:oMath xmlns:m="http://schemas.openxmlformats.org/officeDocument/2006/math">
                    <m:r>
                      <a:rPr lang="en-US" altLang="zh-CN" sz="1400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{</m:t>
                    </m:r>
                    <m:d>
                      <m:d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|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𝑖</m:t>
                    </m:r>
                    <m:r>
                      <a:rPr lang="en-US" altLang="zh-CN" sz="14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≤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𝑘</m:t>
                    </m:r>
                    <m:r>
                      <a:rPr lang="en-US" altLang="zh-CN" sz="14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𝑗</m:t>
                    </m:r>
                    <m:r>
                      <a:rPr lang="en-US" altLang="zh-CN" sz="14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≤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𝑙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}</m:t>
                    </m:r>
                  </m:oMath>
                </a14:m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势阱中的原子，同时移动并同时放回新的位置。移动过程中，不同原子的绝对间距可以改变，但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AOD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的不同行列需满足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 crossing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限制。该限制的形式化描述：在一次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AOD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移动中，设两个不同原子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𝑞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𝑞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的起始坐标分别为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𝑖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𝑖</m:t>
                                </m:r>
                              </m:e>
                            </m:d>
                          </m:sup>
                        </m:sSubSup>
                      </m:e>
                    </m:d>
                    <m:r>
                      <a:rPr lang="en-US" altLang="zh-CN" sz="14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d>
                      <m:d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𝑖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sz="1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𝑖</m:t>
                                </m:r>
                              </m:e>
                            </m:d>
                          </m:sup>
                        </m:sSubSup>
                      </m:e>
                    </m:d>
                  </m:oMath>
                </a14:m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，终止坐标分别为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𝑡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sz="1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𝑡</m:t>
                                </m:r>
                              </m:e>
                            </m:d>
                          </m:sup>
                        </m:sSubSup>
                      </m:e>
                    </m:d>
                    <m:r>
                      <a:rPr lang="en-US" altLang="zh-CN" sz="14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d>
                      <m:d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𝑡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sz="1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𝑡</m:t>
                                </m:r>
                              </m:e>
                            </m:d>
                          </m:sup>
                        </m:sSubSup>
                      </m:e>
                    </m:d>
                  </m:oMath>
                </a14:m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，则：</a:t>
                </a:r>
                <a:endPara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zh-CN" altLang="en-US" sz="14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en-US" sz="14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eqArrPr>
                          <m:e>
                            <m:sSubSup>
                              <m:sSubSupPr>
                                <m:ctrlP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𝑡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&lt;</m:t>
                            </m:r>
                            <m:sSubSup>
                              <m:sSubSupPr>
                                <m:ctrlP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𝑡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 </m:t>
                            </m:r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𝑖𝑓</m:t>
                            </m:r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 </m:t>
                            </m:r>
                            <m:sSubSup>
                              <m:sSubSupPr>
                                <m:ctrlP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&lt;</m:t>
                            </m:r>
                            <m:sSubSup>
                              <m:sSubSupPr>
                                <m:ctrlP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𝑡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&gt;</m:t>
                            </m:r>
                            <m:sSubSup>
                              <m:sSubSupPr>
                                <m:ctrlP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𝑡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 </m:t>
                            </m:r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𝑖𝑓</m:t>
                            </m:r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 </m:t>
                            </m:r>
                            <m:sSubSup>
                              <m:sSubSupPr>
                                <m:ctrlP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&gt;</m:t>
                            </m:r>
                            <m:sSubSup>
                              <m:sSubSupPr>
                                <m:ctrlP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𝑡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sSubSup>
                              <m:sSubSupPr>
                                <m:ctrlP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𝑡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 </m:t>
                            </m:r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𝑖𝑓</m:t>
                            </m:r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 </m:t>
                            </m:r>
                            <m:sSubSup>
                              <m:sSubSupPr>
                                <m:ctrlP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sSubSup>
                              <m:sSubSupPr>
                                <m:ctrlP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bSup>
                          </m:e>
                        </m:eqArr>
                      </m:e>
                    </m:d>
                  </m:oMath>
                </a14:m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，纵坐标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也满足类似限制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B0FB390-21EA-D758-09B3-4C6FCDBC0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6066" y="888926"/>
                <a:ext cx="7105934" cy="4110741"/>
              </a:xfrm>
              <a:prstGeom prst="rect">
                <a:avLst/>
              </a:prstGeom>
              <a:blipFill>
                <a:blip r:embed="rId2"/>
                <a:stretch>
                  <a:fillRect l="-257" t="-2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椭圆 6">
            <a:extLst>
              <a:ext uri="{FF2B5EF4-FFF2-40B4-BE49-F238E27FC236}">
                <a16:creationId xmlns:a16="http://schemas.microsoft.com/office/drawing/2014/main" id="{B260DC7E-E7CE-01C6-8020-B2C31E7A9730}"/>
              </a:ext>
            </a:extLst>
          </p:cNvPr>
          <p:cNvSpPr>
            <a:spLocks noChangeAspect="1"/>
          </p:cNvSpPr>
          <p:nvPr/>
        </p:nvSpPr>
        <p:spPr>
          <a:xfrm>
            <a:off x="1682581" y="1718445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F9281E9-320B-F6C7-CB58-E4055BCFD97B}"/>
              </a:ext>
            </a:extLst>
          </p:cNvPr>
          <p:cNvSpPr>
            <a:spLocks noChangeAspect="1"/>
          </p:cNvSpPr>
          <p:nvPr/>
        </p:nvSpPr>
        <p:spPr>
          <a:xfrm>
            <a:off x="2347526" y="1718445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4F49CC7-CD7F-CE05-07C8-26E38D886B3F}"/>
              </a:ext>
            </a:extLst>
          </p:cNvPr>
          <p:cNvSpPr>
            <a:spLocks noChangeAspect="1"/>
          </p:cNvSpPr>
          <p:nvPr/>
        </p:nvSpPr>
        <p:spPr>
          <a:xfrm>
            <a:off x="3012471" y="1718445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55FFCBC-9FD6-BCC8-383E-CF7A24EB3484}"/>
              </a:ext>
            </a:extLst>
          </p:cNvPr>
          <p:cNvSpPr>
            <a:spLocks noChangeAspect="1"/>
          </p:cNvSpPr>
          <p:nvPr/>
        </p:nvSpPr>
        <p:spPr>
          <a:xfrm>
            <a:off x="3677416" y="1718445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7C037203-836D-E28B-BF57-673B76A9AD8B}"/>
              </a:ext>
            </a:extLst>
          </p:cNvPr>
          <p:cNvSpPr>
            <a:spLocks noChangeAspect="1"/>
          </p:cNvSpPr>
          <p:nvPr/>
        </p:nvSpPr>
        <p:spPr>
          <a:xfrm>
            <a:off x="1682581" y="2247428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8D4A2DD-B0F3-1E3F-9B52-615C6BBE9A27}"/>
              </a:ext>
            </a:extLst>
          </p:cNvPr>
          <p:cNvSpPr>
            <a:spLocks noChangeAspect="1"/>
          </p:cNvSpPr>
          <p:nvPr/>
        </p:nvSpPr>
        <p:spPr>
          <a:xfrm>
            <a:off x="2347526" y="2247428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46CAF3A7-0F22-8FD6-8443-08E6F279CB2D}"/>
              </a:ext>
            </a:extLst>
          </p:cNvPr>
          <p:cNvSpPr>
            <a:spLocks noChangeAspect="1"/>
          </p:cNvSpPr>
          <p:nvPr/>
        </p:nvSpPr>
        <p:spPr>
          <a:xfrm>
            <a:off x="3012471" y="2247428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FB910A42-A8D6-8B29-825B-DBCE6287FE97}"/>
              </a:ext>
            </a:extLst>
          </p:cNvPr>
          <p:cNvSpPr>
            <a:spLocks noChangeAspect="1"/>
          </p:cNvSpPr>
          <p:nvPr/>
        </p:nvSpPr>
        <p:spPr>
          <a:xfrm>
            <a:off x="3677416" y="2247428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CE8211B1-A155-41A5-9F5D-4554700142DF}"/>
              </a:ext>
            </a:extLst>
          </p:cNvPr>
          <p:cNvSpPr>
            <a:spLocks noChangeAspect="1"/>
          </p:cNvSpPr>
          <p:nvPr/>
        </p:nvSpPr>
        <p:spPr>
          <a:xfrm>
            <a:off x="1682581" y="2766104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CECEF3FC-A06E-88EB-D9F2-DF0D65858267}"/>
              </a:ext>
            </a:extLst>
          </p:cNvPr>
          <p:cNvSpPr>
            <a:spLocks noChangeAspect="1"/>
          </p:cNvSpPr>
          <p:nvPr/>
        </p:nvSpPr>
        <p:spPr>
          <a:xfrm>
            <a:off x="2347526" y="2766104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D6E7EB36-D9C6-072E-B936-2E3E19B1B57B}"/>
              </a:ext>
            </a:extLst>
          </p:cNvPr>
          <p:cNvSpPr>
            <a:spLocks noChangeAspect="1"/>
          </p:cNvSpPr>
          <p:nvPr/>
        </p:nvSpPr>
        <p:spPr>
          <a:xfrm>
            <a:off x="3012471" y="2766104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520C2B99-C20E-52FC-48B8-3A857B3B8FD9}"/>
              </a:ext>
            </a:extLst>
          </p:cNvPr>
          <p:cNvSpPr>
            <a:spLocks noChangeAspect="1"/>
          </p:cNvSpPr>
          <p:nvPr/>
        </p:nvSpPr>
        <p:spPr>
          <a:xfrm>
            <a:off x="3677416" y="2766104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2B6EE7CF-4332-D3A6-CC1F-A6928698EFEF}"/>
              </a:ext>
            </a:extLst>
          </p:cNvPr>
          <p:cNvSpPr>
            <a:spLocks noChangeAspect="1"/>
          </p:cNvSpPr>
          <p:nvPr/>
        </p:nvSpPr>
        <p:spPr>
          <a:xfrm>
            <a:off x="1682581" y="3313282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93F12AFB-14DB-2E3F-D844-57497DB58559}"/>
              </a:ext>
            </a:extLst>
          </p:cNvPr>
          <p:cNvSpPr>
            <a:spLocks noChangeAspect="1"/>
          </p:cNvSpPr>
          <p:nvPr/>
        </p:nvSpPr>
        <p:spPr>
          <a:xfrm>
            <a:off x="2347526" y="3313282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7DB18771-B0BB-E029-EBE0-ADA994177B21}"/>
              </a:ext>
            </a:extLst>
          </p:cNvPr>
          <p:cNvSpPr>
            <a:spLocks noChangeAspect="1"/>
          </p:cNvSpPr>
          <p:nvPr/>
        </p:nvSpPr>
        <p:spPr>
          <a:xfrm>
            <a:off x="3012471" y="3313282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595955DB-F429-5F1F-389E-330108AD84EB}"/>
              </a:ext>
            </a:extLst>
          </p:cNvPr>
          <p:cNvSpPr>
            <a:spLocks noChangeAspect="1"/>
          </p:cNvSpPr>
          <p:nvPr/>
        </p:nvSpPr>
        <p:spPr>
          <a:xfrm>
            <a:off x="3677416" y="3313282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18178E27-7A8D-2872-48B5-4D681438D5D8}"/>
              </a:ext>
            </a:extLst>
          </p:cNvPr>
          <p:cNvSpPr>
            <a:spLocks noChangeAspect="1"/>
          </p:cNvSpPr>
          <p:nvPr/>
        </p:nvSpPr>
        <p:spPr>
          <a:xfrm>
            <a:off x="1883812" y="1519777"/>
            <a:ext cx="180000" cy="18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643AD00B-63E5-D2D7-7B41-A554B9DFCAE7}"/>
              </a:ext>
            </a:extLst>
          </p:cNvPr>
          <p:cNvSpPr>
            <a:spLocks noChangeAspect="1"/>
          </p:cNvSpPr>
          <p:nvPr/>
        </p:nvSpPr>
        <p:spPr>
          <a:xfrm>
            <a:off x="2548757" y="1519777"/>
            <a:ext cx="180000" cy="18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0735B313-23B0-FA1A-0826-3C4538BDAACC}"/>
              </a:ext>
            </a:extLst>
          </p:cNvPr>
          <p:cNvSpPr>
            <a:spLocks noChangeAspect="1"/>
          </p:cNvSpPr>
          <p:nvPr/>
        </p:nvSpPr>
        <p:spPr>
          <a:xfrm>
            <a:off x="1881590" y="2049232"/>
            <a:ext cx="180000" cy="18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FED1A904-47A8-EA2D-635D-C04378B62213}"/>
              </a:ext>
            </a:extLst>
          </p:cNvPr>
          <p:cNvSpPr>
            <a:spLocks noChangeAspect="1"/>
          </p:cNvSpPr>
          <p:nvPr/>
        </p:nvSpPr>
        <p:spPr>
          <a:xfrm>
            <a:off x="2546535" y="2049232"/>
            <a:ext cx="180000" cy="18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6" name="箭头: 下弧形 55">
            <a:extLst>
              <a:ext uri="{FF2B5EF4-FFF2-40B4-BE49-F238E27FC236}">
                <a16:creationId xmlns:a16="http://schemas.microsoft.com/office/drawing/2014/main" id="{8C3FFD69-3EBC-FB72-F4E1-9484364FD3E9}"/>
              </a:ext>
            </a:extLst>
          </p:cNvPr>
          <p:cNvSpPr>
            <a:spLocks/>
          </p:cNvSpPr>
          <p:nvPr/>
        </p:nvSpPr>
        <p:spPr>
          <a:xfrm rot="18516065">
            <a:off x="1864689" y="2265428"/>
            <a:ext cx="288000" cy="144000"/>
          </a:xfrm>
          <a:prstGeom prst="curvedUpArrow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箭头: 下弧形 66">
            <a:extLst>
              <a:ext uri="{FF2B5EF4-FFF2-40B4-BE49-F238E27FC236}">
                <a16:creationId xmlns:a16="http://schemas.microsoft.com/office/drawing/2014/main" id="{41FA0B57-389F-08B0-4288-F94322C7B258}"/>
              </a:ext>
            </a:extLst>
          </p:cNvPr>
          <p:cNvSpPr>
            <a:spLocks/>
          </p:cNvSpPr>
          <p:nvPr/>
        </p:nvSpPr>
        <p:spPr>
          <a:xfrm rot="18516065">
            <a:off x="2540494" y="2265427"/>
            <a:ext cx="288000" cy="144000"/>
          </a:xfrm>
          <a:prstGeom prst="curvedUpArrow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9" name="箭头: 下弧形 68">
            <a:extLst>
              <a:ext uri="{FF2B5EF4-FFF2-40B4-BE49-F238E27FC236}">
                <a16:creationId xmlns:a16="http://schemas.microsoft.com/office/drawing/2014/main" id="{782313F6-BECD-5194-A454-7067AC7CFA68}"/>
              </a:ext>
            </a:extLst>
          </p:cNvPr>
          <p:cNvSpPr>
            <a:spLocks/>
          </p:cNvSpPr>
          <p:nvPr/>
        </p:nvSpPr>
        <p:spPr>
          <a:xfrm rot="18516065">
            <a:off x="1864688" y="1752115"/>
            <a:ext cx="288000" cy="144000"/>
          </a:xfrm>
          <a:prstGeom prst="curvedUpArrow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箭头: 下弧形 70">
            <a:extLst>
              <a:ext uri="{FF2B5EF4-FFF2-40B4-BE49-F238E27FC236}">
                <a16:creationId xmlns:a16="http://schemas.microsoft.com/office/drawing/2014/main" id="{842B4DE1-2F66-8F28-8685-FEAD2978ED85}"/>
              </a:ext>
            </a:extLst>
          </p:cNvPr>
          <p:cNvSpPr>
            <a:spLocks/>
          </p:cNvSpPr>
          <p:nvPr/>
        </p:nvSpPr>
        <p:spPr>
          <a:xfrm rot="18516065">
            <a:off x="2540493" y="1752114"/>
            <a:ext cx="288000" cy="144000"/>
          </a:xfrm>
          <a:prstGeom prst="curvedUpArrow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32DD2B5E-BAF1-2EBB-2AF5-7F2D77D33178}"/>
              </a:ext>
            </a:extLst>
          </p:cNvPr>
          <p:cNvCxnSpPr>
            <a:cxnSpLocks/>
          </p:cNvCxnSpPr>
          <p:nvPr/>
        </p:nvCxnSpPr>
        <p:spPr>
          <a:xfrm>
            <a:off x="65406" y="6296873"/>
            <a:ext cx="2664000" cy="0"/>
          </a:xfrm>
          <a:prstGeom prst="line">
            <a:avLst/>
          </a:prstGeom>
          <a:ln w="19050">
            <a:solidFill>
              <a:schemeClr val="accent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1E2944DE-A29F-9D8B-F853-1BDE4F20F547}"/>
              </a:ext>
            </a:extLst>
          </p:cNvPr>
          <p:cNvCxnSpPr>
            <a:cxnSpLocks/>
          </p:cNvCxnSpPr>
          <p:nvPr/>
        </p:nvCxnSpPr>
        <p:spPr>
          <a:xfrm>
            <a:off x="82944" y="5250480"/>
            <a:ext cx="2664000" cy="0"/>
          </a:xfrm>
          <a:prstGeom prst="line">
            <a:avLst/>
          </a:prstGeom>
          <a:ln w="19050">
            <a:solidFill>
              <a:schemeClr val="accent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C913EA03-BBB4-8569-F8FC-E2CBD0712172}"/>
              </a:ext>
            </a:extLst>
          </p:cNvPr>
          <p:cNvCxnSpPr/>
          <p:nvPr/>
        </p:nvCxnSpPr>
        <p:spPr>
          <a:xfrm>
            <a:off x="455264" y="4697216"/>
            <a:ext cx="0" cy="2088000"/>
          </a:xfrm>
          <a:prstGeom prst="line">
            <a:avLst/>
          </a:prstGeom>
          <a:ln w="19050">
            <a:solidFill>
              <a:schemeClr val="accent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6E1212DA-6624-3252-3CA6-5FBF5F006710}"/>
              </a:ext>
            </a:extLst>
          </p:cNvPr>
          <p:cNvCxnSpPr/>
          <p:nvPr/>
        </p:nvCxnSpPr>
        <p:spPr>
          <a:xfrm>
            <a:off x="2456745" y="4697216"/>
            <a:ext cx="0" cy="2088000"/>
          </a:xfrm>
          <a:prstGeom prst="line">
            <a:avLst/>
          </a:prstGeom>
          <a:ln w="19050">
            <a:solidFill>
              <a:schemeClr val="accent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椭圆 75">
            <a:extLst>
              <a:ext uri="{FF2B5EF4-FFF2-40B4-BE49-F238E27FC236}">
                <a16:creationId xmlns:a16="http://schemas.microsoft.com/office/drawing/2014/main" id="{99EA30D2-278E-D42E-3E68-027915FCFA0A}"/>
              </a:ext>
            </a:extLst>
          </p:cNvPr>
          <p:cNvSpPr>
            <a:spLocks noChangeAspect="1"/>
          </p:cNvSpPr>
          <p:nvPr/>
        </p:nvSpPr>
        <p:spPr>
          <a:xfrm>
            <a:off x="166255" y="4761513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A4686DE2-6D0D-5F09-F7A9-75A83EE652BE}"/>
              </a:ext>
            </a:extLst>
          </p:cNvPr>
          <p:cNvSpPr>
            <a:spLocks noChangeAspect="1"/>
          </p:cNvSpPr>
          <p:nvPr/>
        </p:nvSpPr>
        <p:spPr>
          <a:xfrm>
            <a:off x="831200" y="4761513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86FCC940-5BB9-95A2-3650-DBA3AA7A4EE8}"/>
              </a:ext>
            </a:extLst>
          </p:cNvPr>
          <p:cNvSpPr>
            <a:spLocks noChangeAspect="1"/>
          </p:cNvSpPr>
          <p:nvPr/>
        </p:nvSpPr>
        <p:spPr>
          <a:xfrm>
            <a:off x="1496145" y="4761513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A530DAC6-3FBE-A795-1E10-466F73011098}"/>
              </a:ext>
            </a:extLst>
          </p:cNvPr>
          <p:cNvSpPr>
            <a:spLocks noChangeAspect="1"/>
          </p:cNvSpPr>
          <p:nvPr/>
        </p:nvSpPr>
        <p:spPr>
          <a:xfrm>
            <a:off x="2161090" y="4761513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51707087-E302-8F8D-C1FC-54209D6302BE}"/>
              </a:ext>
            </a:extLst>
          </p:cNvPr>
          <p:cNvSpPr>
            <a:spLocks noChangeAspect="1"/>
          </p:cNvSpPr>
          <p:nvPr/>
        </p:nvSpPr>
        <p:spPr>
          <a:xfrm>
            <a:off x="166255" y="5290496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7E0596E1-798D-470A-C756-41481BCB0563}"/>
              </a:ext>
            </a:extLst>
          </p:cNvPr>
          <p:cNvSpPr>
            <a:spLocks noChangeAspect="1"/>
          </p:cNvSpPr>
          <p:nvPr/>
        </p:nvSpPr>
        <p:spPr>
          <a:xfrm>
            <a:off x="831200" y="5290496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988960A1-4D03-54FF-673B-6C44E8398D6C}"/>
              </a:ext>
            </a:extLst>
          </p:cNvPr>
          <p:cNvSpPr>
            <a:spLocks noChangeAspect="1"/>
          </p:cNvSpPr>
          <p:nvPr/>
        </p:nvSpPr>
        <p:spPr>
          <a:xfrm>
            <a:off x="1496145" y="5290496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DFF0E638-DE33-79AA-9F9D-752E387AD406}"/>
              </a:ext>
            </a:extLst>
          </p:cNvPr>
          <p:cNvSpPr>
            <a:spLocks noChangeAspect="1"/>
          </p:cNvSpPr>
          <p:nvPr/>
        </p:nvSpPr>
        <p:spPr>
          <a:xfrm>
            <a:off x="2161090" y="5290496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9111E2C5-4E51-9675-D87C-C53A57B55E99}"/>
              </a:ext>
            </a:extLst>
          </p:cNvPr>
          <p:cNvSpPr>
            <a:spLocks noChangeAspect="1"/>
          </p:cNvSpPr>
          <p:nvPr/>
        </p:nvSpPr>
        <p:spPr>
          <a:xfrm>
            <a:off x="166255" y="5809172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84FE5B0C-395B-9098-DD6E-67F387EE97CD}"/>
              </a:ext>
            </a:extLst>
          </p:cNvPr>
          <p:cNvSpPr>
            <a:spLocks noChangeAspect="1"/>
          </p:cNvSpPr>
          <p:nvPr/>
        </p:nvSpPr>
        <p:spPr>
          <a:xfrm>
            <a:off x="831200" y="5809172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6F752CF3-9B53-D169-4AE1-B9AAD4C3A89B}"/>
              </a:ext>
            </a:extLst>
          </p:cNvPr>
          <p:cNvSpPr>
            <a:spLocks noChangeAspect="1"/>
          </p:cNvSpPr>
          <p:nvPr/>
        </p:nvSpPr>
        <p:spPr>
          <a:xfrm>
            <a:off x="1496145" y="5809172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7" name="椭圆 86">
            <a:extLst>
              <a:ext uri="{FF2B5EF4-FFF2-40B4-BE49-F238E27FC236}">
                <a16:creationId xmlns:a16="http://schemas.microsoft.com/office/drawing/2014/main" id="{6FC4584B-21CA-4705-E694-BC4613BF37C7}"/>
              </a:ext>
            </a:extLst>
          </p:cNvPr>
          <p:cNvSpPr>
            <a:spLocks noChangeAspect="1"/>
          </p:cNvSpPr>
          <p:nvPr/>
        </p:nvSpPr>
        <p:spPr>
          <a:xfrm>
            <a:off x="2161090" y="5809172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05D37DA1-6CC4-846D-A13D-30A9F416B9A6}"/>
              </a:ext>
            </a:extLst>
          </p:cNvPr>
          <p:cNvSpPr>
            <a:spLocks noChangeAspect="1"/>
          </p:cNvSpPr>
          <p:nvPr/>
        </p:nvSpPr>
        <p:spPr>
          <a:xfrm>
            <a:off x="166255" y="6356350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E3F1D446-DC33-B24E-6D82-71CB313FF25B}"/>
              </a:ext>
            </a:extLst>
          </p:cNvPr>
          <p:cNvSpPr>
            <a:spLocks noChangeAspect="1"/>
          </p:cNvSpPr>
          <p:nvPr/>
        </p:nvSpPr>
        <p:spPr>
          <a:xfrm>
            <a:off x="831200" y="6356350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26721AB2-1F2E-6178-072B-8A707EB14A03}"/>
              </a:ext>
            </a:extLst>
          </p:cNvPr>
          <p:cNvSpPr>
            <a:spLocks noChangeAspect="1"/>
          </p:cNvSpPr>
          <p:nvPr/>
        </p:nvSpPr>
        <p:spPr>
          <a:xfrm>
            <a:off x="1496145" y="6356350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968F9E5C-47D0-F015-DEE4-A3CBA1E5E6B3}"/>
              </a:ext>
            </a:extLst>
          </p:cNvPr>
          <p:cNvSpPr>
            <a:spLocks noChangeAspect="1"/>
          </p:cNvSpPr>
          <p:nvPr/>
        </p:nvSpPr>
        <p:spPr>
          <a:xfrm>
            <a:off x="2161090" y="6356350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E8E4A1F8-5E3B-A0D4-AE29-F3F9242D3189}"/>
              </a:ext>
            </a:extLst>
          </p:cNvPr>
          <p:cNvSpPr>
            <a:spLocks noChangeAspect="1"/>
          </p:cNvSpPr>
          <p:nvPr/>
        </p:nvSpPr>
        <p:spPr>
          <a:xfrm>
            <a:off x="367486" y="5149701"/>
            <a:ext cx="180000" cy="18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48E4CABC-9F35-F766-3ADD-F0E36D1D2BF2}"/>
              </a:ext>
            </a:extLst>
          </p:cNvPr>
          <p:cNvSpPr>
            <a:spLocks noChangeAspect="1"/>
          </p:cNvSpPr>
          <p:nvPr/>
        </p:nvSpPr>
        <p:spPr>
          <a:xfrm>
            <a:off x="2360817" y="5149701"/>
            <a:ext cx="180000" cy="18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5CCC0586-1DAD-6EBC-37A2-8A4C1544BA2D}"/>
              </a:ext>
            </a:extLst>
          </p:cNvPr>
          <p:cNvSpPr>
            <a:spLocks noChangeAspect="1"/>
          </p:cNvSpPr>
          <p:nvPr/>
        </p:nvSpPr>
        <p:spPr>
          <a:xfrm>
            <a:off x="365264" y="6206873"/>
            <a:ext cx="180000" cy="18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2CAF7072-6403-4824-C5A6-AEA7392EA995}"/>
              </a:ext>
            </a:extLst>
          </p:cNvPr>
          <p:cNvSpPr>
            <a:spLocks noChangeAspect="1"/>
          </p:cNvSpPr>
          <p:nvPr/>
        </p:nvSpPr>
        <p:spPr>
          <a:xfrm>
            <a:off x="2358595" y="6206873"/>
            <a:ext cx="180000" cy="18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CFC96683-7436-19DD-73A3-28F4368DA2B3}"/>
              </a:ext>
            </a:extLst>
          </p:cNvPr>
          <p:cNvCxnSpPr>
            <a:cxnSpLocks/>
          </p:cNvCxnSpPr>
          <p:nvPr/>
        </p:nvCxnSpPr>
        <p:spPr>
          <a:xfrm>
            <a:off x="2984299" y="6296873"/>
            <a:ext cx="2664000" cy="0"/>
          </a:xfrm>
          <a:prstGeom prst="line">
            <a:avLst/>
          </a:prstGeom>
          <a:ln w="19050">
            <a:solidFill>
              <a:schemeClr val="accent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A83B2DBD-A358-EF36-1C03-A069D5652F50}"/>
              </a:ext>
            </a:extLst>
          </p:cNvPr>
          <p:cNvCxnSpPr>
            <a:cxnSpLocks/>
          </p:cNvCxnSpPr>
          <p:nvPr/>
        </p:nvCxnSpPr>
        <p:spPr>
          <a:xfrm>
            <a:off x="3001837" y="5250480"/>
            <a:ext cx="2664000" cy="0"/>
          </a:xfrm>
          <a:prstGeom prst="line">
            <a:avLst/>
          </a:prstGeom>
          <a:ln w="19050">
            <a:solidFill>
              <a:schemeClr val="accent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3D9C9F55-9244-395C-D1F2-66451BB9312A}"/>
              </a:ext>
            </a:extLst>
          </p:cNvPr>
          <p:cNvCxnSpPr/>
          <p:nvPr/>
        </p:nvCxnSpPr>
        <p:spPr>
          <a:xfrm>
            <a:off x="3374157" y="4697216"/>
            <a:ext cx="0" cy="2088000"/>
          </a:xfrm>
          <a:prstGeom prst="line">
            <a:avLst/>
          </a:prstGeom>
          <a:ln w="19050">
            <a:solidFill>
              <a:schemeClr val="accent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4FE53ACA-3B10-3E65-F3E5-4F5C5D04A9AD}"/>
              </a:ext>
            </a:extLst>
          </p:cNvPr>
          <p:cNvCxnSpPr/>
          <p:nvPr/>
        </p:nvCxnSpPr>
        <p:spPr>
          <a:xfrm>
            <a:off x="4688698" y="4697216"/>
            <a:ext cx="0" cy="2088000"/>
          </a:xfrm>
          <a:prstGeom prst="line">
            <a:avLst/>
          </a:prstGeom>
          <a:ln w="19050">
            <a:solidFill>
              <a:schemeClr val="accent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椭圆 103">
            <a:extLst>
              <a:ext uri="{FF2B5EF4-FFF2-40B4-BE49-F238E27FC236}">
                <a16:creationId xmlns:a16="http://schemas.microsoft.com/office/drawing/2014/main" id="{E28F0AF6-B448-B460-1064-74B06B26811C}"/>
              </a:ext>
            </a:extLst>
          </p:cNvPr>
          <p:cNvSpPr>
            <a:spLocks noChangeAspect="1"/>
          </p:cNvSpPr>
          <p:nvPr/>
        </p:nvSpPr>
        <p:spPr>
          <a:xfrm>
            <a:off x="3085148" y="4761513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DBA34004-C273-0A27-5C98-F0DC3C330DE4}"/>
              </a:ext>
            </a:extLst>
          </p:cNvPr>
          <p:cNvSpPr>
            <a:spLocks noChangeAspect="1"/>
          </p:cNvSpPr>
          <p:nvPr/>
        </p:nvSpPr>
        <p:spPr>
          <a:xfrm>
            <a:off x="3750093" y="4761513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4215F82A-A0D3-F797-6192-CEBF0C66CB8D}"/>
              </a:ext>
            </a:extLst>
          </p:cNvPr>
          <p:cNvSpPr>
            <a:spLocks noChangeAspect="1"/>
          </p:cNvSpPr>
          <p:nvPr/>
        </p:nvSpPr>
        <p:spPr>
          <a:xfrm>
            <a:off x="4415038" y="4761513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7" name="椭圆 106">
            <a:extLst>
              <a:ext uri="{FF2B5EF4-FFF2-40B4-BE49-F238E27FC236}">
                <a16:creationId xmlns:a16="http://schemas.microsoft.com/office/drawing/2014/main" id="{EB1117A7-3040-48C5-DBDA-FB1472B5A656}"/>
              </a:ext>
            </a:extLst>
          </p:cNvPr>
          <p:cNvSpPr>
            <a:spLocks noChangeAspect="1"/>
          </p:cNvSpPr>
          <p:nvPr/>
        </p:nvSpPr>
        <p:spPr>
          <a:xfrm>
            <a:off x="5079983" y="4761513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5D171043-4192-C80B-E1DF-0E45F78134F2}"/>
              </a:ext>
            </a:extLst>
          </p:cNvPr>
          <p:cNvSpPr>
            <a:spLocks noChangeAspect="1"/>
          </p:cNvSpPr>
          <p:nvPr/>
        </p:nvSpPr>
        <p:spPr>
          <a:xfrm>
            <a:off x="3085148" y="5290496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77F30B77-FF44-1B06-5716-85121C66ADE9}"/>
              </a:ext>
            </a:extLst>
          </p:cNvPr>
          <p:cNvSpPr>
            <a:spLocks noChangeAspect="1"/>
          </p:cNvSpPr>
          <p:nvPr/>
        </p:nvSpPr>
        <p:spPr>
          <a:xfrm>
            <a:off x="3750093" y="5290496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99472DB8-9DE0-D8FD-E7F9-53526305E905}"/>
              </a:ext>
            </a:extLst>
          </p:cNvPr>
          <p:cNvSpPr>
            <a:spLocks noChangeAspect="1"/>
          </p:cNvSpPr>
          <p:nvPr/>
        </p:nvSpPr>
        <p:spPr>
          <a:xfrm>
            <a:off x="4415038" y="5290496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1" name="椭圆 110">
            <a:extLst>
              <a:ext uri="{FF2B5EF4-FFF2-40B4-BE49-F238E27FC236}">
                <a16:creationId xmlns:a16="http://schemas.microsoft.com/office/drawing/2014/main" id="{BDAC1069-D353-75BA-B187-AD3997C20E66}"/>
              </a:ext>
            </a:extLst>
          </p:cNvPr>
          <p:cNvSpPr>
            <a:spLocks noChangeAspect="1"/>
          </p:cNvSpPr>
          <p:nvPr/>
        </p:nvSpPr>
        <p:spPr>
          <a:xfrm>
            <a:off x="5079983" y="5290496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2" name="椭圆 111">
            <a:extLst>
              <a:ext uri="{FF2B5EF4-FFF2-40B4-BE49-F238E27FC236}">
                <a16:creationId xmlns:a16="http://schemas.microsoft.com/office/drawing/2014/main" id="{A2350E2A-78F6-1D51-DD50-3464C2C990E5}"/>
              </a:ext>
            </a:extLst>
          </p:cNvPr>
          <p:cNvSpPr>
            <a:spLocks noChangeAspect="1"/>
          </p:cNvSpPr>
          <p:nvPr/>
        </p:nvSpPr>
        <p:spPr>
          <a:xfrm>
            <a:off x="3085148" y="5809172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3" name="椭圆 112">
            <a:extLst>
              <a:ext uri="{FF2B5EF4-FFF2-40B4-BE49-F238E27FC236}">
                <a16:creationId xmlns:a16="http://schemas.microsoft.com/office/drawing/2014/main" id="{B41F363B-0844-08E8-B4B8-6416C3E38F6D}"/>
              </a:ext>
            </a:extLst>
          </p:cNvPr>
          <p:cNvSpPr>
            <a:spLocks noChangeAspect="1"/>
          </p:cNvSpPr>
          <p:nvPr/>
        </p:nvSpPr>
        <p:spPr>
          <a:xfrm>
            <a:off x="3750093" y="5809172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4" name="椭圆 113">
            <a:extLst>
              <a:ext uri="{FF2B5EF4-FFF2-40B4-BE49-F238E27FC236}">
                <a16:creationId xmlns:a16="http://schemas.microsoft.com/office/drawing/2014/main" id="{774E8AF0-A884-6151-006F-A9D3595C08C8}"/>
              </a:ext>
            </a:extLst>
          </p:cNvPr>
          <p:cNvSpPr>
            <a:spLocks noChangeAspect="1"/>
          </p:cNvSpPr>
          <p:nvPr/>
        </p:nvSpPr>
        <p:spPr>
          <a:xfrm>
            <a:off x="4415038" y="5809172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D82E7644-5290-6378-0F68-3A5ACE61F52E}"/>
              </a:ext>
            </a:extLst>
          </p:cNvPr>
          <p:cNvSpPr>
            <a:spLocks noChangeAspect="1"/>
          </p:cNvSpPr>
          <p:nvPr/>
        </p:nvSpPr>
        <p:spPr>
          <a:xfrm>
            <a:off x="5079983" y="5809172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6" name="椭圆 115">
            <a:extLst>
              <a:ext uri="{FF2B5EF4-FFF2-40B4-BE49-F238E27FC236}">
                <a16:creationId xmlns:a16="http://schemas.microsoft.com/office/drawing/2014/main" id="{2ABE2D6E-55C6-BC17-93BE-6ABB2ACDE29F}"/>
              </a:ext>
            </a:extLst>
          </p:cNvPr>
          <p:cNvSpPr>
            <a:spLocks noChangeAspect="1"/>
          </p:cNvSpPr>
          <p:nvPr/>
        </p:nvSpPr>
        <p:spPr>
          <a:xfrm>
            <a:off x="3085148" y="6356350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7" name="椭圆 116">
            <a:extLst>
              <a:ext uri="{FF2B5EF4-FFF2-40B4-BE49-F238E27FC236}">
                <a16:creationId xmlns:a16="http://schemas.microsoft.com/office/drawing/2014/main" id="{5308F30D-DE51-8B03-2BB9-1051013D024A}"/>
              </a:ext>
            </a:extLst>
          </p:cNvPr>
          <p:cNvSpPr>
            <a:spLocks noChangeAspect="1"/>
          </p:cNvSpPr>
          <p:nvPr/>
        </p:nvSpPr>
        <p:spPr>
          <a:xfrm>
            <a:off x="3750093" y="6356350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E86A375C-CEAC-2499-EC50-E84944DBF1C7}"/>
              </a:ext>
            </a:extLst>
          </p:cNvPr>
          <p:cNvSpPr>
            <a:spLocks noChangeAspect="1"/>
          </p:cNvSpPr>
          <p:nvPr/>
        </p:nvSpPr>
        <p:spPr>
          <a:xfrm>
            <a:off x="4415038" y="6356350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9" name="椭圆 118">
            <a:extLst>
              <a:ext uri="{FF2B5EF4-FFF2-40B4-BE49-F238E27FC236}">
                <a16:creationId xmlns:a16="http://schemas.microsoft.com/office/drawing/2014/main" id="{AEA63FA3-F0F0-0A33-568C-1A8D4DB95E44}"/>
              </a:ext>
            </a:extLst>
          </p:cNvPr>
          <p:cNvSpPr>
            <a:spLocks noChangeAspect="1"/>
          </p:cNvSpPr>
          <p:nvPr/>
        </p:nvSpPr>
        <p:spPr>
          <a:xfrm>
            <a:off x="5079983" y="6356350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2F7838D4-623F-6A13-C3FD-D426F2E4FEA5}"/>
              </a:ext>
            </a:extLst>
          </p:cNvPr>
          <p:cNvSpPr>
            <a:spLocks noChangeAspect="1"/>
          </p:cNvSpPr>
          <p:nvPr/>
        </p:nvSpPr>
        <p:spPr>
          <a:xfrm>
            <a:off x="3286379" y="5149701"/>
            <a:ext cx="180000" cy="18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44EA4A59-E4E4-D652-E654-CCFCED335ED0}"/>
              </a:ext>
            </a:extLst>
          </p:cNvPr>
          <p:cNvSpPr>
            <a:spLocks noChangeAspect="1"/>
          </p:cNvSpPr>
          <p:nvPr/>
        </p:nvSpPr>
        <p:spPr>
          <a:xfrm>
            <a:off x="4592770" y="5149701"/>
            <a:ext cx="180000" cy="18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351ACC8D-079A-6978-AE00-BFE6235A333F}"/>
              </a:ext>
            </a:extLst>
          </p:cNvPr>
          <p:cNvSpPr>
            <a:spLocks noChangeAspect="1"/>
          </p:cNvSpPr>
          <p:nvPr/>
        </p:nvSpPr>
        <p:spPr>
          <a:xfrm>
            <a:off x="3284157" y="6206873"/>
            <a:ext cx="180000" cy="18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7962F04A-7C49-E2A1-320F-E64FA7C64EF0}"/>
              </a:ext>
            </a:extLst>
          </p:cNvPr>
          <p:cNvSpPr>
            <a:spLocks noChangeAspect="1"/>
          </p:cNvSpPr>
          <p:nvPr/>
        </p:nvSpPr>
        <p:spPr>
          <a:xfrm>
            <a:off x="4590548" y="6206873"/>
            <a:ext cx="180000" cy="18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4" name="箭头: 下 123">
            <a:extLst>
              <a:ext uri="{FF2B5EF4-FFF2-40B4-BE49-F238E27FC236}">
                <a16:creationId xmlns:a16="http://schemas.microsoft.com/office/drawing/2014/main" id="{B3B214A5-048C-5072-DC5F-E17A3FD556C2}"/>
              </a:ext>
            </a:extLst>
          </p:cNvPr>
          <p:cNvSpPr/>
          <p:nvPr/>
        </p:nvSpPr>
        <p:spPr>
          <a:xfrm>
            <a:off x="3690312" y="3782538"/>
            <a:ext cx="162188" cy="434946"/>
          </a:xfrm>
          <a:prstGeom prst="downArrow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6" name="箭头: 下 125">
            <a:extLst>
              <a:ext uri="{FF2B5EF4-FFF2-40B4-BE49-F238E27FC236}">
                <a16:creationId xmlns:a16="http://schemas.microsoft.com/office/drawing/2014/main" id="{D123B3D9-52DD-B3C9-B189-900177AEDAA8}"/>
              </a:ext>
            </a:extLst>
          </p:cNvPr>
          <p:cNvSpPr/>
          <p:nvPr/>
        </p:nvSpPr>
        <p:spPr>
          <a:xfrm>
            <a:off x="1724126" y="3844498"/>
            <a:ext cx="162188" cy="434946"/>
          </a:xfrm>
          <a:prstGeom prst="downArrow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2" name="panel_c_stretch_ok_circle">
            <a:extLst>
              <a:ext uri="{FF2B5EF4-FFF2-40B4-BE49-F238E27FC236}">
                <a16:creationId xmlns:a16="http://schemas.microsoft.com/office/drawing/2014/main" id="{E771BC11-0CE4-1DF3-BFE9-CDF841E5E38D}"/>
              </a:ext>
            </a:extLst>
          </p:cNvPr>
          <p:cNvSpPr>
            <a:spLocks noGrp="1"/>
          </p:cNvSpPr>
          <p:nvPr/>
        </p:nvSpPr>
        <p:spPr>
          <a:xfrm>
            <a:off x="1893195" y="3831958"/>
            <a:ext cx="438150" cy="438150"/>
          </a:xfrm>
          <a:prstGeom prst="ellipse">
            <a:avLst/>
          </a:prstGeom>
          <a:solidFill>
            <a:srgbClr val="008000"/>
          </a:solidFill>
          <a:ln w="0">
            <a:noFill/>
            <a:prstDash val="solid"/>
          </a:ln>
        </p:spPr>
      </p:sp>
      <p:sp>
        <p:nvSpPr>
          <p:cNvPr id="134" name="panel_c_stretch_ok_check">
            <a:extLst>
              <a:ext uri="{FF2B5EF4-FFF2-40B4-BE49-F238E27FC236}">
                <a16:creationId xmlns:a16="http://schemas.microsoft.com/office/drawing/2014/main" id="{4F59E2F6-BB07-22D0-4370-D73A76793630}"/>
              </a:ext>
            </a:extLst>
          </p:cNvPr>
          <p:cNvSpPr>
            <a:spLocks noGrp="1"/>
          </p:cNvSpPr>
          <p:nvPr/>
        </p:nvSpPr>
        <p:spPr>
          <a:xfrm>
            <a:off x="1893195" y="3831958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325" b="1" i="0">
                <a:solidFill>
                  <a:srgbClr val="FFFFFF"/>
                </a:solidFill>
              </a:defRPr>
            </a:pPr>
            <a:r>
              <a:rPr sz="2325" b="1" i="0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9" name="灯片编号占位符 1">
            <a:extLst>
              <a:ext uri="{FF2B5EF4-FFF2-40B4-BE49-F238E27FC236}">
                <a16:creationId xmlns:a16="http://schemas.microsoft.com/office/drawing/2014/main" id="{76B63EEA-A700-7742-738F-117E3A72A79C}"/>
              </a:ext>
            </a:extLst>
          </p:cNvPr>
          <p:cNvSpPr txBox="1">
            <a:spLocks/>
          </p:cNvSpPr>
          <p:nvPr/>
        </p:nvSpPr>
        <p:spPr>
          <a:xfrm>
            <a:off x="8617600" y="633787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B466BE2-40FE-4A59-82BB-128E7E394AEC}" type="slidenum">
              <a:rPr lang="zh-CN" altLang="en-US" smtClean="0"/>
              <a:pPr/>
              <a:t>14</a:t>
            </a:fld>
            <a:endParaRPr lang="zh-CN" altLang="en-US"/>
          </a:p>
        </p:txBody>
      </p:sp>
      <p:sp>
        <p:nvSpPr>
          <p:cNvPr id="143" name="panel_b_far_bad_circle">
            <a:extLst>
              <a:ext uri="{FF2B5EF4-FFF2-40B4-BE49-F238E27FC236}">
                <a16:creationId xmlns:a16="http://schemas.microsoft.com/office/drawing/2014/main" id="{A108DE37-E155-EE51-148B-EA8BA0E4DBD5}"/>
              </a:ext>
            </a:extLst>
          </p:cNvPr>
          <p:cNvSpPr>
            <a:spLocks noGrp="1"/>
          </p:cNvSpPr>
          <p:nvPr/>
        </p:nvSpPr>
        <p:spPr>
          <a:xfrm>
            <a:off x="3825120" y="3764671"/>
            <a:ext cx="438150" cy="438150"/>
          </a:xfrm>
          <a:prstGeom prst="ellipse">
            <a:avLst/>
          </a:prstGeom>
          <a:solidFill>
            <a:srgbClr val="C51A00"/>
          </a:solidFill>
          <a:ln w="0">
            <a:noFill/>
            <a:prstDash val="solid"/>
          </a:ln>
        </p:spPr>
      </p:sp>
      <p:sp>
        <p:nvSpPr>
          <p:cNvPr id="145" name="panel_b_far_bad_cross">
            <a:extLst>
              <a:ext uri="{FF2B5EF4-FFF2-40B4-BE49-F238E27FC236}">
                <a16:creationId xmlns:a16="http://schemas.microsoft.com/office/drawing/2014/main" id="{D9F9157F-1C85-05AD-794F-E46B17B39D89}"/>
              </a:ext>
            </a:extLst>
          </p:cNvPr>
          <p:cNvSpPr>
            <a:spLocks noGrp="1"/>
          </p:cNvSpPr>
          <p:nvPr/>
        </p:nvSpPr>
        <p:spPr>
          <a:xfrm>
            <a:off x="3825120" y="3764671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D821059D-82E9-B5E2-39E8-0BFEFE6F1C98}"/>
              </a:ext>
            </a:extLst>
          </p:cNvPr>
          <p:cNvSpPr>
            <a:spLocks noChangeAspect="1"/>
          </p:cNvSpPr>
          <p:nvPr/>
        </p:nvSpPr>
        <p:spPr>
          <a:xfrm>
            <a:off x="275264" y="879469"/>
            <a:ext cx="180000" cy="18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3EE5BEAF-BA65-0A22-848F-6705B46F18A2}"/>
              </a:ext>
            </a:extLst>
          </p:cNvPr>
          <p:cNvSpPr txBox="1"/>
          <p:nvPr/>
        </p:nvSpPr>
        <p:spPr>
          <a:xfrm>
            <a:off x="455264" y="839672"/>
            <a:ext cx="8862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AOD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势阱</a:t>
            </a:r>
          </a:p>
        </p:txBody>
      </p: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97DD5A6B-92DF-F2FF-5D5D-F3B5C59A5E2C}"/>
              </a:ext>
            </a:extLst>
          </p:cNvPr>
          <p:cNvCxnSpPr>
            <a:cxnSpLocks/>
          </p:cNvCxnSpPr>
          <p:nvPr/>
        </p:nvCxnSpPr>
        <p:spPr>
          <a:xfrm>
            <a:off x="1581732" y="958639"/>
            <a:ext cx="360000" cy="0"/>
          </a:xfrm>
          <a:prstGeom prst="line">
            <a:avLst/>
          </a:prstGeom>
          <a:ln w="19050">
            <a:solidFill>
              <a:schemeClr val="accent2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文本框 149">
            <a:extLst>
              <a:ext uri="{FF2B5EF4-FFF2-40B4-BE49-F238E27FC236}">
                <a16:creationId xmlns:a16="http://schemas.microsoft.com/office/drawing/2014/main" id="{C5982A10-1F3C-D5E1-F4F0-D202E001D050}"/>
              </a:ext>
            </a:extLst>
          </p:cNvPr>
          <p:cNvSpPr txBox="1"/>
          <p:nvPr/>
        </p:nvSpPr>
        <p:spPr>
          <a:xfrm>
            <a:off x="1971590" y="797762"/>
            <a:ext cx="16831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AOD row/column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5" name="panel_c_stretch_text">
            <a:extLst>
              <a:ext uri="{FF2B5EF4-FFF2-40B4-BE49-F238E27FC236}">
                <a16:creationId xmlns:a16="http://schemas.microsoft.com/office/drawing/2014/main" id="{3B09A052-8ED3-4A92-8830-63786B0D4960}"/>
              </a:ext>
            </a:extLst>
          </p:cNvPr>
          <p:cNvSpPr>
            <a:spLocks noGrp="1"/>
          </p:cNvSpPr>
          <p:nvPr/>
        </p:nvSpPr>
        <p:spPr>
          <a:xfrm>
            <a:off x="986278" y="3760688"/>
            <a:ext cx="876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25" b="1" i="0">
                <a:solidFill>
                  <a:srgbClr val="111111"/>
                </a:solidFill>
              </a:defRPr>
            </a:pPr>
            <a:r>
              <a:rPr sz="1125" b="1" i="0" dirty="0">
                <a:solidFill>
                  <a:srgbClr val="111111"/>
                </a:solidFill>
              </a:rPr>
              <a:t>Stretch/</a:t>
            </a:r>
          </a:p>
          <a:p>
            <a:pPr algn="l">
              <a:defRPr sz="1125" b="1" i="0">
                <a:solidFill>
                  <a:srgbClr val="111111"/>
                </a:solidFill>
              </a:defRPr>
            </a:pPr>
            <a:r>
              <a:rPr sz="1125" b="1" i="0" dirty="0">
                <a:solidFill>
                  <a:srgbClr val="111111"/>
                </a:solidFill>
              </a:rPr>
              <a:t>Contract</a:t>
            </a:r>
          </a:p>
        </p:txBody>
      </p:sp>
      <p:sp>
        <p:nvSpPr>
          <p:cNvPr id="156" name="panel_c_crossing_text">
            <a:extLst>
              <a:ext uri="{FF2B5EF4-FFF2-40B4-BE49-F238E27FC236}">
                <a16:creationId xmlns:a16="http://schemas.microsoft.com/office/drawing/2014/main" id="{61FE2DF8-8DBE-488F-8252-8FD5B6B70DC2}"/>
              </a:ext>
            </a:extLst>
          </p:cNvPr>
          <p:cNvSpPr>
            <a:spLocks noGrp="1"/>
          </p:cNvSpPr>
          <p:nvPr/>
        </p:nvSpPr>
        <p:spPr>
          <a:xfrm>
            <a:off x="4092707" y="3723967"/>
            <a:ext cx="1000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25" b="1" i="0">
                <a:solidFill>
                  <a:srgbClr val="111111"/>
                </a:solidFill>
              </a:defRPr>
            </a:pPr>
            <a:r>
              <a:rPr sz="1125" b="1" i="0" dirty="0">
                <a:solidFill>
                  <a:srgbClr val="111111"/>
                </a:solidFill>
              </a:rPr>
              <a:t>Row/Col</a:t>
            </a:r>
          </a:p>
          <a:p>
            <a:pPr algn="ctr">
              <a:defRPr sz="1125" b="1" i="0">
                <a:solidFill>
                  <a:srgbClr val="111111"/>
                </a:solidFill>
              </a:defRPr>
            </a:pPr>
            <a:r>
              <a:rPr sz="1125" b="1" i="0" dirty="0">
                <a:solidFill>
                  <a:srgbClr val="111111"/>
                </a:solidFill>
              </a:rPr>
              <a:t>Crossing</a:t>
            </a:r>
          </a:p>
        </p:txBody>
      </p:sp>
    </p:spTree>
    <p:extLst>
      <p:ext uri="{BB962C8B-B14F-4D97-AF65-F5344CB8AC3E}">
        <p14:creationId xmlns:p14="http://schemas.microsoft.com/office/powerpoint/2010/main" val="890477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9" name="直接箭头连接符 178">
            <a:extLst>
              <a:ext uri="{FF2B5EF4-FFF2-40B4-BE49-F238E27FC236}">
                <a16:creationId xmlns:a16="http://schemas.microsoft.com/office/drawing/2014/main" id="{A0EBCD31-D8D3-6045-B847-1003F72AB6BE}"/>
              </a:ext>
            </a:extLst>
          </p:cNvPr>
          <p:cNvCxnSpPr>
            <a:stCxn id="155" idx="2"/>
            <a:endCxn id="109" idx="6"/>
          </p:cNvCxnSpPr>
          <p:nvPr/>
        </p:nvCxnSpPr>
        <p:spPr>
          <a:xfrm flipH="1">
            <a:off x="9875528" y="2251789"/>
            <a:ext cx="1466582" cy="0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箭头连接符 180">
            <a:extLst>
              <a:ext uri="{FF2B5EF4-FFF2-40B4-BE49-F238E27FC236}">
                <a16:creationId xmlns:a16="http://schemas.microsoft.com/office/drawing/2014/main" id="{2D845EEB-E219-D648-816F-1215E6BF8522}"/>
              </a:ext>
            </a:extLst>
          </p:cNvPr>
          <p:cNvCxnSpPr>
            <a:stCxn id="145" idx="2"/>
            <a:endCxn id="89" idx="5"/>
          </p:cNvCxnSpPr>
          <p:nvPr/>
        </p:nvCxnSpPr>
        <p:spPr>
          <a:xfrm flipH="1">
            <a:off x="9875528" y="2840701"/>
            <a:ext cx="1466582" cy="0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箭头连接符 182">
            <a:extLst>
              <a:ext uri="{FF2B5EF4-FFF2-40B4-BE49-F238E27FC236}">
                <a16:creationId xmlns:a16="http://schemas.microsoft.com/office/drawing/2014/main" id="{1131D25C-6D15-8B2B-B6FF-1A34103584A1}"/>
              </a:ext>
            </a:extLst>
          </p:cNvPr>
          <p:cNvCxnSpPr>
            <a:stCxn id="147" idx="2"/>
            <a:endCxn id="93" idx="6"/>
          </p:cNvCxnSpPr>
          <p:nvPr/>
        </p:nvCxnSpPr>
        <p:spPr>
          <a:xfrm flipH="1">
            <a:off x="9875528" y="3501613"/>
            <a:ext cx="1466582" cy="0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EE72901-4B4A-E780-5761-56E50B775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2A17223-CB50-7C64-CFCE-3A0FA672C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优化例子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FA0456DC-C673-EB04-8662-776FFF452D9D}"/>
              </a:ext>
            </a:extLst>
          </p:cNvPr>
          <p:cNvSpPr>
            <a:spLocks noChangeAspect="1"/>
          </p:cNvSpPr>
          <p:nvPr/>
        </p:nvSpPr>
        <p:spPr>
          <a:xfrm>
            <a:off x="3588120" y="277192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1D3D533-BE87-4E76-53B2-9A265D2FEFE5}"/>
              </a:ext>
            </a:extLst>
          </p:cNvPr>
          <p:cNvSpPr>
            <a:spLocks noChangeAspect="1"/>
          </p:cNvSpPr>
          <p:nvPr/>
        </p:nvSpPr>
        <p:spPr>
          <a:xfrm>
            <a:off x="4253065" y="277192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D2F1D4D-A10E-19AC-0808-9CD69D5304F0}"/>
              </a:ext>
            </a:extLst>
          </p:cNvPr>
          <p:cNvSpPr>
            <a:spLocks noChangeAspect="1"/>
          </p:cNvSpPr>
          <p:nvPr/>
        </p:nvSpPr>
        <p:spPr>
          <a:xfrm>
            <a:off x="4918010" y="277192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807AE431-1BFE-8A99-FE4E-8A804BB9EED7}"/>
              </a:ext>
            </a:extLst>
          </p:cNvPr>
          <p:cNvSpPr>
            <a:spLocks noChangeAspect="1"/>
          </p:cNvSpPr>
          <p:nvPr/>
        </p:nvSpPr>
        <p:spPr>
          <a:xfrm>
            <a:off x="5582955" y="277192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5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082DE7A-3DAB-0710-7540-2C316117F8B2}"/>
              </a:ext>
            </a:extLst>
          </p:cNvPr>
          <p:cNvSpPr>
            <a:spLocks noChangeAspect="1"/>
          </p:cNvSpPr>
          <p:nvPr/>
        </p:nvSpPr>
        <p:spPr>
          <a:xfrm>
            <a:off x="3588120" y="330091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0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459E4D7-2FD9-F8DC-E4E6-E3E8D565B4EE}"/>
              </a:ext>
            </a:extLst>
          </p:cNvPr>
          <p:cNvSpPr>
            <a:spLocks noChangeAspect="1"/>
          </p:cNvSpPr>
          <p:nvPr/>
        </p:nvSpPr>
        <p:spPr>
          <a:xfrm>
            <a:off x="4253065" y="330091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AE7D9E5-241E-16CB-B2F6-FC3F27EAF601}"/>
              </a:ext>
            </a:extLst>
          </p:cNvPr>
          <p:cNvSpPr>
            <a:spLocks noChangeAspect="1"/>
          </p:cNvSpPr>
          <p:nvPr/>
        </p:nvSpPr>
        <p:spPr>
          <a:xfrm>
            <a:off x="4918010" y="330091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8DA8863-3A5E-A014-41DE-27ACCDCE50E9}"/>
              </a:ext>
            </a:extLst>
          </p:cNvPr>
          <p:cNvSpPr>
            <a:spLocks noChangeAspect="1"/>
          </p:cNvSpPr>
          <p:nvPr/>
        </p:nvSpPr>
        <p:spPr>
          <a:xfrm>
            <a:off x="5582955" y="330091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61D6A51C-8AEC-A66D-3B0B-BF2A68811D29}"/>
              </a:ext>
            </a:extLst>
          </p:cNvPr>
          <p:cNvSpPr>
            <a:spLocks noChangeAspect="1"/>
          </p:cNvSpPr>
          <p:nvPr/>
        </p:nvSpPr>
        <p:spPr>
          <a:xfrm>
            <a:off x="3588120" y="105429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5F4E93F4-EC7C-C086-F245-8CC8871CF93C}"/>
              </a:ext>
            </a:extLst>
          </p:cNvPr>
          <p:cNvSpPr>
            <a:spLocks noChangeAspect="1"/>
          </p:cNvSpPr>
          <p:nvPr/>
        </p:nvSpPr>
        <p:spPr>
          <a:xfrm>
            <a:off x="4918010" y="105367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6B1BC272-BB6C-4F64-C99D-35B838AC2FBC}"/>
              </a:ext>
            </a:extLst>
          </p:cNvPr>
          <p:cNvSpPr>
            <a:spLocks noChangeAspect="1"/>
          </p:cNvSpPr>
          <p:nvPr/>
        </p:nvSpPr>
        <p:spPr>
          <a:xfrm>
            <a:off x="3588120" y="171520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0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0CD5DA2A-46EA-FD30-67EF-4DB5C0364D9E}"/>
              </a:ext>
            </a:extLst>
          </p:cNvPr>
          <p:cNvSpPr>
            <a:spLocks noChangeAspect="1"/>
          </p:cNvSpPr>
          <p:nvPr/>
        </p:nvSpPr>
        <p:spPr>
          <a:xfrm>
            <a:off x="4918010" y="171459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4C45206-3128-1ACC-C059-43634572C9A0}"/>
              </a:ext>
            </a:extLst>
          </p:cNvPr>
          <p:cNvSpPr/>
          <p:nvPr/>
        </p:nvSpPr>
        <p:spPr>
          <a:xfrm>
            <a:off x="3406788" y="909452"/>
            <a:ext cx="2442952" cy="1098216"/>
          </a:xfrm>
          <a:prstGeom prst="rect">
            <a:avLst/>
          </a:prstGeom>
          <a:solidFill>
            <a:schemeClr val="accent4"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8DBCAEA-D6B9-DD14-8418-239CA4AD6C4B}"/>
              </a:ext>
            </a:extLst>
          </p:cNvPr>
          <p:cNvSpPr/>
          <p:nvPr/>
        </p:nvSpPr>
        <p:spPr>
          <a:xfrm>
            <a:off x="3406789" y="2700445"/>
            <a:ext cx="2442951" cy="897529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BE39D0E0-2700-ECDE-85D4-FF06369AFF96}"/>
              </a:ext>
            </a:extLst>
          </p:cNvPr>
          <p:cNvSpPr>
            <a:spLocks noChangeAspect="1"/>
          </p:cNvSpPr>
          <p:nvPr/>
        </p:nvSpPr>
        <p:spPr>
          <a:xfrm>
            <a:off x="3732120" y="105367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155D3F66-A067-842C-7223-9E3E69EEDFFB}"/>
              </a:ext>
            </a:extLst>
          </p:cNvPr>
          <p:cNvSpPr>
            <a:spLocks noChangeAspect="1"/>
          </p:cNvSpPr>
          <p:nvPr/>
        </p:nvSpPr>
        <p:spPr>
          <a:xfrm>
            <a:off x="5062010" y="105306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5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3C3DBDA3-B498-52E7-DE1F-EF94CA49B8B9}"/>
              </a:ext>
            </a:extLst>
          </p:cNvPr>
          <p:cNvSpPr>
            <a:spLocks noChangeAspect="1"/>
          </p:cNvSpPr>
          <p:nvPr/>
        </p:nvSpPr>
        <p:spPr>
          <a:xfrm>
            <a:off x="3732120" y="171459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73B4890D-0FB9-8C80-8D35-C7B87C395480}"/>
              </a:ext>
            </a:extLst>
          </p:cNvPr>
          <p:cNvSpPr>
            <a:spLocks noChangeAspect="1"/>
          </p:cNvSpPr>
          <p:nvPr/>
        </p:nvSpPr>
        <p:spPr>
          <a:xfrm>
            <a:off x="5062010" y="171397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49B65869-6891-6087-169E-974572DFCDEB}"/>
              </a:ext>
            </a:extLst>
          </p:cNvPr>
          <p:cNvCxnSpPr>
            <a:cxnSpLocks/>
            <a:stCxn id="9" idx="0"/>
            <a:endCxn id="17" idx="4"/>
          </p:cNvCxnSpPr>
          <p:nvPr/>
        </p:nvCxnSpPr>
        <p:spPr>
          <a:xfrm flipV="1">
            <a:off x="3660120" y="1859204"/>
            <a:ext cx="0" cy="1441707"/>
          </a:xfrm>
          <a:prstGeom prst="straightConnector1">
            <a:avLst/>
          </a:prstGeom>
          <a:ln w="1905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CCBD3647-AD17-D77A-752F-67E072ECB162}"/>
              </a:ext>
            </a:extLst>
          </p:cNvPr>
          <p:cNvCxnSpPr>
            <a:stCxn id="10" idx="0"/>
            <a:endCxn id="35" idx="4"/>
          </p:cNvCxnSpPr>
          <p:nvPr/>
        </p:nvCxnSpPr>
        <p:spPr>
          <a:xfrm flipH="1" flipV="1">
            <a:off x="3804120" y="1858591"/>
            <a:ext cx="520945" cy="1442320"/>
          </a:xfrm>
          <a:prstGeom prst="straightConnector1">
            <a:avLst/>
          </a:prstGeom>
          <a:ln w="1905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3B567280-CC72-387C-246B-5B420356F30D}"/>
              </a:ext>
            </a:extLst>
          </p:cNvPr>
          <p:cNvCxnSpPr>
            <a:cxnSpLocks/>
            <a:stCxn id="6" idx="0"/>
            <a:endCxn id="15" idx="4"/>
          </p:cNvCxnSpPr>
          <p:nvPr/>
        </p:nvCxnSpPr>
        <p:spPr>
          <a:xfrm flipV="1">
            <a:off x="4990010" y="1197679"/>
            <a:ext cx="0" cy="1574249"/>
          </a:xfrm>
          <a:prstGeom prst="straightConnector1">
            <a:avLst/>
          </a:prstGeom>
          <a:ln w="1905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D991FCEA-5F53-F35C-5440-A01261F5EB38}"/>
              </a:ext>
            </a:extLst>
          </p:cNvPr>
          <p:cNvCxnSpPr>
            <a:stCxn id="7" idx="0"/>
            <a:endCxn id="33" idx="5"/>
          </p:cNvCxnSpPr>
          <p:nvPr/>
        </p:nvCxnSpPr>
        <p:spPr>
          <a:xfrm flipH="1" flipV="1">
            <a:off x="5184922" y="1175978"/>
            <a:ext cx="470033" cy="1595950"/>
          </a:xfrm>
          <a:prstGeom prst="straightConnector1">
            <a:avLst/>
          </a:prstGeom>
          <a:ln w="1905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椭圆 50">
            <a:extLst>
              <a:ext uri="{FF2B5EF4-FFF2-40B4-BE49-F238E27FC236}">
                <a16:creationId xmlns:a16="http://schemas.microsoft.com/office/drawing/2014/main" id="{60D006B6-D44B-B07B-6C80-B4E223A92C34}"/>
              </a:ext>
            </a:extLst>
          </p:cNvPr>
          <p:cNvSpPr>
            <a:spLocks noChangeAspect="1"/>
          </p:cNvSpPr>
          <p:nvPr/>
        </p:nvSpPr>
        <p:spPr>
          <a:xfrm>
            <a:off x="450492" y="277771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225002DA-59E2-8411-16C2-68B65AC16077}"/>
              </a:ext>
            </a:extLst>
          </p:cNvPr>
          <p:cNvSpPr>
            <a:spLocks noChangeAspect="1"/>
          </p:cNvSpPr>
          <p:nvPr/>
        </p:nvSpPr>
        <p:spPr>
          <a:xfrm>
            <a:off x="1115437" y="277771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651C1991-8560-47C7-9585-1EB6E7D07A17}"/>
              </a:ext>
            </a:extLst>
          </p:cNvPr>
          <p:cNvSpPr>
            <a:spLocks noChangeAspect="1"/>
          </p:cNvSpPr>
          <p:nvPr/>
        </p:nvSpPr>
        <p:spPr>
          <a:xfrm>
            <a:off x="1780382" y="277771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D1DF9648-B005-ECFA-A20D-1ADA17DD6C6C}"/>
              </a:ext>
            </a:extLst>
          </p:cNvPr>
          <p:cNvSpPr>
            <a:spLocks noChangeAspect="1"/>
          </p:cNvSpPr>
          <p:nvPr/>
        </p:nvSpPr>
        <p:spPr>
          <a:xfrm>
            <a:off x="2445327" y="277771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5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0E77D2AB-6BBA-B984-5217-E6555426A84B}"/>
              </a:ext>
            </a:extLst>
          </p:cNvPr>
          <p:cNvSpPr>
            <a:spLocks noChangeAspect="1"/>
          </p:cNvSpPr>
          <p:nvPr/>
        </p:nvSpPr>
        <p:spPr>
          <a:xfrm>
            <a:off x="450492" y="330670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0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261DDA24-B586-9EBB-537B-37FB5DE49E24}"/>
              </a:ext>
            </a:extLst>
          </p:cNvPr>
          <p:cNvSpPr>
            <a:spLocks noChangeAspect="1"/>
          </p:cNvSpPr>
          <p:nvPr/>
        </p:nvSpPr>
        <p:spPr>
          <a:xfrm>
            <a:off x="1115437" y="330670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9AF605C1-591A-E0F9-EDE5-BCE922EB184E}"/>
              </a:ext>
            </a:extLst>
          </p:cNvPr>
          <p:cNvSpPr>
            <a:spLocks noChangeAspect="1"/>
          </p:cNvSpPr>
          <p:nvPr/>
        </p:nvSpPr>
        <p:spPr>
          <a:xfrm>
            <a:off x="1780382" y="330670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76524B37-AF4A-C199-1B12-34484F7C9AAF}"/>
              </a:ext>
            </a:extLst>
          </p:cNvPr>
          <p:cNvSpPr>
            <a:spLocks noChangeAspect="1"/>
          </p:cNvSpPr>
          <p:nvPr/>
        </p:nvSpPr>
        <p:spPr>
          <a:xfrm>
            <a:off x="2445327" y="330670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9856E28D-B1AA-FE1B-69A5-074D8F1B334F}"/>
              </a:ext>
            </a:extLst>
          </p:cNvPr>
          <p:cNvSpPr>
            <a:spLocks noChangeAspect="1"/>
          </p:cNvSpPr>
          <p:nvPr/>
        </p:nvSpPr>
        <p:spPr>
          <a:xfrm>
            <a:off x="450492" y="106008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D761C8CD-0591-1968-6FCB-196C81C4853C}"/>
              </a:ext>
            </a:extLst>
          </p:cNvPr>
          <p:cNvSpPr>
            <a:spLocks noChangeAspect="1"/>
          </p:cNvSpPr>
          <p:nvPr/>
        </p:nvSpPr>
        <p:spPr>
          <a:xfrm>
            <a:off x="1780382" y="105946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216FAB98-1DE7-EACA-0EB7-ABCB655E8BC7}"/>
              </a:ext>
            </a:extLst>
          </p:cNvPr>
          <p:cNvSpPr>
            <a:spLocks noChangeAspect="1"/>
          </p:cNvSpPr>
          <p:nvPr/>
        </p:nvSpPr>
        <p:spPr>
          <a:xfrm>
            <a:off x="450492" y="172099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0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498B0F6F-5470-3655-D528-3FDE8483DDAD}"/>
              </a:ext>
            </a:extLst>
          </p:cNvPr>
          <p:cNvSpPr>
            <a:spLocks noChangeAspect="1"/>
          </p:cNvSpPr>
          <p:nvPr/>
        </p:nvSpPr>
        <p:spPr>
          <a:xfrm>
            <a:off x="1780382" y="172038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80B0BCEB-F4C6-56D5-53EF-E090DD06CF29}"/>
              </a:ext>
            </a:extLst>
          </p:cNvPr>
          <p:cNvSpPr/>
          <p:nvPr/>
        </p:nvSpPr>
        <p:spPr>
          <a:xfrm>
            <a:off x="269160" y="915242"/>
            <a:ext cx="2442952" cy="1098216"/>
          </a:xfrm>
          <a:prstGeom prst="rect">
            <a:avLst/>
          </a:prstGeom>
          <a:solidFill>
            <a:schemeClr val="accent4"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91CDF89B-6CB8-F63D-7023-744FFD68B1D3}"/>
              </a:ext>
            </a:extLst>
          </p:cNvPr>
          <p:cNvSpPr/>
          <p:nvPr/>
        </p:nvSpPr>
        <p:spPr>
          <a:xfrm>
            <a:off x="269161" y="2706235"/>
            <a:ext cx="2442951" cy="897529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4363829B-3953-4981-CDF6-3890BD4D4D74}"/>
              </a:ext>
            </a:extLst>
          </p:cNvPr>
          <p:cNvSpPr>
            <a:spLocks noChangeAspect="1"/>
          </p:cNvSpPr>
          <p:nvPr/>
        </p:nvSpPr>
        <p:spPr>
          <a:xfrm>
            <a:off x="594492" y="105946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054184BE-0271-35F0-513C-53922D1986A4}"/>
              </a:ext>
            </a:extLst>
          </p:cNvPr>
          <p:cNvSpPr>
            <a:spLocks noChangeAspect="1"/>
          </p:cNvSpPr>
          <p:nvPr/>
        </p:nvSpPr>
        <p:spPr>
          <a:xfrm>
            <a:off x="1924382" y="105885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9268FE84-E988-708E-A2A6-B88797F6015D}"/>
              </a:ext>
            </a:extLst>
          </p:cNvPr>
          <p:cNvSpPr>
            <a:spLocks noChangeAspect="1"/>
          </p:cNvSpPr>
          <p:nvPr/>
        </p:nvSpPr>
        <p:spPr>
          <a:xfrm>
            <a:off x="594492" y="172038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BA71B2C9-0FB2-89FA-04E9-2DE55A45592D}"/>
              </a:ext>
            </a:extLst>
          </p:cNvPr>
          <p:cNvSpPr>
            <a:spLocks noChangeAspect="1"/>
          </p:cNvSpPr>
          <p:nvPr/>
        </p:nvSpPr>
        <p:spPr>
          <a:xfrm>
            <a:off x="1924382" y="171976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5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69568D81-B1E6-4891-AECB-FA8ADCC5D7BE}"/>
              </a:ext>
            </a:extLst>
          </p:cNvPr>
          <p:cNvCxnSpPr>
            <a:cxnSpLocks/>
            <a:stCxn id="55" idx="0"/>
            <a:endCxn id="61" idx="4"/>
          </p:cNvCxnSpPr>
          <p:nvPr/>
        </p:nvCxnSpPr>
        <p:spPr>
          <a:xfrm flipV="1">
            <a:off x="522492" y="1864994"/>
            <a:ext cx="0" cy="1441707"/>
          </a:xfrm>
          <a:prstGeom prst="straightConnector1">
            <a:avLst/>
          </a:prstGeom>
          <a:ln w="1905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0BFBB577-718E-066F-5DB6-593642B32356}"/>
              </a:ext>
            </a:extLst>
          </p:cNvPr>
          <p:cNvCxnSpPr>
            <a:stCxn id="56" idx="0"/>
            <a:endCxn id="67" idx="4"/>
          </p:cNvCxnSpPr>
          <p:nvPr/>
        </p:nvCxnSpPr>
        <p:spPr>
          <a:xfrm flipH="1" flipV="1">
            <a:off x="666492" y="1864381"/>
            <a:ext cx="520945" cy="1442320"/>
          </a:xfrm>
          <a:prstGeom prst="straightConnector1">
            <a:avLst/>
          </a:prstGeom>
          <a:ln w="1905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E2FBBE96-73D1-00BA-AF22-A4A87A7DB103}"/>
              </a:ext>
            </a:extLst>
          </p:cNvPr>
          <p:cNvCxnSpPr>
            <a:cxnSpLocks/>
            <a:stCxn id="53" idx="0"/>
            <a:endCxn id="62" idx="4"/>
          </p:cNvCxnSpPr>
          <p:nvPr/>
        </p:nvCxnSpPr>
        <p:spPr>
          <a:xfrm flipV="1">
            <a:off x="1852382" y="1864381"/>
            <a:ext cx="0" cy="913337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DB5DBA2D-FB2E-3732-2E3E-16F069D9702E}"/>
              </a:ext>
            </a:extLst>
          </p:cNvPr>
          <p:cNvCxnSpPr>
            <a:cxnSpLocks/>
            <a:stCxn id="54" idx="0"/>
            <a:endCxn id="68" idx="5"/>
          </p:cNvCxnSpPr>
          <p:nvPr/>
        </p:nvCxnSpPr>
        <p:spPr>
          <a:xfrm flipH="1" flipV="1">
            <a:off x="2047294" y="1842680"/>
            <a:ext cx="470033" cy="935038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156B3DA4-663B-5E36-954B-14E3B4D70C08}"/>
              </a:ext>
            </a:extLst>
          </p:cNvPr>
          <p:cNvSpPr>
            <a:spLocks noChangeAspect="1"/>
          </p:cNvSpPr>
          <p:nvPr/>
        </p:nvSpPr>
        <p:spPr>
          <a:xfrm>
            <a:off x="7381279" y="276931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23CAF506-E98B-8590-EAC6-2CE9EC76919D}"/>
              </a:ext>
            </a:extLst>
          </p:cNvPr>
          <p:cNvSpPr>
            <a:spLocks noChangeAspect="1"/>
          </p:cNvSpPr>
          <p:nvPr/>
        </p:nvSpPr>
        <p:spPr>
          <a:xfrm>
            <a:off x="8297185" y="276870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62594E8A-F7E1-32B4-FA48-78AAC97677E5}"/>
              </a:ext>
            </a:extLst>
          </p:cNvPr>
          <p:cNvSpPr>
            <a:spLocks noChangeAspect="1"/>
          </p:cNvSpPr>
          <p:nvPr/>
        </p:nvSpPr>
        <p:spPr>
          <a:xfrm>
            <a:off x="7381279" y="343022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8FD355FD-B5B7-E232-CEFF-73929AE85D2B}"/>
              </a:ext>
            </a:extLst>
          </p:cNvPr>
          <p:cNvSpPr>
            <a:spLocks noChangeAspect="1"/>
          </p:cNvSpPr>
          <p:nvPr/>
        </p:nvSpPr>
        <p:spPr>
          <a:xfrm>
            <a:off x="8297185" y="342961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8CBE9E49-D785-4DF1-3BED-DF807D12758D}"/>
              </a:ext>
            </a:extLst>
          </p:cNvPr>
          <p:cNvSpPr>
            <a:spLocks noChangeAspect="1"/>
          </p:cNvSpPr>
          <p:nvPr/>
        </p:nvSpPr>
        <p:spPr>
          <a:xfrm>
            <a:off x="7525279" y="276870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62CED369-EED5-A3E9-0C31-31AAD12DF195}"/>
              </a:ext>
            </a:extLst>
          </p:cNvPr>
          <p:cNvSpPr>
            <a:spLocks noChangeAspect="1"/>
          </p:cNvSpPr>
          <p:nvPr/>
        </p:nvSpPr>
        <p:spPr>
          <a:xfrm>
            <a:off x="8441185" y="276808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AF02DDFC-2D2D-FAB4-6DDA-C2C8DD01DB04}"/>
              </a:ext>
            </a:extLst>
          </p:cNvPr>
          <p:cNvSpPr>
            <a:spLocks noChangeAspect="1"/>
          </p:cNvSpPr>
          <p:nvPr/>
        </p:nvSpPr>
        <p:spPr>
          <a:xfrm>
            <a:off x="7525279" y="342961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4AE2F8F2-1809-23B0-A5F8-11B34EE00085}"/>
              </a:ext>
            </a:extLst>
          </p:cNvPr>
          <p:cNvSpPr>
            <a:spLocks noChangeAspect="1"/>
          </p:cNvSpPr>
          <p:nvPr/>
        </p:nvSpPr>
        <p:spPr>
          <a:xfrm>
            <a:off x="8441185" y="342900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80A3E02D-7980-2470-2ADE-0D7E73BF354C}"/>
              </a:ext>
            </a:extLst>
          </p:cNvPr>
          <p:cNvSpPr>
            <a:spLocks noChangeAspect="1"/>
          </p:cNvSpPr>
          <p:nvPr/>
        </p:nvSpPr>
        <p:spPr>
          <a:xfrm>
            <a:off x="7381279" y="151949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1F679F82-60BB-3CFE-2E07-ACC47419C887}"/>
              </a:ext>
            </a:extLst>
          </p:cNvPr>
          <p:cNvSpPr>
            <a:spLocks noChangeAspect="1"/>
          </p:cNvSpPr>
          <p:nvPr/>
        </p:nvSpPr>
        <p:spPr>
          <a:xfrm>
            <a:off x="8297185" y="151887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8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4914FA93-E7A7-13D9-2EB0-7C62206BF354}"/>
              </a:ext>
            </a:extLst>
          </p:cNvPr>
          <p:cNvSpPr>
            <a:spLocks noChangeAspect="1"/>
          </p:cNvSpPr>
          <p:nvPr/>
        </p:nvSpPr>
        <p:spPr>
          <a:xfrm>
            <a:off x="7381279" y="218040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2A2C2CE7-F364-CF19-45D8-8DD0D49FFE98}"/>
              </a:ext>
            </a:extLst>
          </p:cNvPr>
          <p:cNvSpPr>
            <a:spLocks noChangeAspect="1"/>
          </p:cNvSpPr>
          <p:nvPr/>
        </p:nvSpPr>
        <p:spPr>
          <a:xfrm>
            <a:off x="8297185" y="217978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6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9E8A7574-0EFB-BD18-A588-C849D111214E}"/>
              </a:ext>
            </a:extLst>
          </p:cNvPr>
          <p:cNvSpPr>
            <a:spLocks noChangeAspect="1"/>
          </p:cNvSpPr>
          <p:nvPr/>
        </p:nvSpPr>
        <p:spPr>
          <a:xfrm>
            <a:off x="7525279" y="151887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7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1CD48640-100A-383B-7DF3-2E2A890E126D}"/>
              </a:ext>
            </a:extLst>
          </p:cNvPr>
          <p:cNvSpPr>
            <a:spLocks noChangeAspect="1"/>
          </p:cNvSpPr>
          <p:nvPr/>
        </p:nvSpPr>
        <p:spPr>
          <a:xfrm>
            <a:off x="8441185" y="151826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BFE8202C-C639-02A4-192B-CC9F90D7DB03}"/>
              </a:ext>
            </a:extLst>
          </p:cNvPr>
          <p:cNvSpPr>
            <a:spLocks noChangeAspect="1"/>
          </p:cNvSpPr>
          <p:nvPr/>
        </p:nvSpPr>
        <p:spPr>
          <a:xfrm>
            <a:off x="7525279" y="217978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5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8A972216-32F9-9A0F-6ADA-DDC60EF88E12}"/>
              </a:ext>
            </a:extLst>
          </p:cNvPr>
          <p:cNvSpPr>
            <a:spLocks noChangeAspect="1"/>
          </p:cNvSpPr>
          <p:nvPr/>
        </p:nvSpPr>
        <p:spPr>
          <a:xfrm>
            <a:off x="8441185" y="217917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1E27F613-F881-C3A4-8C86-A700007E6160}"/>
              </a:ext>
            </a:extLst>
          </p:cNvPr>
          <p:cNvSpPr>
            <a:spLocks noChangeAspect="1"/>
          </p:cNvSpPr>
          <p:nvPr/>
        </p:nvSpPr>
        <p:spPr>
          <a:xfrm>
            <a:off x="9587528" y="276931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C70A64F2-EE03-3764-1090-BD961BCE5890}"/>
              </a:ext>
            </a:extLst>
          </p:cNvPr>
          <p:cNvSpPr>
            <a:spLocks noChangeAspect="1"/>
          </p:cNvSpPr>
          <p:nvPr/>
        </p:nvSpPr>
        <p:spPr>
          <a:xfrm>
            <a:off x="10503434" y="276870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0BAE2D71-FED3-1F4A-5120-62BF1DCA610D}"/>
              </a:ext>
            </a:extLst>
          </p:cNvPr>
          <p:cNvSpPr>
            <a:spLocks noChangeAspect="1"/>
          </p:cNvSpPr>
          <p:nvPr/>
        </p:nvSpPr>
        <p:spPr>
          <a:xfrm>
            <a:off x="9587528" y="343022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7" name="椭圆 86">
            <a:extLst>
              <a:ext uri="{FF2B5EF4-FFF2-40B4-BE49-F238E27FC236}">
                <a16:creationId xmlns:a16="http://schemas.microsoft.com/office/drawing/2014/main" id="{D9460DA2-F355-A9E9-F5BE-4BF967ACFD24}"/>
              </a:ext>
            </a:extLst>
          </p:cNvPr>
          <p:cNvSpPr>
            <a:spLocks noChangeAspect="1"/>
          </p:cNvSpPr>
          <p:nvPr/>
        </p:nvSpPr>
        <p:spPr>
          <a:xfrm>
            <a:off x="10503434" y="342961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D27669E0-C486-C04A-FEA0-57C558780457}"/>
              </a:ext>
            </a:extLst>
          </p:cNvPr>
          <p:cNvSpPr>
            <a:spLocks noChangeAspect="1"/>
          </p:cNvSpPr>
          <p:nvPr/>
        </p:nvSpPr>
        <p:spPr>
          <a:xfrm>
            <a:off x="9731528" y="276870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A995EC5D-AF91-376B-0AF9-9771333EAC5D}"/>
              </a:ext>
            </a:extLst>
          </p:cNvPr>
          <p:cNvSpPr>
            <a:spLocks noChangeAspect="1"/>
          </p:cNvSpPr>
          <p:nvPr/>
        </p:nvSpPr>
        <p:spPr>
          <a:xfrm>
            <a:off x="10647434" y="276808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39A4F0F1-2781-8052-EAD1-D20EAC9635C7}"/>
              </a:ext>
            </a:extLst>
          </p:cNvPr>
          <p:cNvSpPr>
            <a:spLocks noChangeAspect="1"/>
          </p:cNvSpPr>
          <p:nvPr/>
        </p:nvSpPr>
        <p:spPr>
          <a:xfrm>
            <a:off x="9731528" y="342961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D22548EF-828A-87C7-CAB4-1250B7E7EB42}"/>
              </a:ext>
            </a:extLst>
          </p:cNvPr>
          <p:cNvSpPr>
            <a:spLocks noChangeAspect="1"/>
          </p:cNvSpPr>
          <p:nvPr/>
        </p:nvSpPr>
        <p:spPr>
          <a:xfrm>
            <a:off x="10647434" y="342900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25AFDAFE-AA74-7CA2-8030-9D7FFABB12A1}"/>
              </a:ext>
            </a:extLst>
          </p:cNvPr>
          <p:cNvSpPr>
            <a:spLocks noChangeAspect="1"/>
          </p:cNvSpPr>
          <p:nvPr/>
        </p:nvSpPr>
        <p:spPr>
          <a:xfrm>
            <a:off x="9587528" y="151949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8D8544BE-F3FF-D411-86FD-956F4169EDEF}"/>
              </a:ext>
            </a:extLst>
          </p:cNvPr>
          <p:cNvSpPr>
            <a:spLocks noChangeAspect="1"/>
          </p:cNvSpPr>
          <p:nvPr/>
        </p:nvSpPr>
        <p:spPr>
          <a:xfrm>
            <a:off x="10503434" y="151887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18BE4A3A-47FC-83FE-607C-2927673CF9AF}"/>
              </a:ext>
            </a:extLst>
          </p:cNvPr>
          <p:cNvSpPr>
            <a:spLocks noChangeAspect="1"/>
          </p:cNvSpPr>
          <p:nvPr/>
        </p:nvSpPr>
        <p:spPr>
          <a:xfrm>
            <a:off x="9587528" y="218040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E151D0E0-B14C-4147-087A-E5EA274AF945}"/>
              </a:ext>
            </a:extLst>
          </p:cNvPr>
          <p:cNvSpPr>
            <a:spLocks noChangeAspect="1"/>
          </p:cNvSpPr>
          <p:nvPr/>
        </p:nvSpPr>
        <p:spPr>
          <a:xfrm>
            <a:off x="10503434" y="217978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14AC235F-C7A4-5D83-0114-146CE1D8B083}"/>
              </a:ext>
            </a:extLst>
          </p:cNvPr>
          <p:cNvSpPr>
            <a:spLocks noChangeAspect="1"/>
          </p:cNvSpPr>
          <p:nvPr/>
        </p:nvSpPr>
        <p:spPr>
          <a:xfrm>
            <a:off x="9731528" y="151887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7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7" name="椭圆 106">
            <a:extLst>
              <a:ext uri="{FF2B5EF4-FFF2-40B4-BE49-F238E27FC236}">
                <a16:creationId xmlns:a16="http://schemas.microsoft.com/office/drawing/2014/main" id="{95EE5707-E662-CE5F-EEED-4DFDCCB55D8A}"/>
              </a:ext>
            </a:extLst>
          </p:cNvPr>
          <p:cNvSpPr>
            <a:spLocks noChangeAspect="1"/>
          </p:cNvSpPr>
          <p:nvPr/>
        </p:nvSpPr>
        <p:spPr>
          <a:xfrm>
            <a:off x="10647434" y="151826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69228FBF-AD3D-9A7F-BAE8-42E076728877}"/>
              </a:ext>
            </a:extLst>
          </p:cNvPr>
          <p:cNvSpPr>
            <a:spLocks noChangeAspect="1"/>
          </p:cNvSpPr>
          <p:nvPr/>
        </p:nvSpPr>
        <p:spPr>
          <a:xfrm>
            <a:off x="9731528" y="217978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5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1" name="椭圆 110">
            <a:extLst>
              <a:ext uri="{FF2B5EF4-FFF2-40B4-BE49-F238E27FC236}">
                <a16:creationId xmlns:a16="http://schemas.microsoft.com/office/drawing/2014/main" id="{A4FD5229-B956-350D-8D7A-443A4257E4C6}"/>
              </a:ext>
            </a:extLst>
          </p:cNvPr>
          <p:cNvSpPr>
            <a:spLocks noChangeAspect="1"/>
          </p:cNvSpPr>
          <p:nvPr/>
        </p:nvSpPr>
        <p:spPr>
          <a:xfrm>
            <a:off x="10647434" y="217917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5" name="椭圆 144">
            <a:extLst>
              <a:ext uri="{FF2B5EF4-FFF2-40B4-BE49-F238E27FC236}">
                <a16:creationId xmlns:a16="http://schemas.microsoft.com/office/drawing/2014/main" id="{499A93DB-876E-4D42-3FC6-7EA852EBF3D3}"/>
              </a:ext>
            </a:extLst>
          </p:cNvPr>
          <p:cNvSpPr>
            <a:spLocks noChangeAspect="1"/>
          </p:cNvSpPr>
          <p:nvPr/>
        </p:nvSpPr>
        <p:spPr>
          <a:xfrm>
            <a:off x="11342110" y="276870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E378DF1F-8255-8B2F-D8F1-2D577DD19128}"/>
              </a:ext>
            </a:extLst>
          </p:cNvPr>
          <p:cNvSpPr>
            <a:spLocks noChangeAspect="1"/>
          </p:cNvSpPr>
          <p:nvPr/>
        </p:nvSpPr>
        <p:spPr>
          <a:xfrm>
            <a:off x="11342110" y="342961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4B78DED8-0117-B59F-0AD8-E6AC36D183F8}"/>
              </a:ext>
            </a:extLst>
          </p:cNvPr>
          <p:cNvSpPr>
            <a:spLocks noChangeAspect="1"/>
          </p:cNvSpPr>
          <p:nvPr/>
        </p:nvSpPr>
        <p:spPr>
          <a:xfrm>
            <a:off x="11486110" y="276808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1" name="椭圆 150">
            <a:extLst>
              <a:ext uri="{FF2B5EF4-FFF2-40B4-BE49-F238E27FC236}">
                <a16:creationId xmlns:a16="http://schemas.microsoft.com/office/drawing/2014/main" id="{906E76DD-13B6-E183-4CEC-C845C800F7BE}"/>
              </a:ext>
            </a:extLst>
          </p:cNvPr>
          <p:cNvSpPr>
            <a:spLocks noChangeAspect="1"/>
          </p:cNvSpPr>
          <p:nvPr/>
        </p:nvSpPr>
        <p:spPr>
          <a:xfrm>
            <a:off x="11486110" y="342900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3" name="椭圆 152">
            <a:extLst>
              <a:ext uri="{FF2B5EF4-FFF2-40B4-BE49-F238E27FC236}">
                <a16:creationId xmlns:a16="http://schemas.microsoft.com/office/drawing/2014/main" id="{38F3DCF4-29A9-BDA7-56E7-93DC766AAE70}"/>
              </a:ext>
            </a:extLst>
          </p:cNvPr>
          <p:cNvSpPr>
            <a:spLocks noChangeAspect="1"/>
          </p:cNvSpPr>
          <p:nvPr/>
        </p:nvSpPr>
        <p:spPr>
          <a:xfrm>
            <a:off x="11342110" y="151887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8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5" name="椭圆 154">
            <a:extLst>
              <a:ext uri="{FF2B5EF4-FFF2-40B4-BE49-F238E27FC236}">
                <a16:creationId xmlns:a16="http://schemas.microsoft.com/office/drawing/2014/main" id="{5F161D9E-41EB-3B85-5D4E-B6A1A9ECB0B5}"/>
              </a:ext>
            </a:extLst>
          </p:cNvPr>
          <p:cNvSpPr>
            <a:spLocks noChangeAspect="1"/>
          </p:cNvSpPr>
          <p:nvPr/>
        </p:nvSpPr>
        <p:spPr>
          <a:xfrm>
            <a:off x="11342110" y="217978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6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7" name="椭圆 156">
            <a:extLst>
              <a:ext uri="{FF2B5EF4-FFF2-40B4-BE49-F238E27FC236}">
                <a16:creationId xmlns:a16="http://schemas.microsoft.com/office/drawing/2014/main" id="{F65EE57C-577F-F113-66C8-2B6C9AFF5998}"/>
              </a:ext>
            </a:extLst>
          </p:cNvPr>
          <p:cNvSpPr>
            <a:spLocks noChangeAspect="1"/>
          </p:cNvSpPr>
          <p:nvPr/>
        </p:nvSpPr>
        <p:spPr>
          <a:xfrm>
            <a:off x="11486110" y="151826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9" name="椭圆 158">
            <a:extLst>
              <a:ext uri="{FF2B5EF4-FFF2-40B4-BE49-F238E27FC236}">
                <a16:creationId xmlns:a16="http://schemas.microsoft.com/office/drawing/2014/main" id="{209837E4-E290-E48E-56FF-CBB99C37A41F}"/>
              </a:ext>
            </a:extLst>
          </p:cNvPr>
          <p:cNvSpPr>
            <a:spLocks noChangeAspect="1"/>
          </p:cNvSpPr>
          <p:nvPr/>
        </p:nvSpPr>
        <p:spPr>
          <a:xfrm>
            <a:off x="11486110" y="217917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61" name="直接箭头连接符 160">
            <a:extLst>
              <a:ext uri="{FF2B5EF4-FFF2-40B4-BE49-F238E27FC236}">
                <a16:creationId xmlns:a16="http://schemas.microsoft.com/office/drawing/2014/main" id="{777A7206-55C6-0575-FE64-A6254BAAF85E}"/>
              </a:ext>
            </a:extLst>
          </p:cNvPr>
          <p:cNvCxnSpPr>
            <a:stCxn id="77" idx="7"/>
            <a:endCxn id="41" idx="3"/>
          </p:cNvCxnSpPr>
          <p:nvPr/>
        </p:nvCxnSpPr>
        <p:spPr>
          <a:xfrm flipV="1">
            <a:off x="7648191" y="1641789"/>
            <a:ext cx="670082" cy="559088"/>
          </a:xfrm>
          <a:prstGeom prst="straightConnector1">
            <a:avLst/>
          </a:prstGeom>
          <a:ln w="19050">
            <a:solidFill>
              <a:srgbClr val="C00000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接箭头连接符 162">
            <a:extLst>
              <a:ext uri="{FF2B5EF4-FFF2-40B4-BE49-F238E27FC236}">
                <a16:creationId xmlns:a16="http://schemas.microsoft.com/office/drawing/2014/main" id="{07743FB3-D1C8-301A-413D-79D7F239F045}"/>
              </a:ext>
            </a:extLst>
          </p:cNvPr>
          <p:cNvCxnSpPr>
            <a:stCxn id="27" idx="7"/>
            <a:endCxn id="49" idx="3"/>
          </p:cNvCxnSpPr>
          <p:nvPr/>
        </p:nvCxnSpPr>
        <p:spPr>
          <a:xfrm flipV="1">
            <a:off x="7648191" y="2302701"/>
            <a:ext cx="670082" cy="487088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4DD6EBFA-1821-FE12-CD47-A0BDC0B5F0DE}"/>
              </a:ext>
            </a:extLst>
          </p:cNvPr>
          <p:cNvCxnSpPr>
            <a:stCxn id="31" idx="7"/>
            <a:endCxn id="19" idx="3"/>
          </p:cNvCxnSpPr>
          <p:nvPr/>
        </p:nvCxnSpPr>
        <p:spPr>
          <a:xfrm flipV="1">
            <a:off x="7648191" y="2891613"/>
            <a:ext cx="670082" cy="559088"/>
          </a:xfrm>
          <a:prstGeom prst="straightConnector1">
            <a:avLst/>
          </a:prstGeom>
          <a:ln w="1905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箭头连接符 166">
            <a:extLst>
              <a:ext uri="{FF2B5EF4-FFF2-40B4-BE49-F238E27FC236}">
                <a16:creationId xmlns:a16="http://schemas.microsoft.com/office/drawing/2014/main" id="{E277B6D5-4B9C-14F3-131B-B07A70BE3DA2}"/>
              </a:ext>
            </a:extLst>
          </p:cNvPr>
          <p:cNvCxnSpPr>
            <a:stCxn id="25" idx="2"/>
            <a:endCxn id="31" idx="6"/>
          </p:cNvCxnSpPr>
          <p:nvPr/>
        </p:nvCxnSpPr>
        <p:spPr>
          <a:xfrm flipH="1">
            <a:off x="7669279" y="3501613"/>
            <a:ext cx="627906" cy="0"/>
          </a:xfrm>
          <a:prstGeom prst="straightConnector1">
            <a:avLst/>
          </a:prstGeom>
          <a:ln w="1905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箭头连接符 168">
            <a:extLst>
              <a:ext uri="{FF2B5EF4-FFF2-40B4-BE49-F238E27FC236}">
                <a16:creationId xmlns:a16="http://schemas.microsoft.com/office/drawing/2014/main" id="{9918ED7D-17BC-E13F-579E-DC215E5F5B64}"/>
              </a:ext>
            </a:extLst>
          </p:cNvPr>
          <p:cNvCxnSpPr>
            <a:stCxn id="19" idx="2"/>
            <a:endCxn id="27" idx="6"/>
          </p:cNvCxnSpPr>
          <p:nvPr/>
        </p:nvCxnSpPr>
        <p:spPr>
          <a:xfrm flipH="1">
            <a:off x="7669279" y="2840701"/>
            <a:ext cx="627906" cy="0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箭头连接符 170">
            <a:extLst>
              <a:ext uri="{FF2B5EF4-FFF2-40B4-BE49-F238E27FC236}">
                <a16:creationId xmlns:a16="http://schemas.microsoft.com/office/drawing/2014/main" id="{9B976B1F-D6F8-0E8A-81DD-8D9634778DB1}"/>
              </a:ext>
            </a:extLst>
          </p:cNvPr>
          <p:cNvCxnSpPr>
            <a:stCxn id="49" idx="2"/>
            <a:endCxn id="77" idx="6"/>
          </p:cNvCxnSpPr>
          <p:nvPr/>
        </p:nvCxnSpPr>
        <p:spPr>
          <a:xfrm flipH="1">
            <a:off x="7669279" y="2251789"/>
            <a:ext cx="627906" cy="0"/>
          </a:xfrm>
          <a:prstGeom prst="straightConnector1">
            <a:avLst/>
          </a:prstGeom>
          <a:ln w="19050">
            <a:solidFill>
              <a:srgbClr val="C0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箭头连接符 172">
            <a:extLst>
              <a:ext uri="{FF2B5EF4-FFF2-40B4-BE49-F238E27FC236}">
                <a16:creationId xmlns:a16="http://schemas.microsoft.com/office/drawing/2014/main" id="{31ADDE0A-4D8F-19DE-7A8F-A2AAD0C8E99B}"/>
              </a:ext>
            </a:extLst>
          </p:cNvPr>
          <p:cNvCxnSpPr>
            <a:stCxn id="109" idx="7"/>
            <a:endCxn id="99" idx="3"/>
          </p:cNvCxnSpPr>
          <p:nvPr/>
        </p:nvCxnSpPr>
        <p:spPr>
          <a:xfrm flipV="1">
            <a:off x="9854440" y="1641789"/>
            <a:ext cx="670082" cy="559088"/>
          </a:xfrm>
          <a:prstGeom prst="straightConnector1">
            <a:avLst/>
          </a:prstGeom>
          <a:ln w="1905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箭头连接符 174">
            <a:extLst>
              <a:ext uri="{FF2B5EF4-FFF2-40B4-BE49-F238E27FC236}">
                <a16:creationId xmlns:a16="http://schemas.microsoft.com/office/drawing/2014/main" id="{CA30FC58-56D5-0F14-686D-928001B88EA7}"/>
              </a:ext>
            </a:extLst>
          </p:cNvPr>
          <p:cNvCxnSpPr>
            <a:stCxn id="89" idx="7"/>
            <a:endCxn id="103" idx="3"/>
          </p:cNvCxnSpPr>
          <p:nvPr/>
        </p:nvCxnSpPr>
        <p:spPr>
          <a:xfrm flipV="1">
            <a:off x="9854440" y="2302701"/>
            <a:ext cx="670082" cy="487088"/>
          </a:xfrm>
          <a:prstGeom prst="straightConnector1">
            <a:avLst/>
          </a:prstGeom>
          <a:ln w="1905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箭头连接符 176">
            <a:extLst>
              <a:ext uri="{FF2B5EF4-FFF2-40B4-BE49-F238E27FC236}">
                <a16:creationId xmlns:a16="http://schemas.microsoft.com/office/drawing/2014/main" id="{ABECD52D-B247-674E-1E75-7E0875A889FE}"/>
              </a:ext>
            </a:extLst>
          </p:cNvPr>
          <p:cNvCxnSpPr>
            <a:stCxn id="93" idx="7"/>
            <a:endCxn id="83" idx="3"/>
          </p:cNvCxnSpPr>
          <p:nvPr/>
        </p:nvCxnSpPr>
        <p:spPr>
          <a:xfrm flipV="1">
            <a:off x="9854440" y="2891613"/>
            <a:ext cx="670082" cy="559088"/>
          </a:xfrm>
          <a:prstGeom prst="straightConnector1">
            <a:avLst/>
          </a:prstGeom>
          <a:ln w="1905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文本框 184">
            <a:extLst>
              <a:ext uri="{FF2B5EF4-FFF2-40B4-BE49-F238E27FC236}">
                <a16:creationId xmlns:a16="http://schemas.microsoft.com/office/drawing/2014/main" id="{A173A582-FC41-30C2-F124-76635328AD63}"/>
              </a:ext>
            </a:extLst>
          </p:cNvPr>
          <p:cNvSpPr txBox="1"/>
          <p:nvPr/>
        </p:nvSpPr>
        <p:spPr>
          <a:xfrm>
            <a:off x="996287" y="3730388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原方案</a:t>
            </a:r>
          </a:p>
        </p:txBody>
      </p:sp>
      <p:sp>
        <p:nvSpPr>
          <p:cNvPr id="187" name="文本框 186">
            <a:extLst>
              <a:ext uri="{FF2B5EF4-FFF2-40B4-BE49-F238E27FC236}">
                <a16:creationId xmlns:a16="http://schemas.microsoft.com/office/drawing/2014/main" id="{89389DEB-70E5-1A70-B1B5-987AAC1A32D2}"/>
              </a:ext>
            </a:extLst>
          </p:cNvPr>
          <p:cNvSpPr txBox="1"/>
          <p:nvPr/>
        </p:nvSpPr>
        <p:spPr>
          <a:xfrm>
            <a:off x="4198542" y="373038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优化方案</a:t>
            </a:r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4B281BBF-9A65-5201-69F5-F35E1A3591D3}"/>
              </a:ext>
            </a:extLst>
          </p:cNvPr>
          <p:cNvSpPr txBox="1"/>
          <p:nvPr/>
        </p:nvSpPr>
        <p:spPr>
          <a:xfrm>
            <a:off x="7589179" y="3723933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原方案</a:t>
            </a: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29400155-5F58-C880-A3A6-7569AA8C6E39}"/>
              </a:ext>
            </a:extLst>
          </p:cNvPr>
          <p:cNvSpPr txBox="1"/>
          <p:nvPr/>
        </p:nvSpPr>
        <p:spPr>
          <a:xfrm>
            <a:off x="10168185" y="372393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优化方案</a:t>
            </a: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5EBB1970-1F17-17B0-DB3B-82CCB196F021}"/>
              </a:ext>
            </a:extLst>
          </p:cNvPr>
          <p:cNvSpPr txBox="1"/>
          <p:nvPr/>
        </p:nvSpPr>
        <p:spPr>
          <a:xfrm>
            <a:off x="6246125" y="909452"/>
            <a:ext cx="56178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不同线条表示不同的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AOD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移动组，相同线条表示属于同一并行移动组</a:t>
            </a: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69DF37E4-1405-18BB-1636-E1BB6FBC54C8}"/>
              </a:ext>
            </a:extLst>
          </p:cNvPr>
          <p:cNvSpPr txBox="1"/>
          <p:nvPr/>
        </p:nvSpPr>
        <p:spPr>
          <a:xfrm>
            <a:off x="166256" y="4367283"/>
            <a:ext cx="59752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位置分配优化：将需要执行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cz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门的量子比特对分配到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entanglement zone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的近邻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site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对，原方案的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次移动需要两个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AOD stage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，而优化方案只需一个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AOD stage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，并行度更好</a:t>
            </a:r>
          </a:p>
        </p:txBody>
      </p:sp>
      <p:cxnSp>
        <p:nvCxnSpPr>
          <p:cNvPr id="195" name="直接箭头连接符 194">
            <a:extLst>
              <a:ext uri="{FF2B5EF4-FFF2-40B4-BE49-F238E27FC236}">
                <a16:creationId xmlns:a16="http://schemas.microsoft.com/office/drawing/2014/main" id="{E6C13722-7BC5-DD5F-3297-89C4030E8F6C}"/>
              </a:ext>
            </a:extLst>
          </p:cNvPr>
          <p:cNvCxnSpPr>
            <a:stCxn id="41" idx="6"/>
          </p:cNvCxnSpPr>
          <p:nvPr/>
        </p:nvCxnSpPr>
        <p:spPr>
          <a:xfrm flipV="1">
            <a:off x="8441185" y="1583140"/>
            <a:ext cx="589084" cy="7737"/>
          </a:xfrm>
          <a:prstGeom prst="straightConnector1">
            <a:avLst/>
          </a:prstGeom>
          <a:ln w="28575" cmpd="dbl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文本框 195">
            <a:extLst>
              <a:ext uri="{FF2B5EF4-FFF2-40B4-BE49-F238E27FC236}">
                <a16:creationId xmlns:a16="http://schemas.microsoft.com/office/drawing/2014/main" id="{AD31F3B0-79E9-7545-4272-16CEBB0F3413}"/>
              </a:ext>
            </a:extLst>
          </p:cNvPr>
          <p:cNvSpPr txBox="1"/>
          <p:nvPr/>
        </p:nvSpPr>
        <p:spPr>
          <a:xfrm>
            <a:off x="6646460" y="4352984"/>
            <a:ext cx="50906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Routing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routing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的功能是，分配好了位置后，如何将原子从当前位置移动到新分配的位置。原方案中，所有移动首尾相接，必须从上往下串行执行。优化方案先拉开右边一排原子，腾挪空位，原本依赖链长度为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，腾挪之后依赖链长度为常数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，增加并行性</a:t>
            </a:r>
          </a:p>
        </p:txBody>
      </p:sp>
    </p:spTree>
    <p:extLst>
      <p:ext uri="{BB962C8B-B14F-4D97-AF65-F5344CB8AC3E}">
        <p14:creationId xmlns:p14="http://schemas.microsoft.com/office/powerpoint/2010/main" val="1075216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FA464B1-FA14-C1C2-5A91-02A688DC4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318B645-A516-D4A2-FF38-B9527F6F9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1D3683F-2715-520A-2197-72370A0F96C3}"/>
              </a:ext>
            </a:extLst>
          </p:cNvPr>
          <p:cNvSpPr txBox="1"/>
          <p:nvPr/>
        </p:nvSpPr>
        <p:spPr>
          <a:xfrm>
            <a:off x="5324751" y="5551745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Calibration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62B2366-6D5D-8023-BE72-0A23D42DE6E3}"/>
              </a:ext>
            </a:extLst>
          </p:cNvPr>
          <p:cNvSpPr txBox="1"/>
          <p:nvPr/>
        </p:nvSpPr>
        <p:spPr>
          <a:xfrm>
            <a:off x="5256046" y="2796217"/>
            <a:ext cx="1527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Architecture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FE36372-2A03-3E3D-AC2C-58A53B5F9A9D}"/>
              </a:ext>
            </a:extLst>
          </p:cNvPr>
          <p:cNvSpPr txBox="1"/>
          <p:nvPr/>
        </p:nvSpPr>
        <p:spPr>
          <a:xfrm>
            <a:off x="5389673" y="1174165"/>
            <a:ext cx="1260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Compiler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C6AC259-A33C-9264-23F1-1247CCE4EA9C}"/>
              </a:ext>
            </a:extLst>
          </p:cNvPr>
          <p:cNvSpPr txBox="1"/>
          <p:nvPr/>
        </p:nvSpPr>
        <p:spPr>
          <a:xfrm>
            <a:off x="2601152" y="4762718"/>
            <a:ext cx="2654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目前不同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校准的代价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0545CEA-9D35-A264-F5DF-C664C60EDDBF}"/>
              </a:ext>
            </a:extLst>
          </p:cNvPr>
          <p:cNvSpPr txBox="1"/>
          <p:nvPr/>
        </p:nvSpPr>
        <p:spPr>
          <a:xfrm>
            <a:off x="2601152" y="1926195"/>
            <a:ext cx="2659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有哪些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连接模式可选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7DBB97A-3754-5557-AEF5-28D20DA55CD2}"/>
              </a:ext>
            </a:extLst>
          </p:cNvPr>
          <p:cNvSpPr txBox="1"/>
          <p:nvPr/>
        </p:nvSpPr>
        <p:spPr>
          <a:xfrm>
            <a:off x="6714875" y="1841098"/>
            <a:ext cx="3023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哪些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Qubit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之间需要做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cz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门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E1DB37-AC77-2CBE-FA29-757069857A94}"/>
              </a:ext>
            </a:extLst>
          </p:cNvPr>
          <p:cNvSpPr txBox="1"/>
          <p:nvPr/>
        </p:nvSpPr>
        <p:spPr>
          <a:xfrm>
            <a:off x="6839777" y="3685292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箭头: 上 12">
            <a:extLst>
              <a:ext uri="{FF2B5EF4-FFF2-40B4-BE49-F238E27FC236}">
                <a16:creationId xmlns:a16="http://schemas.microsoft.com/office/drawing/2014/main" id="{4FE16138-6792-07C3-CD18-AB321D4888F2}"/>
              </a:ext>
            </a:extLst>
          </p:cNvPr>
          <p:cNvSpPr/>
          <p:nvPr/>
        </p:nvSpPr>
        <p:spPr>
          <a:xfrm>
            <a:off x="5389673" y="1728163"/>
            <a:ext cx="258652" cy="964534"/>
          </a:xfrm>
          <a:prstGeom prst="upArrow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箭头: 上 14">
            <a:extLst>
              <a:ext uri="{FF2B5EF4-FFF2-40B4-BE49-F238E27FC236}">
                <a16:creationId xmlns:a16="http://schemas.microsoft.com/office/drawing/2014/main" id="{10937686-22B6-5682-BA7E-2B9E0D792A56}"/>
              </a:ext>
            </a:extLst>
          </p:cNvPr>
          <p:cNvSpPr/>
          <p:nvPr/>
        </p:nvSpPr>
        <p:spPr>
          <a:xfrm>
            <a:off x="5412747" y="3453735"/>
            <a:ext cx="258652" cy="2016000"/>
          </a:xfrm>
          <a:prstGeom prst="upArrow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箭头: 下 15">
            <a:extLst>
              <a:ext uri="{FF2B5EF4-FFF2-40B4-BE49-F238E27FC236}">
                <a16:creationId xmlns:a16="http://schemas.microsoft.com/office/drawing/2014/main" id="{B11413C2-4B95-FD2F-9919-6A5AE4E8B8E3}"/>
              </a:ext>
            </a:extLst>
          </p:cNvPr>
          <p:cNvSpPr/>
          <p:nvPr/>
        </p:nvSpPr>
        <p:spPr>
          <a:xfrm>
            <a:off x="6301344" y="1750538"/>
            <a:ext cx="258652" cy="964534"/>
          </a:xfrm>
          <a:prstGeom prst="downArrow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箭头: 下 17">
            <a:extLst>
              <a:ext uri="{FF2B5EF4-FFF2-40B4-BE49-F238E27FC236}">
                <a16:creationId xmlns:a16="http://schemas.microsoft.com/office/drawing/2014/main" id="{3D984068-A741-2A88-B0A0-2ADFC1404E46}"/>
              </a:ext>
            </a:extLst>
          </p:cNvPr>
          <p:cNvSpPr/>
          <p:nvPr/>
        </p:nvSpPr>
        <p:spPr>
          <a:xfrm>
            <a:off x="6364231" y="3453735"/>
            <a:ext cx="258652" cy="2016000"/>
          </a:xfrm>
          <a:prstGeom prst="downArrow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05BC3D77-72B2-772D-9E07-3E1A8619E2B3}"/>
              </a:ext>
            </a:extLst>
          </p:cNvPr>
          <p:cNvSpPr>
            <a:spLocks noChangeAspect="1"/>
          </p:cNvSpPr>
          <p:nvPr/>
        </p:nvSpPr>
        <p:spPr>
          <a:xfrm>
            <a:off x="3595820" y="240777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94FDFB4D-1A9A-A3F1-AE75-65F94AC5D99F}"/>
              </a:ext>
            </a:extLst>
          </p:cNvPr>
          <p:cNvSpPr>
            <a:spLocks noChangeAspect="1"/>
          </p:cNvSpPr>
          <p:nvPr/>
        </p:nvSpPr>
        <p:spPr>
          <a:xfrm>
            <a:off x="4832265" y="240777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4E5F0D33-2A32-D3D2-F700-68569C078653}"/>
              </a:ext>
            </a:extLst>
          </p:cNvPr>
          <p:cNvSpPr>
            <a:spLocks noChangeAspect="1"/>
          </p:cNvSpPr>
          <p:nvPr/>
        </p:nvSpPr>
        <p:spPr>
          <a:xfrm>
            <a:off x="3595820" y="338173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1160DF49-3382-4574-25DD-2D7D43A71954}"/>
              </a:ext>
            </a:extLst>
          </p:cNvPr>
          <p:cNvSpPr>
            <a:spLocks noChangeAspect="1"/>
          </p:cNvSpPr>
          <p:nvPr/>
        </p:nvSpPr>
        <p:spPr>
          <a:xfrm>
            <a:off x="4832265" y="338173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33453391-353D-1965-B741-714D3EA3A55F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3616908" y="2530691"/>
            <a:ext cx="0" cy="872132"/>
          </a:xfrm>
          <a:prstGeom prst="line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586D5407-9D33-6C39-E135-EA86A84471AE}"/>
              </a:ext>
            </a:extLst>
          </p:cNvPr>
          <p:cNvCxnSpPr>
            <a:stCxn id="21" idx="7"/>
            <a:endCxn id="19" idx="5"/>
          </p:cNvCxnSpPr>
          <p:nvPr/>
        </p:nvCxnSpPr>
        <p:spPr>
          <a:xfrm flipV="1">
            <a:off x="3718732" y="2530691"/>
            <a:ext cx="0" cy="872132"/>
          </a:xfrm>
          <a:prstGeom prst="straightConnector1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654DE866-5442-195D-237F-62F4D12E883E}"/>
              </a:ext>
            </a:extLst>
          </p:cNvPr>
          <p:cNvCxnSpPr>
            <a:stCxn id="19" idx="7"/>
            <a:endCxn id="20" idx="1"/>
          </p:cNvCxnSpPr>
          <p:nvPr/>
        </p:nvCxnSpPr>
        <p:spPr>
          <a:xfrm>
            <a:off x="3718732" y="2428867"/>
            <a:ext cx="1134621" cy="0"/>
          </a:xfrm>
          <a:prstGeom prst="straightConnector1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480F11D0-DFE9-667F-8855-3BF08E8088F2}"/>
              </a:ext>
            </a:extLst>
          </p:cNvPr>
          <p:cNvCxnSpPr>
            <a:stCxn id="20" idx="3"/>
            <a:endCxn id="19" idx="5"/>
          </p:cNvCxnSpPr>
          <p:nvPr/>
        </p:nvCxnSpPr>
        <p:spPr>
          <a:xfrm flipH="1">
            <a:off x="3718732" y="2530691"/>
            <a:ext cx="1134621" cy="0"/>
          </a:xfrm>
          <a:prstGeom prst="straightConnector1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784E585-A70B-0562-285B-B366038EC712}"/>
              </a:ext>
            </a:extLst>
          </p:cNvPr>
          <p:cNvCxnSpPr>
            <a:stCxn id="20" idx="5"/>
            <a:endCxn id="22" idx="7"/>
          </p:cNvCxnSpPr>
          <p:nvPr/>
        </p:nvCxnSpPr>
        <p:spPr>
          <a:xfrm>
            <a:off x="4955177" y="2530691"/>
            <a:ext cx="0" cy="872132"/>
          </a:xfrm>
          <a:prstGeom prst="straightConnector1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5AFC9641-20EA-502D-A17C-A1E6C7DE874F}"/>
              </a:ext>
            </a:extLst>
          </p:cNvPr>
          <p:cNvCxnSpPr>
            <a:stCxn id="22" idx="1"/>
            <a:endCxn id="20" idx="3"/>
          </p:cNvCxnSpPr>
          <p:nvPr/>
        </p:nvCxnSpPr>
        <p:spPr>
          <a:xfrm flipV="1">
            <a:off x="4853353" y="2530691"/>
            <a:ext cx="0" cy="872132"/>
          </a:xfrm>
          <a:prstGeom prst="straightConnector1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1728898E-88BC-45E2-B4E5-9A5BF4633BC2}"/>
              </a:ext>
            </a:extLst>
          </p:cNvPr>
          <p:cNvCxnSpPr>
            <a:stCxn id="22" idx="1"/>
            <a:endCxn id="21" idx="7"/>
          </p:cNvCxnSpPr>
          <p:nvPr/>
        </p:nvCxnSpPr>
        <p:spPr>
          <a:xfrm flipH="1">
            <a:off x="3718732" y="3402823"/>
            <a:ext cx="1134621" cy="0"/>
          </a:xfrm>
          <a:prstGeom prst="straightConnector1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445C239B-53AF-5309-B9F2-2EC5E3BD83C5}"/>
              </a:ext>
            </a:extLst>
          </p:cNvPr>
          <p:cNvCxnSpPr>
            <a:stCxn id="21" idx="5"/>
            <a:endCxn id="22" idx="3"/>
          </p:cNvCxnSpPr>
          <p:nvPr/>
        </p:nvCxnSpPr>
        <p:spPr>
          <a:xfrm>
            <a:off x="3718732" y="3504647"/>
            <a:ext cx="1134621" cy="0"/>
          </a:xfrm>
          <a:prstGeom prst="straightConnector1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4533986-B528-9E4B-3EAD-9B06E20749D1}"/>
              </a:ext>
            </a:extLst>
          </p:cNvPr>
          <p:cNvSpPr>
            <a:spLocks noChangeAspect="1"/>
          </p:cNvSpPr>
          <p:nvPr/>
        </p:nvSpPr>
        <p:spPr>
          <a:xfrm>
            <a:off x="1467890" y="242886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D24A2F76-92A5-8116-25FE-07151CF06012}"/>
              </a:ext>
            </a:extLst>
          </p:cNvPr>
          <p:cNvSpPr>
            <a:spLocks noChangeAspect="1"/>
          </p:cNvSpPr>
          <p:nvPr/>
        </p:nvSpPr>
        <p:spPr>
          <a:xfrm>
            <a:off x="2704335" y="242886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345A931D-0598-E24C-4551-9FAEA211BBBB}"/>
              </a:ext>
            </a:extLst>
          </p:cNvPr>
          <p:cNvSpPr>
            <a:spLocks noChangeAspect="1"/>
          </p:cNvSpPr>
          <p:nvPr/>
        </p:nvSpPr>
        <p:spPr>
          <a:xfrm>
            <a:off x="1467890" y="340282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8B721E81-F92B-11B0-8408-B21A67328FD3}"/>
              </a:ext>
            </a:extLst>
          </p:cNvPr>
          <p:cNvSpPr>
            <a:spLocks noChangeAspect="1"/>
          </p:cNvSpPr>
          <p:nvPr/>
        </p:nvSpPr>
        <p:spPr>
          <a:xfrm>
            <a:off x="2704335" y="340282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98826786-B34A-0BF2-3F95-60A4D28F773E}"/>
              </a:ext>
            </a:extLst>
          </p:cNvPr>
          <p:cNvCxnSpPr>
            <a:cxnSpLocks/>
            <a:stCxn id="31" idx="6"/>
            <a:endCxn id="34" idx="0"/>
          </p:cNvCxnSpPr>
          <p:nvPr/>
        </p:nvCxnSpPr>
        <p:spPr>
          <a:xfrm>
            <a:off x="1611890" y="2500867"/>
            <a:ext cx="1164445" cy="901956"/>
          </a:xfrm>
          <a:prstGeom prst="line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03CC2E83-41C2-B360-680D-A09A35813938}"/>
              </a:ext>
            </a:extLst>
          </p:cNvPr>
          <p:cNvCxnSpPr>
            <a:cxnSpLocks/>
            <a:stCxn id="34" idx="2"/>
            <a:endCxn id="31" idx="4"/>
          </p:cNvCxnSpPr>
          <p:nvPr/>
        </p:nvCxnSpPr>
        <p:spPr>
          <a:xfrm flipH="1" flipV="1">
            <a:off x="1539890" y="2572867"/>
            <a:ext cx="1164445" cy="901956"/>
          </a:xfrm>
          <a:prstGeom prst="line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1753B2A4-5796-A694-C6ED-903B0C7FF704}"/>
              </a:ext>
            </a:extLst>
          </p:cNvPr>
          <p:cNvCxnSpPr>
            <a:stCxn id="33" idx="0"/>
            <a:endCxn id="32" idx="2"/>
          </p:cNvCxnSpPr>
          <p:nvPr/>
        </p:nvCxnSpPr>
        <p:spPr>
          <a:xfrm flipV="1">
            <a:off x="1539890" y="2500867"/>
            <a:ext cx="1164445" cy="901956"/>
          </a:xfrm>
          <a:prstGeom prst="line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07913155-8784-ACA7-610B-F77187C6D009}"/>
              </a:ext>
            </a:extLst>
          </p:cNvPr>
          <p:cNvCxnSpPr>
            <a:stCxn id="32" idx="4"/>
            <a:endCxn id="33" idx="6"/>
          </p:cNvCxnSpPr>
          <p:nvPr/>
        </p:nvCxnSpPr>
        <p:spPr>
          <a:xfrm flipH="1">
            <a:off x="1611890" y="2572867"/>
            <a:ext cx="1164445" cy="901956"/>
          </a:xfrm>
          <a:prstGeom prst="line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2075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FF8DC9F-C166-141C-6657-8ED3283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A6D4127-9436-3315-31C6-11A35C58B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qmap_k16_min_layers_1fps">
            <a:hlinkClick r:id="" action="ppaction://media"/>
            <a:extLst>
              <a:ext uri="{FF2B5EF4-FFF2-40B4-BE49-F238E27FC236}">
                <a16:creationId xmlns:a16="http://schemas.microsoft.com/office/drawing/2014/main" id="{7D394F6B-328D-F22D-FE6B-0688F2870ED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47963" y="815975"/>
            <a:ext cx="6694487" cy="522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999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4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B4F5D9E-BEA3-BDA4-F1AF-2BB2E040D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CEDAED2-86FB-B368-E7E7-6BC05A93B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Placer </a:t>
            </a:r>
            <a:r>
              <a:rPr lang="zh-CN" altLang="en-US" dirty="0"/>
              <a:t>推理网络模型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AF7BCB-0850-7A6C-8E47-1E262FE36ABA}"/>
              </a:ext>
            </a:extLst>
          </p:cNvPr>
          <p:cNvSpPr txBox="1"/>
          <p:nvPr/>
        </p:nvSpPr>
        <p:spPr>
          <a:xfrm>
            <a:off x="621102" y="1190445"/>
            <a:ext cx="913704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Placing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问题定义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给定未执行线路，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qubit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当前所在位置，重新分配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qubit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位置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由于我们忽略了单比特门和测量，输入线路可表征为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cz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block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序列，通过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circuit transformer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提取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qubit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特征向量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 token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包含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作用的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qubits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，所处的 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cz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block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Site token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包含坐标、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占据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qubit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的编号、所处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site-gate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交叉注意力机制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策略头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动作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(s1,s2)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表示将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qubit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重新分配到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位置，策略头评分为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s1 token, s2 token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内积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Placer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模型的泛化性可能不好，主要问题在于输入线路的采样空间太大。不过如果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placer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能在参与训练的线路集上表现出优势，也足以说明模型的优化能力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58056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C8A88EC-1353-B4EC-5F82-43353F0C0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7DD3C1D-E5F1-0C9E-25FE-CBEC3E75A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Router </a:t>
            </a:r>
            <a:r>
              <a:rPr lang="zh-CN" altLang="en-US" dirty="0"/>
              <a:t>推理网络模型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4F8CD2D-B758-055D-19F0-A8F6E9E6B702}"/>
              </a:ext>
            </a:extLst>
          </p:cNvPr>
          <p:cNvSpPr txBox="1"/>
          <p:nvPr/>
        </p:nvSpPr>
        <p:spPr>
          <a:xfrm>
            <a:off x="437070" y="905232"/>
            <a:ext cx="10305691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Routing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问题定义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给定重排方案，生成具体移动方案，实现位置重排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Qubit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所在位置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AOD stage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已有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move</a:t>
            </a:r>
          </a:p>
          <a:p>
            <a:pPr algn="l"/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Site token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坐标，所在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zone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当前占据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qubit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重新分配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qubit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当前占据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qubit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已经移动的次数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Move token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坐标轴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起始、终止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是否占据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动作策略头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动作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(s1,s2)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表示将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qubit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移动到到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位置，策略头评分为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s1 token, s2 token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内积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状态转移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更新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qubit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位置，若新增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和当前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AOD stage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兼容，则加入当前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AOD stage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，否则保存当前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AOD stage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，初始化一个新的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AOD stage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，加入该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环境变量中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move token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数量为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num_qubits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，因为一个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AOD stage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中每个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qubit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最多一次移动</a:t>
            </a:r>
          </a:p>
        </p:txBody>
      </p:sp>
    </p:spTree>
    <p:extLst>
      <p:ext uri="{BB962C8B-B14F-4D97-AF65-F5344CB8AC3E}">
        <p14:creationId xmlns:p14="http://schemas.microsoft.com/office/powerpoint/2010/main" val="40849236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F787965-12F9-A558-2202-FBF04BB7B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9F6D1BF-2C0A-31B7-F038-1BA57B8D0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Router </a:t>
            </a:r>
            <a:r>
              <a:rPr lang="zh-CN" altLang="en-US" dirty="0"/>
              <a:t>网络训练框架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103FEF6-781D-5CA7-608B-ADA091148FE9}"/>
              </a:ext>
            </a:extLst>
          </p:cNvPr>
          <p:cNvSpPr txBox="1"/>
          <p:nvPr/>
        </p:nvSpPr>
        <p:spPr>
          <a:xfrm>
            <a:off x="695864" y="1138687"/>
            <a:ext cx="30867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代价函数：移动所需的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AOD stage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</a:t>
            </a:r>
          </a:p>
        </p:txBody>
      </p:sp>
    </p:spTree>
    <p:extLst>
      <p:ext uri="{BB962C8B-B14F-4D97-AF65-F5344CB8AC3E}">
        <p14:creationId xmlns:p14="http://schemas.microsoft.com/office/powerpoint/2010/main" val="33412208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0CDB3F5-F4ED-3382-4F30-36398F28E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D80A8F7-1853-5ADB-842B-CEF75AC83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画图素材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20C297A-A4B5-C293-D677-E7839373DCD1}"/>
              </a:ext>
            </a:extLst>
          </p:cNvPr>
          <p:cNvSpPr>
            <a:spLocks noChangeAspect="1"/>
          </p:cNvSpPr>
          <p:nvPr/>
        </p:nvSpPr>
        <p:spPr>
          <a:xfrm>
            <a:off x="1512000" y="1512000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5C0537D-1B8F-D86C-20CD-22467E8F2E37}"/>
              </a:ext>
            </a:extLst>
          </p:cNvPr>
          <p:cNvSpPr>
            <a:spLocks noChangeAspect="1"/>
          </p:cNvSpPr>
          <p:nvPr/>
        </p:nvSpPr>
        <p:spPr>
          <a:xfrm>
            <a:off x="1512000" y="2079000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D3E98A10-41BA-EE15-F6FF-5B3397ACBED6}"/>
              </a:ext>
            </a:extLst>
          </p:cNvPr>
          <p:cNvSpPr>
            <a:spLocks noChangeAspect="1"/>
          </p:cNvSpPr>
          <p:nvPr/>
        </p:nvSpPr>
        <p:spPr>
          <a:xfrm>
            <a:off x="1512000" y="2646000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1A143BDE-64D9-F56E-89B3-D4FA2A97B968}"/>
              </a:ext>
            </a:extLst>
          </p:cNvPr>
          <p:cNvSpPr>
            <a:spLocks noChangeAspect="1"/>
          </p:cNvSpPr>
          <p:nvPr/>
        </p:nvSpPr>
        <p:spPr>
          <a:xfrm>
            <a:off x="1512000" y="3213000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4DD28831-5EB1-1025-3EC0-ABD9F60BF12D}"/>
              </a:ext>
            </a:extLst>
          </p:cNvPr>
          <p:cNvSpPr>
            <a:spLocks noChangeAspect="1"/>
          </p:cNvSpPr>
          <p:nvPr/>
        </p:nvSpPr>
        <p:spPr>
          <a:xfrm>
            <a:off x="1512000" y="3780000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70B1809D-3A3A-62C9-3FCC-2947670F9C7D}"/>
              </a:ext>
            </a:extLst>
          </p:cNvPr>
          <p:cNvSpPr>
            <a:spLocks noChangeAspect="1"/>
          </p:cNvSpPr>
          <p:nvPr/>
        </p:nvSpPr>
        <p:spPr>
          <a:xfrm>
            <a:off x="3780000" y="1512000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96C31B2E-C38E-4881-CE33-B80416CE779D}"/>
              </a:ext>
            </a:extLst>
          </p:cNvPr>
          <p:cNvSpPr>
            <a:spLocks noChangeAspect="1"/>
          </p:cNvSpPr>
          <p:nvPr/>
        </p:nvSpPr>
        <p:spPr>
          <a:xfrm>
            <a:off x="3780000" y="2079000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86E0A087-C3D2-65B6-0524-BCB444D4F40D}"/>
              </a:ext>
            </a:extLst>
          </p:cNvPr>
          <p:cNvSpPr>
            <a:spLocks noChangeAspect="1"/>
          </p:cNvSpPr>
          <p:nvPr/>
        </p:nvSpPr>
        <p:spPr>
          <a:xfrm>
            <a:off x="3780000" y="2646000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57C97580-1D07-8FBB-51FA-8670B7F8018B}"/>
              </a:ext>
            </a:extLst>
          </p:cNvPr>
          <p:cNvSpPr>
            <a:spLocks noChangeAspect="1"/>
          </p:cNvSpPr>
          <p:nvPr/>
        </p:nvSpPr>
        <p:spPr>
          <a:xfrm>
            <a:off x="3780000" y="3213000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3B727282-20F9-DF0B-1D75-8F2C7F8F7F4E}"/>
              </a:ext>
            </a:extLst>
          </p:cNvPr>
          <p:cNvSpPr>
            <a:spLocks noChangeAspect="1"/>
          </p:cNvSpPr>
          <p:nvPr/>
        </p:nvSpPr>
        <p:spPr>
          <a:xfrm>
            <a:off x="3780000" y="3780000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213EB45C-1507-3F7F-40CC-8975D32D2B18}"/>
              </a:ext>
            </a:extLst>
          </p:cNvPr>
          <p:cNvSpPr>
            <a:spLocks noChangeAspect="1"/>
          </p:cNvSpPr>
          <p:nvPr/>
        </p:nvSpPr>
        <p:spPr>
          <a:xfrm>
            <a:off x="2079000" y="1512000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A54BDA7E-A63E-F116-96B9-4FAA209FBE1A}"/>
              </a:ext>
            </a:extLst>
          </p:cNvPr>
          <p:cNvSpPr>
            <a:spLocks noChangeAspect="1"/>
          </p:cNvSpPr>
          <p:nvPr/>
        </p:nvSpPr>
        <p:spPr>
          <a:xfrm>
            <a:off x="2079000" y="2079000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A7807DB4-82AD-E9E4-8C0E-283F6D22A404}"/>
              </a:ext>
            </a:extLst>
          </p:cNvPr>
          <p:cNvSpPr>
            <a:spLocks noChangeAspect="1"/>
          </p:cNvSpPr>
          <p:nvPr/>
        </p:nvSpPr>
        <p:spPr>
          <a:xfrm>
            <a:off x="2079000" y="2646000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024884AE-2476-8D8A-9C55-82214AFECC1C}"/>
              </a:ext>
            </a:extLst>
          </p:cNvPr>
          <p:cNvSpPr>
            <a:spLocks noChangeAspect="1"/>
          </p:cNvSpPr>
          <p:nvPr/>
        </p:nvSpPr>
        <p:spPr>
          <a:xfrm>
            <a:off x="2079000" y="3213000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6C7F03F0-826B-FDFD-D337-74B24E882EF9}"/>
              </a:ext>
            </a:extLst>
          </p:cNvPr>
          <p:cNvSpPr>
            <a:spLocks noChangeAspect="1"/>
          </p:cNvSpPr>
          <p:nvPr/>
        </p:nvSpPr>
        <p:spPr>
          <a:xfrm>
            <a:off x="2079000" y="3780000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7" name="椭圆 86">
            <a:extLst>
              <a:ext uri="{FF2B5EF4-FFF2-40B4-BE49-F238E27FC236}">
                <a16:creationId xmlns:a16="http://schemas.microsoft.com/office/drawing/2014/main" id="{12505394-6807-4385-134B-C09241289C00}"/>
              </a:ext>
            </a:extLst>
          </p:cNvPr>
          <p:cNvSpPr>
            <a:spLocks noChangeAspect="1"/>
          </p:cNvSpPr>
          <p:nvPr/>
        </p:nvSpPr>
        <p:spPr>
          <a:xfrm>
            <a:off x="2646000" y="1512000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9DB25717-306C-EEA5-2516-0F0D985161E0}"/>
              </a:ext>
            </a:extLst>
          </p:cNvPr>
          <p:cNvSpPr>
            <a:spLocks noChangeAspect="1"/>
          </p:cNvSpPr>
          <p:nvPr/>
        </p:nvSpPr>
        <p:spPr>
          <a:xfrm>
            <a:off x="2646000" y="2079000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77469B54-108A-D332-FA7A-230245906FBE}"/>
              </a:ext>
            </a:extLst>
          </p:cNvPr>
          <p:cNvSpPr>
            <a:spLocks noChangeAspect="1"/>
          </p:cNvSpPr>
          <p:nvPr/>
        </p:nvSpPr>
        <p:spPr>
          <a:xfrm>
            <a:off x="2646000" y="2646000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7CD2809A-63F5-67CC-733F-BFD383663663}"/>
              </a:ext>
            </a:extLst>
          </p:cNvPr>
          <p:cNvSpPr>
            <a:spLocks noChangeAspect="1"/>
          </p:cNvSpPr>
          <p:nvPr/>
        </p:nvSpPr>
        <p:spPr>
          <a:xfrm>
            <a:off x="2646000" y="3213000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73F486C1-CDA4-AA33-474E-8343C78F6962}"/>
              </a:ext>
            </a:extLst>
          </p:cNvPr>
          <p:cNvSpPr>
            <a:spLocks noChangeAspect="1"/>
          </p:cNvSpPr>
          <p:nvPr/>
        </p:nvSpPr>
        <p:spPr>
          <a:xfrm>
            <a:off x="2646000" y="3780000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94F7F40E-54EF-7E65-55C2-0B99A2C8C154}"/>
              </a:ext>
            </a:extLst>
          </p:cNvPr>
          <p:cNvSpPr>
            <a:spLocks noChangeAspect="1"/>
          </p:cNvSpPr>
          <p:nvPr/>
        </p:nvSpPr>
        <p:spPr>
          <a:xfrm>
            <a:off x="3213000" y="1512000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BE3FB705-D8D3-F592-A4A8-A57529874FD7}"/>
              </a:ext>
            </a:extLst>
          </p:cNvPr>
          <p:cNvSpPr>
            <a:spLocks noChangeAspect="1"/>
          </p:cNvSpPr>
          <p:nvPr/>
        </p:nvSpPr>
        <p:spPr>
          <a:xfrm>
            <a:off x="3213000" y="2079000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F2FD8133-19D8-1B79-3DAC-268C98214C22}"/>
              </a:ext>
            </a:extLst>
          </p:cNvPr>
          <p:cNvSpPr>
            <a:spLocks noChangeAspect="1"/>
          </p:cNvSpPr>
          <p:nvPr/>
        </p:nvSpPr>
        <p:spPr>
          <a:xfrm>
            <a:off x="3213000" y="2646000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0C6464E3-B4A9-E290-AC9D-C6D38E6307B3}"/>
              </a:ext>
            </a:extLst>
          </p:cNvPr>
          <p:cNvSpPr>
            <a:spLocks noChangeAspect="1"/>
          </p:cNvSpPr>
          <p:nvPr/>
        </p:nvSpPr>
        <p:spPr>
          <a:xfrm>
            <a:off x="3213000" y="3213000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01D1B283-C61F-1974-D157-B55B64F69003}"/>
              </a:ext>
            </a:extLst>
          </p:cNvPr>
          <p:cNvSpPr>
            <a:spLocks noChangeAspect="1"/>
          </p:cNvSpPr>
          <p:nvPr/>
        </p:nvSpPr>
        <p:spPr>
          <a:xfrm>
            <a:off x="3213000" y="3780000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341E06FC-4AE4-3F5C-C762-2C0F78386AAA}"/>
              </a:ext>
            </a:extLst>
          </p:cNvPr>
          <p:cNvSpPr>
            <a:spLocks noChangeAspect="1"/>
          </p:cNvSpPr>
          <p:nvPr/>
        </p:nvSpPr>
        <p:spPr>
          <a:xfrm>
            <a:off x="5400000" y="144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60E2F8FD-98A0-56C4-1AAE-67D5C03832D6}"/>
              </a:ext>
            </a:extLst>
          </p:cNvPr>
          <p:cNvSpPr>
            <a:spLocks noChangeAspect="1"/>
          </p:cNvSpPr>
          <p:nvPr/>
        </p:nvSpPr>
        <p:spPr>
          <a:xfrm>
            <a:off x="5400000" y="186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44BE66D4-6454-D608-390D-D6A68D9C6DFB}"/>
              </a:ext>
            </a:extLst>
          </p:cNvPr>
          <p:cNvSpPr>
            <a:spLocks noChangeAspect="1"/>
          </p:cNvSpPr>
          <p:nvPr/>
        </p:nvSpPr>
        <p:spPr>
          <a:xfrm>
            <a:off x="5400000" y="228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2EAA21EF-1311-6851-757F-B66B0A2D1F68}"/>
              </a:ext>
            </a:extLst>
          </p:cNvPr>
          <p:cNvSpPr>
            <a:spLocks noChangeAspect="1"/>
          </p:cNvSpPr>
          <p:nvPr/>
        </p:nvSpPr>
        <p:spPr>
          <a:xfrm>
            <a:off x="5400000" y="270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651786B2-8390-DB35-5268-549B031480DA}"/>
              </a:ext>
            </a:extLst>
          </p:cNvPr>
          <p:cNvSpPr>
            <a:spLocks noChangeAspect="1"/>
          </p:cNvSpPr>
          <p:nvPr/>
        </p:nvSpPr>
        <p:spPr>
          <a:xfrm>
            <a:off x="5400000" y="312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5E4BE29B-F3F0-CCF2-2C44-A64036E4F8E0}"/>
              </a:ext>
            </a:extLst>
          </p:cNvPr>
          <p:cNvSpPr>
            <a:spLocks noChangeAspect="1"/>
          </p:cNvSpPr>
          <p:nvPr/>
        </p:nvSpPr>
        <p:spPr>
          <a:xfrm>
            <a:off x="5400000" y="354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B48E3593-AC26-03B9-90B9-DC4496629604}"/>
              </a:ext>
            </a:extLst>
          </p:cNvPr>
          <p:cNvSpPr>
            <a:spLocks noChangeAspect="1"/>
          </p:cNvSpPr>
          <p:nvPr/>
        </p:nvSpPr>
        <p:spPr>
          <a:xfrm>
            <a:off x="5400000" y="396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9" name="椭圆 168">
            <a:extLst>
              <a:ext uri="{FF2B5EF4-FFF2-40B4-BE49-F238E27FC236}">
                <a16:creationId xmlns:a16="http://schemas.microsoft.com/office/drawing/2014/main" id="{75D6F2DA-40A2-C41E-BAEA-B1AA5D009E32}"/>
              </a:ext>
            </a:extLst>
          </p:cNvPr>
          <p:cNvSpPr>
            <a:spLocks noChangeAspect="1"/>
          </p:cNvSpPr>
          <p:nvPr/>
        </p:nvSpPr>
        <p:spPr>
          <a:xfrm>
            <a:off x="1437922" y="4854747"/>
            <a:ext cx="108000" cy="108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1" name="椭圆 170">
            <a:extLst>
              <a:ext uri="{FF2B5EF4-FFF2-40B4-BE49-F238E27FC236}">
                <a16:creationId xmlns:a16="http://schemas.microsoft.com/office/drawing/2014/main" id="{712A4787-B6CF-E5F8-41C0-B980E86C60B4}"/>
              </a:ext>
            </a:extLst>
          </p:cNvPr>
          <p:cNvSpPr>
            <a:spLocks noChangeAspect="1"/>
          </p:cNvSpPr>
          <p:nvPr/>
        </p:nvSpPr>
        <p:spPr>
          <a:xfrm>
            <a:off x="1437922" y="5241747"/>
            <a:ext cx="108000" cy="108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3" name="椭圆 172">
            <a:extLst>
              <a:ext uri="{FF2B5EF4-FFF2-40B4-BE49-F238E27FC236}">
                <a16:creationId xmlns:a16="http://schemas.microsoft.com/office/drawing/2014/main" id="{903DB174-5E4A-A092-14D6-3DE03C73046D}"/>
              </a:ext>
            </a:extLst>
          </p:cNvPr>
          <p:cNvSpPr>
            <a:spLocks noChangeAspect="1"/>
          </p:cNvSpPr>
          <p:nvPr/>
        </p:nvSpPr>
        <p:spPr>
          <a:xfrm>
            <a:off x="1437922" y="6015747"/>
            <a:ext cx="108000" cy="108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5" name="椭圆 174">
            <a:extLst>
              <a:ext uri="{FF2B5EF4-FFF2-40B4-BE49-F238E27FC236}">
                <a16:creationId xmlns:a16="http://schemas.microsoft.com/office/drawing/2014/main" id="{660B34A2-374D-7F4E-0E1C-8794DD28EC53}"/>
              </a:ext>
            </a:extLst>
          </p:cNvPr>
          <p:cNvSpPr>
            <a:spLocks noChangeAspect="1"/>
          </p:cNvSpPr>
          <p:nvPr/>
        </p:nvSpPr>
        <p:spPr>
          <a:xfrm>
            <a:off x="1437922" y="5628747"/>
            <a:ext cx="108000" cy="108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7" name="椭圆 176">
            <a:extLst>
              <a:ext uri="{FF2B5EF4-FFF2-40B4-BE49-F238E27FC236}">
                <a16:creationId xmlns:a16="http://schemas.microsoft.com/office/drawing/2014/main" id="{7F5B4963-D2A2-2F38-89FB-46799A18406B}"/>
              </a:ext>
            </a:extLst>
          </p:cNvPr>
          <p:cNvSpPr>
            <a:spLocks noChangeAspect="1"/>
          </p:cNvSpPr>
          <p:nvPr/>
        </p:nvSpPr>
        <p:spPr>
          <a:xfrm>
            <a:off x="1437922" y="6402747"/>
            <a:ext cx="108000" cy="108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9" name="椭圆 218">
            <a:extLst>
              <a:ext uri="{FF2B5EF4-FFF2-40B4-BE49-F238E27FC236}">
                <a16:creationId xmlns:a16="http://schemas.microsoft.com/office/drawing/2014/main" id="{602EE41A-F69C-48A2-FA61-71D54B78784F}"/>
              </a:ext>
            </a:extLst>
          </p:cNvPr>
          <p:cNvSpPr>
            <a:spLocks noChangeAspect="1"/>
          </p:cNvSpPr>
          <p:nvPr/>
        </p:nvSpPr>
        <p:spPr>
          <a:xfrm>
            <a:off x="2985922" y="4854747"/>
            <a:ext cx="108000" cy="108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1" name="椭圆 220">
            <a:extLst>
              <a:ext uri="{FF2B5EF4-FFF2-40B4-BE49-F238E27FC236}">
                <a16:creationId xmlns:a16="http://schemas.microsoft.com/office/drawing/2014/main" id="{67C2BFE6-BC4E-0ECB-12A4-03D41FD96C9F}"/>
              </a:ext>
            </a:extLst>
          </p:cNvPr>
          <p:cNvSpPr>
            <a:spLocks noChangeAspect="1"/>
          </p:cNvSpPr>
          <p:nvPr/>
        </p:nvSpPr>
        <p:spPr>
          <a:xfrm>
            <a:off x="2985922" y="5243490"/>
            <a:ext cx="108000" cy="108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3" name="椭圆 222">
            <a:extLst>
              <a:ext uri="{FF2B5EF4-FFF2-40B4-BE49-F238E27FC236}">
                <a16:creationId xmlns:a16="http://schemas.microsoft.com/office/drawing/2014/main" id="{40440750-3E36-E315-E46F-86F662B3F139}"/>
              </a:ext>
            </a:extLst>
          </p:cNvPr>
          <p:cNvSpPr>
            <a:spLocks noChangeAspect="1"/>
          </p:cNvSpPr>
          <p:nvPr/>
        </p:nvSpPr>
        <p:spPr>
          <a:xfrm>
            <a:off x="2985922" y="6017490"/>
            <a:ext cx="108000" cy="108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5" name="椭圆 224">
            <a:extLst>
              <a:ext uri="{FF2B5EF4-FFF2-40B4-BE49-F238E27FC236}">
                <a16:creationId xmlns:a16="http://schemas.microsoft.com/office/drawing/2014/main" id="{A6247471-6218-275C-3310-795B0290F2D3}"/>
              </a:ext>
            </a:extLst>
          </p:cNvPr>
          <p:cNvSpPr>
            <a:spLocks noChangeAspect="1"/>
          </p:cNvSpPr>
          <p:nvPr/>
        </p:nvSpPr>
        <p:spPr>
          <a:xfrm>
            <a:off x="2985922" y="5630490"/>
            <a:ext cx="108000" cy="108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7" name="椭圆 226">
            <a:extLst>
              <a:ext uri="{FF2B5EF4-FFF2-40B4-BE49-F238E27FC236}">
                <a16:creationId xmlns:a16="http://schemas.microsoft.com/office/drawing/2014/main" id="{A7D6F0D9-7938-F922-82CA-CC24E0FB1AC9}"/>
              </a:ext>
            </a:extLst>
          </p:cNvPr>
          <p:cNvSpPr>
            <a:spLocks noChangeAspect="1"/>
          </p:cNvSpPr>
          <p:nvPr/>
        </p:nvSpPr>
        <p:spPr>
          <a:xfrm>
            <a:off x="2985922" y="6404490"/>
            <a:ext cx="108000" cy="108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1" name="椭圆 230">
            <a:extLst>
              <a:ext uri="{FF2B5EF4-FFF2-40B4-BE49-F238E27FC236}">
                <a16:creationId xmlns:a16="http://schemas.microsoft.com/office/drawing/2014/main" id="{6FB97E75-4600-31F3-E8A3-06213CFCDAAF}"/>
              </a:ext>
            </a:extLst>
          </p:cNvPr>
          <p:cNvSpPr>
            <a:spLocks noChangeAspect="1"/>
          </p:cNvSpPr>
          <p:nvPr/>
        </p:nvSpPr>
        <p:spPr>
          <a:xfrm>
            <a:off x="1824922" y="4854747"/>
            <a:ext cx="108000" cy="108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2" name="椭圆 231">
            <a:extLst>
              <a:ext uri="{FF2B5EF4-FFF2-40B4-BE49-F238E27FC236}">
                <a16:creationId xmlns:a16="http://schemas.microsoft.com/office/drawing/2014/main" id="{6CF9D286-3D79-D59C-F56C-9B479DBDEA65}"/>
              </a:ext>
            </a:extLst>
          </p:cNvPr>
          <p:cNvSpPr>
            <a:spLocks noChangeAspect="1"/>
          </p:cNvSpPr>
          <p:nvPr/>
        </p:nvSpPr>
        <p:spPr>
          <a:xfrm>
            <a:off x="1824922" y="5241747"/>
            <a:ext cx="108000" cy="108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3" name="椭圆 232">
            <a:extLst>
              <a:ext uri="{FF2B5EF4-FFF2-40B4-BE49-F238E27FC236}">
                <a16:creationId xmlns:a16="http://schemas.microsoft.com/office/drawing/2014/main" id="{3B58F9FC-EFC7-BE2F-3653-3148C9AA652B}"/>
              </a:ext>
            </a:extLst>
          </p:cNvPr>
          <p:cNvSpPr>
            <a:spLocks noChangeAspect="1"/>
          </p:cNvSpPr>
          <p:nvPr/>
        </p:nvSpPr>
        <p:spPr>
          <a:xfrm>
            <a:off x="1824922" y="6015747"/>
            <a:ext cx="108000" cy="108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4" name="椭圆 233">
            <a:extLst>
              <a:ext uri="{FF2B5EF4-FFF2-40B4-BE49-F238E27FC236}">
                <a16:creationId xmlns:a16="http://schemas.microsoft.com/office/drawing/2014/main" id="{4B17A80E-6A69-BCD8-1A38-34DACDCCA5E1}"/>
              </a:ext>
            </a:extLst>
          </p:cNvPr>
          <p:cNvSpPr>
            <a:spLocks noChangeAspect="1"/>
          </p:cNvSpPr>
          <p:nvPr/>
        </p:nvSpPr>
        <p:spPr>
          <a:xfrm>
            <a:off x="1824922" y="5628747"/>
            <a:ext cx="108000" cy="108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5" name="椭圆 234">
            <a:extLst>
              <a:ext uri="{FF2B5EF4-FFF2-40B4-BE49-F238E27FC236}">
                <a16:creationId xmlns:a16="http://schemas.microsoft.com/office/drawing/2014/main" id="{E3711DD2-B524-763A-C1A6-0BCBFC95F9A9}"/>
              </a:ext>
            </a:extLst>
          </p:cNvPr>
          <p:cNvSpPr>
            <a:spLocks noChangeAspect="1"/>
          </p:cNvSpPr>
          <p:nvPr/>
        </p:nvSpPr>
        <p:spPr>
          <a:xfrm>
            <a:off x="1824922" y="6402747"/>
            <a:ext cx="108000" cy="108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7" name="椭圆 236">
            <a:extLst>
              <a:ext uri="{FF2B5EF4-FFF2-40B4-BE49-F238E27FC236}">
                <a16:creationId xmlns:a16="http://schemas.microsoft.com/office/drawing/2014/main" id="{B57C0A03-086A-B92B-8E1F-CB08894A8123}"/>
              </a:ext>
            </a:extLst>
          </p:cNvPr>
          <p:cNvSpPr>
            <a:spLocks noChangeAspect="1"/>
          </p:cNvSpPr>
          <p:nvPr/>
        </p:nvSpPr>
        <p:spPr>
          <a:xfrm>
            <a:off x="2211922" y="4854747"/>
            <a:ext cx="108000" cy="108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8" name="椭圆 237">
            <a:extLst>
              <a:ext uri="{FF2B5EF4-FFF2-40B4-BE49-F238E27FC236}">
                <a16:creationId xmlns:a16="http://schemas.microsoft.com/office/drawing/2014/main" id="{B693B8A0-500D-C8B2-798D-913FD9DD4A31}"/>
              </a:ext>
            </a:extLst>
          </p:cNvPr>
          <p:cNvSpPr>
            <a:spLocks noChangeAspect="1"/>
          </p:cNvSpPr>
          <p:nvPr/>
        </p:nvSpPr>
        <p:spPr>
          <a:xfrm>
            <a:off x="2211922" y="5241747"/>
            <a:ext cx="108000" cy="108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9" name="椭圆 238">
            <a:extLst>
              <a:ext uri="{FF2B5EF4-FFF2-40B4-BE49-F238E27FC236}">
                <a16:creationId xmlns:a16="http://schemas.microsoft.com/office/drawing/2014/main" id="{42154349-3E39-A37E-E189-498B779C56DB}"/>
              </a:ext>
            </a:extLst>
          </p:cNvPr>
          <p:cNvSpPr>
            <a:spLocks noChangeAspect="1"/>
          </p:cNvSpPr>
          <p:nvPr/>
        </p:nvSpPr>
        <p:spPr>
          <a:xfrm>
            <a:off x="2211922" y="6015747"/>
            <a:ext cx="108000" cy="108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0" name="椭圆 239">
            <a:extLst>
              <a:ext uri="{FF2B5EF4-FFF2-40B4-BE49-F238E27FC236}">
                <a16:creationId xmlns:a16="http://schemas.microsoft.com/office/drawing/2014/main" id="{F46112F7-D942-02EA-827E-20D4A8369E3F}"/>
              </a:ext>
            </a:extLst>
          </p:cNvPr>
          <p:cNvSpPr>
            <a:spLocks noChangeAspect="1"/>
          </p:cNvSpPr>
          <p:nvPr/>
        </p:nvSpPr>
        <p:spPr>
          <a:xfrm>
            <a:off x="2211922" y="5628747"/>
            <a:ext cx="108000" cy="108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1" name="椭圆 240">
            <a:extLst>
              <a:ext uri="{FF2B5EF4-FFF2-40B4-BE49-F238E27FC236}">
                <a16:creationId xmlns:a16="http://schemas.microsoft.com/office/drawing/2014/main" id="{E72DF41B-F5C4-E546-ED43-D3A787B9B64F}"/>
              </a:ext>
            </a:extLst>
          </p:cNvPr>
          <p:cNvSpPr>
            <a:spLocks noChangeAspect="1"/>
          </p:cNvSpPr>
          <p:nvPr/>
        </p:nvSpPr>
        <p:spPr>
          <a:xfrm>
            <a:off x="2211922" y="6402747"/>
            <a:ext cx="108000" cy="108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3" name="椭圆 242">
            <a:extLst>
              <a:ext uri="{FF2B5EF4-FFF2-40B4-BE49-F238E27FC236}">
                <a16:creationId xmlns:a16="http://schemas.microsoft.com/office/drawing/2014/main" id="{01C867F4-5332-7081-E3AC-9998D78EFC8B}"/>
              </a:ext>
            </a:extLst>
          </p:cNvPr>
          <p:cNvSpPr>
            <a:spLocks noChangeAspect="1"/>
          </p:cNvSpPr>
          <p:nvPr/>
        </p:nvSpPr>
        <p:spPr>
          <a:xfrm>
            <a:off x="2598922" y="4854747"/>
            <a:ext cx="108000" cy="108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4" name="椭圆 243">
            <a:extLst>
              <a:ext uri="{FF2B5EF4-FFF2-40B4-BE49-F238E27FC236}">
                <a16:creationId xmlns:a16="http://schemas.microsoft.com/office/drawing/2014/main" id="{8C805B65-C825-10B9-B9D9-0A13D7F8E701}"/>
              </a:ext>
            </a:extLst>
          </p:cNvPr>
          <p:cNvSpPr>
            <a:spLocks noChangeAspect="1"/>
          </p:cNvSpPr>
          <p:nvPr/>
        </p:nvSpPr>
        <p:spPr>
          <a:xfrm>
            <a:off x="2598922" y="5241747"/>
            <a:ext cx="108000" cy="108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5" name="椭圆 244">
            <a:extLst>
              <a:ext uri="{FF2B5EF4-FFF2-40B4-BE49-F238E27FC236}">
                <a16:creationId xmlns:a16="http://schemas.microsoft.com/office/drawing/2014/main" id="{A590922B-E19C-BC2D-3FFC-5AC4CD025B35}"/>
              </a:ext>
            </a:extLst>
          </p:cNvPr>
          <p:cNvSpPr>
            <a:spLocks noChangeAspect="1"/>
          </p:cNvSpPr>
          <p:nvPr/>
        </p:nvSpPr>
        <p:spPr>
          <a:xfrm>
            <a:off x="2598922" y="6015747"/>
            <a:ext cx="108000" cy="108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6" name="椭圆 245">
            <a:extLst>
              <a:ext uri="{FF2B5EF4-FFF2-40B4-BE49-F238E27FC236}">
                <a16:creationId xmlns:a16="http://schemas.microsoft.com/office/drawing/2014/main" id="{CF19E03C-323B-9327-2629-4CCE4425EAA5}"/>
              </a:ext>
            </a:extLst>
          </p:cNvPr>
          <p:cNvSpPr>
            <a:spLocks noChangeAspect="1"/>
          </p:cNvSpPr>
          <p:nvPr/>
        </p:nvSpPr>
        <p:spPr>
          <a:xfrm>
            <a:off x="2598922" y="5628747"/>
            <a:ext cx="108000" cy="108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7" name="椭圆 246">
            <a:extLst>
              <a:ext uri="{FF2B5EF4-FFF2-40B4-BE49-F238E27FC236}">
                <a16:creationId xmlns:a16="http://schemas.microsoft.com/office/drawing/2014/main" id="{45C2541B-7B4C-E16D-29BE-C34EAD06C6E0}"/>
              </a:ext>
            </a:extLst>
          </p:cNvPr>
          <p:cNvSpPr>
            <a:spLocks noChangeAspect="1"/>
          </p:cNvSpPr>
          <p:nvPr/>
        </p:nvSpPr>
        <p:spPr>
          <a:xfrm>
            <a:off x="2598922" y="6402747"/>
            <a:ext cx="108000" cy="108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9" name="矩形 248">
            <a:extLst>
              <a:ext uri="{FF2B5EF4-FFF2-40B4-BE49-F238E27FC236}">
                <a16:creationId xmlns:a16="http://schemas.microsoft.com/office/drawing/2014/main" id="{8C9D0836-4234-0822-E30B-50D3B9C8FD1C}"/>
              </a:ext>
            </a:extLst>
          </p:cNvPr>
          <p:cNvSpPr>
            <a:spLocks noChangeAspect="1"/>
          </p:cNvSpPr>
          <p:nvPr/>
        </p:nvSpPr>
        <p:spPr>
          <a:xfrm>
            <a:off x="7920000" y="144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1" name="矩形 250">
            <a:extLst>
              <a:ext uri="{FF2B5EF4-FFF2-40B4-BE49-F238E27FC236}">
                <a16:creationId xmlns:a16="http://schemas.microsoft.com/office/drawing/2014/main" id="{E526A6B7-85FA-4BBA-9C99-61E29AC5AFCA}"/>
              </a:ext>
            </a:extLst>
          </p:cNvPr>
          <p:cNvSpPr>
            <a:spLocks noChangeAspect="1"/>
          </p:cNvSpPr>
          <p:nvPr/>
        </p:nvSpPr>
        <p:spPr>
          <a:xfrm>
            <a:off x="7920000" y="1856543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3" name="矩形 252">
            <a:extLst>
              <a:ext uri="{FF2B5EF4-FFF2-40B4-BE49-F238E27FC236}">
                <a16:creationId xmlns:a16="http://schemas.microsoft.com/office/drawing/2014/main" id="{42085171-707D-40D5-4B66-181A9024B27C}"/>
              </a:ext>
            </a:extLst>
          </p:cNvPr>
          <p:cNvSpPr>
            <a:spLocks noChangeAspect="1"/>
          </p:cNvSpPr>
          <p:nvPr/>
        </p:nvSpPr>
        <p:spPr>
          <a:xfrm>
            <a:off x="7920000" y="2276543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5" name="矩形 254">
            <a:extLst>
              <a:ext uri="{FF2B5EF4-FFF2-40B4-BE49-F238E27FC236}">
                <a16:creationId xmlns:a16="http://schemas.microsoft.com/office/drawing/2014/main" id="{8F048DF2-CBA6-6C82-F7E1-0128FF4035F4}"/>
              </a:ext>
            </a:extLst>
          </p:cNvPr>
          <p:cNvSpPr>
            <a:spLocks noChangeAspect="1"/>
          </p:cNvSpPr>
          <p:nvPr/>
        </p:nvSpPr>
        <p:spPr>
          <a:xfrm>
            <a:off x="7920000" y="2696543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7" name="矩形 256">
            <a:extLst>
              <a:ext uri="{FF2B5EF4-FFF2-40B4-BE49-F238E27FC236}">
                <a16:creationId xmlns:a16="http://schemas.microsoft.com/office/drawing/2014/main" id="{4B26C26C-B25C-6480-3A1A-73FA7EDE7F4B}"/>
              </a:ext>
            </a:extLst>
          </p:cNvPr>
          <p:cNvSpPr>
            <a:spLocks noChangeAspect="1"/>
          </p:cNvSpPr>
          <p:nvPr/>
        </p:nvSpPr>
        <p:spPr>
          <a:xfrm>
            <a:off x="7920000" y="3116543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9" name="矩形 258">
            <a:extLst>
              <a:ext uri="{FF2B5EF4-FFF2-40B4-BE49-F238E27FC236}">
                <a16:creationId xmlns:a16="http://schemas.microsoft.com/office/drawing/2014/main" id="{D0CB789E-BF3A-3BCA-0E60-73CB3C560848}"/>
              </a:ext>
            </a:extLst>
          </p:cNvPr>
          <p:cNvSpPr>
            <a:spLocks noChangeAspect="1"/>
          </p:cNvSpPr>
          <p:nvPr/>
        </p:nvSpPr>
        <p:spPr>
          <a:xfrm>
            <a:off x="7920000" y="3536543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1" name="矩形 260">
            <a:extLst>
              <a:ext uri="{FF2B5EF4-FFF2-40B4-BE49-F238E27FC236}">
                <a16:creationId xmlns:a16="http://schemas.microsoft.com/office/drawing/2014/main" id="{5DAE1889-8148-2D32-DAC9-CDDB4C7EEFCA}"/>
              </a:ext>
            </a:extLst>
          </p:cNvPr>
          <p:cNvSpPr>
            <a:spLocks noChangeAspect="1"/>
          </p:cNvSpPr>
          <p:nvPr/>
        </p:nvSpPr>
        <p:spPr>
          <a:xfrm>
            <a:off x="7920000" y="3956543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5" name="矩形 264">
            <a:extLst>
              <a:ext uri="{FF2B5EF4-FFF2-40B4-BE49-F238E27FC236}">
                <a16:creationId xmlns:a16="http://schemas.microsoft.com/office/drawing/2014/main" id="{B2891201-A9AA-DA45-02BD-9EBEDC84A0F6}"/>
              </a:ext>
            </a:extLst>
          </p:cNvPr>
          <p:cNvSpPr>
            <a:spLocks noChangeAspect="1"/>
          </p:cNvSpPr>
          <p:nvPr/>
        </p:nvSpPr>
        <p:spPr>
          <a:xfrm>
            <a:off x="6660000" y="144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6" name="矩形 265">
            <a:extLst>
              <a:ext uri="{FF2B5EF4-FFF2-40B4-BE49-F238E27FC236}">
                <a16:creationId xmlns:a16="http://schemas.microsoft.com/office/drawing/2014/main" id="{A965784F-CE64-CDA5-FC35-AF69E9885DBA}"/>
              </a:ext>
            </a:extLst>
          </p:cNvPr>
          <p:cNvSpPr>
            <a:spLocks noChangeAspect="1"/>
          </p:cNvSpPr>
          <p:nvPr/>
        </p:nvSpPr>
        <p:spPr>
          <a:xfrm>
            <a:off x="6660000" y="186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7" name="矩形 266">
            <a:extLst>
              <a:ext uri="{FF2B5EF4-FFF2-40B4-BE49-F238E27FC236}">
                <a16:creationId xmlns:a16="http://schemas.microsoft.com/office/drawing/2014/main" id="{E8560A8B-0952-8F18-C72E-4F8B8A2A7BCE}"/>
              </a:ext>
            </a:extLst>
          </p:cNvPr>
          <p:cNvSpPr>
            <a:spLocks noChangeAspect="1"/>
          </p:cNvSpPr>
          <p:nvPr/>
        </p:nvSpPr>
        <p:spPr>
          <a:xfrm>
            <a:off x="6660000" y="228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8" name="矩形 267">
            <a:extLst>
              <a:ext uri="{FF2B5EF4-FFF2-40B4-BE49-F238E27FC236}">
                <a16:creationId xmlns:a16="http://schemas.microsoft.com/office/drawing/2014/main" id="{276B02C3-0DB7-0E8E-C50C-CD76C558157C}"/>
              </a:ext>
            </a:extLst>
          </p:cNvPr>
          <p:cNvSpPr>
            <a:spLocks noChangeAspect="1"/>
          </p:cNvSpPr>
          <p:nvPr/>
        </p:nvSpPr>
        <p:spPr>
          <a:xfrm>
            <a:off x="6660000" y="270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9" name="矩形 268">
            <a:extLst>
              <a:ext uri="{FF2B5EF4-FFF2-40B4-BE49-F238E27FC236}">
                <a16:creationId xmlns:a16="http://schemas.microsoft.com/office/drawing/2014/main" id="{2F9EC76B-A547-B20E-C3EF-04D258BFADE9}"/>
              </a:ext>
            </a:extLst>
          </p:cNvPr>
          <p:cNvSpPr>
            <a:spLocks noChangeAspect="1"/>
          </p:cNvSpPr>
          <p:nvPr/>
        </p:nvSpPr>
        <p:spPr>
          <a:xfrm>
            <a:off x="6660000" y="312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0" name="矩形 269">
            <a:extLst>
              <a:ext uri="{FF2B5EF4-FFF2-40B4-BE49-F238E27FC236}">
                <a16:creationId xmlns:a16="http://schemas.microsoft.com/office/drawing/2014/main" id="{BCF44CC4-B520-C1AC-B490-D1C03D85BF6D}"/>
              </a:ext>
            </a:extLst>
          </p:cNvPr>
          <p:cNvSpPr>
            <a:spLocks noChangeAspect="1"/>
          </p:cNvSpPr>
          <p:nvPr/>
        </p:nvSpPr>
        <p:spPr>
          <a:xfrm>
            <a:off x="6660000" y="354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1" name="矩形 270">
            <a:extLst>
              <a:ext uri="{FF2B5EF4-FFF2-40B4-BE49-F238E27FC236}">
                <a16:creationId xmlns:a16="http://schemas.microsoft.com/office/drawing/2014/main" id="{FB08AB94-33A8-4B34-8847-5562B69BA4BA}"/>
              </a:ext>
            </a:extLst>
          </p:cNvPr>
          <p:cNvSpPr>
            <a:spLocks noChangeAspect="1"/>
          </p:cNvSpPr>
          <p:nvPr/>
        </p:nvSpPr>
        <p:spPr>
          <a:xfrm>
            <a:off x="6660000" y="396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3" name="矩形 272">
            <a:extLst>
              <a:ext uri="{FF2B5EF4-FFF2-40B4-BE49-F238E27FC236}">
                <a16:creationId xmlns:a16="http://schemas.microsoft.com/office/drawing/2014/main" id="{753B6A29-356F-3CBA-1F56-CAFE6FDAC671}"/>
              </a:ext>
            </a:extLst>
          </p:cNvPr>
          <p:cNvSpPr>
            <a:spLocks noChangeAspect="1"/>
          </p:cNvSpPr>
          <p:nvPr/>
        </p:nvSpPr>
        <p:spPr>
          <a:xfrm>
            <a:off x="7080000" y="144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4" name="矩形 273">
            <a:extLst>
              <a:ext uri="{FF2B5EF4-FFF2-40B4-BE49-F238E27FC236}">
                <a16:creationId xmlns:a16="http://schemas.microsoft.com/office/drawing/2014/main" id="{11B51A57-83A8-C07E-122A-3B765D1EC03A}"/>
              </a:ext>
            </a:extLst>
          </p:cNvPr>
          <p:cNvSpPr>
            <a:spLocks noChangeAspect="1"/>
          </p:cNvSpPr>
          <p:nvPr/>
        </p:nvSpPr>
        <p:spPr>
          <a:xfrm>
            <a:off x="7080000" y="186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5" name="矩形 274">
            <a:extLst>
              <a:ext uri="{FF2B5EF4-FFF2-40B4-BE49-F238E27FC236}">
                <a16:creationId xmlns:a16="http://schemas.microsoft.com/office/drawing/2014/main" id="{3AEFD574-8866-6E29-B38C-17904F4B9E6A}"/>
              </a:ext>
            </a:extLst>
          </p:cNvPr>
          <p:cNvSpPr>
            <a:spLocks noChangeAspect="1"/>
          </p:cNvSpPr>
          <p:nvPr/>
        </p:nvSpPr>
        <p:spPr>
          <a:xfrm>
            <a:off x="7080000" y="228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6" name="矩形 275">
            <a:extLst>
              <a:ext uri="{FF2B5EF4-FFF2-40B4-BE49-F238E27FC236}">
                <a16:creationId xmlns:a16="http://schemas.microsoft.com/office/drawing/2014/main" id="{C3F7BF73-15E7-3089-F438-B145708CD4BC}"/>
              </a:ext>
            </a:extLst>
          </p:cNvPr>
          <p:cNvSpPr>
            <a:spLocks noChangeAspect="1"/>
          </p:cNvSpPr>
          <p:nvPr/>
        </p:nvSpPr>
        <p:spPr>
          <a:xfrm>
            <a:off x="7080000" y="270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7" name="矩形 276">
            <a:extLst>
              <a:ext uri="{FF2B5EF4-FFF2-40B4-BE49-F238E27FC236}">
                <a16:creationId xmlns:a16="http://schemas.microsoft.com/office/drawing/2014/main" id="{50CC419C-32D2-8F1B-3ED4-0BE42DAD7C4B}"/>
              </a:ext>
            </a:extLst>
          </p:cNvPr>
          <p:cNvSpPr>
            <a:spLocks noChangeAspect="1"/>
          </p:cNvSpPr>
          <p:nvPr/>
        </p:nvSpPr>
        <p:spPr>
          <a:xfrm>
            <a:off x="7080000" y="312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8" name="矩形 277">
            <a:extLst>
              <a:ext uri="{FF2B5EF4-FFF2-40B4-BE49-F238E27FC236}">
                <a16:creationId xmlns:a16="http://schemas.microsoft.com/office/drawing/2014/main" id="{DB28DA30-B774-FC37-87E2-D1DFC8A20640}"/>
              </a:ext>
            </a:extLst>
          </p:cNvPr>
          <p:cNvSpPr>
            <a:spLocks noChangeAspect="1"/>
          </p:cNvSpPr>
          <p:nvPr/>
        </p:nvSpPr>
        <p:spPr>
          <a:xfrm>
            <a:off x="7080000" y="354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9" name="矩形 278">
            <a:extLst>
              <a:ext uri="{FF2B5EF4-FFF2-40B4-BE49-F238E27FC236}">
                <a16:creationId xmlns:a16="http://schemas.microsoft.com/office/drawing/2014/main" id="{536972DA-671C-68FE-0DA3-025AEBACBCB6}"/>
              </a:ext>
            </a:extLst>
          </p:cNvPr>
          <p:cNvSpPr>
            <a:spLocks noChangeAspect="1"/>
          </p:cNvSpPr>
          <p:nvPr/>
        </p:nvSpPr>
        <p:spPr>
          <a:xfrm>
            <a:off x="7080000" y="396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1" name="矩形 280">
            <a:extLst>
              <a:ext uri="{FF2B5EF4-FFF2-40B4-BE49-F238E27FC236}">
                <a16:creationId xmlns:a16="http://schemas.microsoft.com/office/drawing/2014/main" id="{B1476AA5-50F4-0653-99E0-E69DA4F58656}"/>
              </a:ext>
            </a:extLst>
          </p:cNvPr>
          <p:cNvSpPr>
            <a:spLocks noChangeAspect="1"/>
          </p:cNvSpPr>
          <p:nvPr/>
        </p:nvSpPr>
        <p:spPr>
          <a:xfrm>
            <a:off x="7500000" y="144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2" name="矩形 281">
            <a:extLst>
              <a:ext uri="{FF2B5EF4-FFF2-40B4-BE49-F238E27FC236}">
                <a16:creationId xmlns:a16="http://schemas.microsoft.com/office/drawing/2014/main" id="{760C1D33-0EA3-93D4-E3C5-511F09904EEB}"/>
              </a:ext>
            </a:extLst>
          </p:cNvPr>
          <p:cNvSpPr>
            <a:spLocks noChangeAspect="1"/>
          </p:cNvSpPr>
          <p:nvPr/>
        </p:nvSpPr>
        <p:spPr>
          <a:xfrm>
            <a:off x="7500000" y="186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3" name="矩形 282">
            <a:extLst>
              <a:ext uri="{FF2B5EF4-FFF2-40B4-BE49-F238E27FC236}">
                <a16:creationId xmlns:a16="http://schemas.microsoft.com/office/drawing/2014/main" id="{BCC32A47-0051-F1AF-B48F-F152545223C2}"/>
              </a:ext>
            </a:extLst>
          </p:cNvPr>
          <p:cNvSpPr>
            <a:spLocks noChangeAspect="1"/>
          </p:cNvSpPr>
          <p:nvPr/>
        </p:nvSpPr>
        <p:spPr>
          <a:xfrm>
            <a:off x="7500000" y="228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4" name="矩形 283">
            <a:extLst>
              <a:ext uri="{FF2B5EF4-FFF2-40B4-BE49-F238E27FC236}">
                <a16:creationId xmlns:a16="http://schemas.microsoft.com/office/drawing/2014/main" id="{2A3CFA5A-D221-D154-42A0-A2A4EF7668E1}"/>
              </a:ext>
            </a:extLst>
          </p:cNvPr>
          <p:cNvSpPr>
            <a:spLocks noChangeAspect="1"/>
          </p:cNvSpPr>
          <p:nvPr/>
        </p:nvSpPr>
        <p:spPr>
          <a:xfrm>
            <a:off x="7500000" y="270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5" name="矩形 284">
            <a:extLst>
              <a:ext uri="{FF2B5EF4-FFF2-40B4-BE49-F238E27FC236}">
                <a16:creationId xmlns:a16="http://schemas.microsoft.com/office/drawing/2014/main" id="{285DCD0A-9EFB-79FD-697E-ABBB9C84F00F}"/>
              </a:ext>
            </a:extLst>
          </p:cNvPr>
          <p:cNvSpPr>
            <a:spLocks noChangeAspect="1"/>
          </p:cNvSpPr>
          <p:nvPr/>
        </p:nvSpPr>
        <p:spPr>
          <a:xfrm>
            <a:off x="7500000" y="312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6" name="矩形 285">
            <a:extLst>
              <a:ext uri="{FF2B5EF4-FFF2-40B4-BE49-F238E27FC236}">
                <a16:creationId xmlns:a16="http://schemas.microsoft.com/office/drawing/2014/main" id="{590FE01C-D49A-BFD0-8849-2796E2A9E774}"/>
              </a:ext>
            </a:extLst>
          </p:cNvPr>
          <p:cNvSpPr>
            <a:spLocks noChangeAspect="1"/>
          </p:cNvSpPr>
          <p:nvPr/>
        </p:nvSpPr>
        <p:spPr>
          <a:xfrm>
            <a:off x="7500000" y="354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7" name="矩形 286">
            <a:extLst>
              <a:ext uri="{FF2B5EF4-FFF2-40B4-BE49-F238E27FC236}">
                <a16:creationId xmlns:a16="http://schemas.microsoft.com/office/drawing/2014/main" id="{E50887DE-68D9-7DF5-D9B8-9C5DA0B2D92D}"/>
              </a:ext>
            </a:extLst>
          </p:cNvPr>
          <p:cNvSpPr>
            <a:spLocks noChangeAspect="1"/>
          </p:cNvSpPr>
          <p:nvPr/>
        </p:nvSpPr>
        <p:spPr>
          <a:xfrm>
            <a:off x="7500000" y="396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9" name="矩形 288">
            <a:extLst>
              <a:ext uri="{FF2B5EF4-FFF2-40B4-BE49-F238E27FC236}">
                <a16:creationId xmlns:a16="http://schemas.microsoft.com/office/drawing/2014/main" id="{1F7B2B01-6CE5-1FCE-77CC-157A1FC723C9}"/>
              </a:ext>
            </a:extLst>
          </p:cNvPr>
          <p:cNvSpPr/>
          <p:nvPr/>
        </p:nvSpPr>
        <p:spPr>
          <a:xfrm>
            <a:off x="10280991" y="2386692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1" name="矩形 290">
            <a:extLst>
              <a:ext uri="{FF2B5EF4-FFF2-40B4-BE49-F238E27FC236}">
                <a16:creationId xmlns:a16="http://schemas.microsoft.com/office/drawing/2014/main" id="{A9252D60-F932-CCEC-4AF9-FE7DD9504AFC}"/>
              </a:ext>
            </a:extLst>
          </p:cNvPr>
          <p:cNvSpPr/>
          <p:nvPr/>
        </p:nvSpPr>
        <p:spPr>
          <a:xfrm>
            <a:off x="10280991" y="2590692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3" name="矩形 292">
            <a:extLst>
              <a:ext uri="{FF2B5EF4-FFF2-40B4-BE49-F238E27FC236}">
                <a16:creationId xmlns:a16="http://schemas.microsoft.com/office/drawing/2014/main" id="{56EFABEE-52C4-8363-65A3-BA31E7CE6BD4}"/>
              </a:ext>
            </a:extLst>
          </p:cNvPr>
          <p:cNvSpPr/>
          <p:nvPr/>
        </p:nvSpPr>
        <p:spPr>
          <a:xfrm>
            <a:off x="10280991" y="2794692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5" name="矩形 294">
            <a:extLst>
              <a:ext uri="{FF2B5EF4-FFF2-40B4-BE49-F238E27FC236}">
                <a16:creationId xmlns:a16="http://schemas.microsoft.com/office/drawing/2014/main" id="{CB4F492A-739D-80DD-BD9E-8CDE24C2BF86}"/>
              </a:ext>
            </a:extLst>
          </p:cNvPr>
          <p:cNvSpPr/>
          <p:nvPr/>
        </p:nvSpPr>
        <p:spPr>
          <a:xfrm>
            <a:off x="10280991" y="3258000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7" name="矩形 296">
            <a:extLst>
              <a:ext uri="{FF2B5EF4-FFF2-40B4-BE49-F238E27FC236}">
                <a16:creationId xmlns:a16="http://schemas.microsoft.com/office/drawing/2014/main" id="{C3A1A066-9BC8-20B2-9885-B50EBF050CBA}"/>
              </a:ext>
            </a:extLst>
          </p:cNvPr>
          <p:cNvSpPr/>
          <p:nvPr/>
        </p:nvSpPr>
        <p:spPr>
          <a:xfrm>
            <a:off x="10280991" y="3462000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9" name="矩形 298">
            <a:extLst>
              <a:ext uri="{FF2B5EF4-FFF2-40B4-BE49-F238E27FC236}">
                <a16:creationId xmlns:a16="http://schemas.microsoft.com/office/drawing/2014/main" id="{BC4BD99E-0037-5DA9-0089-8E01D81D84A8}"/>
              </a:ext>
            </a:extLst>
          </p:cNvPr>
          <p:cNvSpPr/>
          <p:nvPr/>
        </p:nvSpPr>
        <p:spPr>
          <a:xfrm>
            <a:off x="10280991" y="3666000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1" name="矩形 300">
            <a:extLst>
              <a:ext uri="{FF2B5EF4-FFF2-40B4-BE49-F238E27FC236}">
                <a16:creationId xmlns:a16="http://schemas.microsoft.com/office/drawing/2014/main" id="{E9D8B012-0C17-FD55-1E23-65B6A16CAB9C}"/>
              </a:ext>
            </a:extLst>
          </p:cNvPr>
          <p:cNvSpPr/>
          <p:nvPr/>
        </p:nvSpPr>
        <p:spPr>
          <a:xfrm>
            <a:off x="10280991" y="3870000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3" name="矩形 302">
            <a:extLst>
              <a:ext uri="{FF2B5EF4-FFF2-40B4-BE49-F238E27FC236}">
                <a16:creationId xmlns:a16="http://schemas.microsoft.com/office/drawing/2014/main" id="{DF9B7E23-220F-F272-CC6E-DFF75DBD9737}"/>
              </a:ext>
            </a:extLst>
          </p:cNvPr>
          <p:cNvSpPr/>
          <p:nvPr/>
        </p:nvSpPr>
        <p:spPr>
          <a:xfrm>
            <a:off x="11098191" y="2386692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5" name="矩形 304">
            <a:extLst>
              <a:ext uri="{FF2B5EF4-FFF2-40B4-BE49-F238E27FC236}">
                <a16:creationId xmlns:a16="http://schemas.microsoft.com/office/drawing/2014/main" id="{CA0EE8C5-AB68-5AAD-192E-8892FDC82B3D}"/>
              </a:ext>
            </a:extLst>
          </p:cNvPr>
          <p:cNvSpPr/>
          <p:nvPr/>
        </p:nvSpPr>
        <p:spPr>
          <a:xfrm>
            <a:off x="11098191" y="2590692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7" name="矩形 306">
            <a:extLst>
              <a:ext uri="{FF2B5EF4-FFF2-40B4-BE49-F238E27FC236}">
                <a16:creationId xmlns:a16="http://schemas.microsoft.com/office/drawing/2014/main" id="{BDAFF4E0-6593-3B33-249B-08417BFC249E}"/>
              </a:ext>
            </a:extLst>
          </p:cNvPr>
          <p:cNvSpPr/>
          <p:nvPr/>
        </p:nvSpPr>
        <p:spPr>
          <a:xfrm>
            <a:off x="11098191" y="2794692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9" name="矩形 308">
            <a:extLst>
              <a:ext uri="{FF2B5EF4-FFF2-40B4-BE49-F238E27FC236}">
                <a16:creationId xmlns:a16="http://schemas.microsoft.com/office/drawing/2014/main" id="{43A1FA58-087D-1762-6235-10ECD0C71ADE}"/>
              </a:ext>
            </a:extLst>
          </p:cNvPr>
          <p:cNvSpPr/>
          <p:nvPr/>
        </p:nvSpPr>
        <p:spPr>
          <a:xfrm>
            <a:off x="11098191" y="3258000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1" name="矩形 310">
            <a:extLst>
              <a:ext uri="{FF2B5EF4-FFF2-40B4-BE49-F238E27FC236}">
                <a16:creationId xmlns:a16="http://schemas.microsoft.com/office/drawing/2014/main" id="{BB3107BF-2D00-A7B3-C460-9DB16D8364BE}"/>
              </a:ext>
            </a:extLst>
          </p:cNvPr>
          <p:cNvSpPr/>
          <p:nvPr/>
        </p:nvSpPr>
        <p:spPr>
          <a:xfrm>
            <a:off x="11098191" y="3462000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3" name="矩形 312">
            <a:extLst>
              <a:ext uri="{FF2B5EF4-FFF2-40B4-BE49-F238E27FC236}">
                <a16:creationId xmlns:a16="http://schemas.microsoft.com/office/drawing/2014/main" id="{C96303BB-71CD-124E-7E62-7DECD6E0F591}"/>
              </a:ext>
            </a:extLst>
          </p:cNvPr>
          <p:cNvSpPr/>
          <p:nvPr/>
        </p:nvSpPr>
        <p:spPr>
          <a:xfrm>
            <a:off x="11098191" y="3666000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5" name="矩形 314">
            <a:extLst>
              <a:ext uri="{FF2B5EF4-FFF2-40B4-BE49-F238E27FC236}">
                <a16:creationId xmlns:a16="http://schemas.microsoft.com/office/drawing/2014/main" id="{3BBA54FF-F056-E39C-15F8-963860975E98}"/>
              </a:ext>
            </a:extLst>
          </p:cNvPr>
          <p:cNvSpPr/>
          <p:nvPr/>
        </p:nvSpPr>
        <p:spPr>
          <a:xfrm>
            <a:off x="11098191" y="3870000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7" name="矩形 316">
            <a:extLst>
              <a:ext uri="{FF2B5EF4-FFF2-40B4-BE49-F238E27FC236}">
                <a16:creationId xmlns:a16="http://schemas.microsoft.com/office/drawing/2014/main" id="{6B869C1A-EA3C-C591-D67D-F1CFB93BD01E}"/>
              </a:ext>
            </a:extLst>
          </p:cNvPr>
          <p:cNvSpPr/>
          <p:nvPr/>
        </p:nvSpPr>
        <p:spPr>
          <a:xfrm>
            <a:off x="10485291" y="2386692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9" name="矩形 318">
            <a:extLst>
              <a:ext uri="{FF2B5EF4-FFF2-40B4-BE49-F238E27FC236}">
                <a16:creationId xmlns:a16="http://schemas.microsoft.com/office/drawing/2014/main" id="{8E110736-459E-F899-18AB-FE897D49F785}"/>
              </a:ext>
            </a:extLst>
          </p:cNvPr>
          <p:cNvSpPr/>
          <p:nvPr/>
        </p:nvSpPr>
        <p:spPr>
          <a:xfrm>
            <a:off x="10485291" y="2590692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1" name="矩形 320">
            <a:extLst>
              <a:ext uri="{FF2B5EF4-FFF2-40B4-BE49-F238E27FC236}">
                <a16:creationId xmlns:a16="http://schemas.microsoft.com/office/drawing/2014/main" id="{63C8EF53-F696-4AFA-584E-BC1A10D97CA9}"/>
              </a:ext>
            </a:extLst>
          </p:cNvPr>
          <p:cNvSpPr/>
          <p:nvPr/>
        </p:nvSpPr>
        <p:spPr>
          <a:xfrm>
            <a:off x="10485291" y="2794692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3" name="矩形 322">
            <a:extLst>
              <a:ext uri="{FF2B5EF4-FFF2-40B4-BE49-F238E27FC236}">
                <a16:creationId xmlns:a16="http://schemas.microsoft.com/office/drawing/2014/main" id="{C7C6BB75-0554-EDA0-33F2-429468ECAFE4}"/>
              </a:ext>
            </a:extLst>
          </p:cNvPr>
          <p:cNvSpPr/>
          <p:nvPr/>
        </p:nvSpPr>
        <p:spPr>
          <a:xfrm>
            <a:off x="10485291" y="3258000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5" name="矩形 324">
            <a:extLst>
              <a:ext uri="{FF2B5EF4-FFF2-40B4-BE49-F238E27FC236}">
                <a16:creationId xmlns:a16="http://schemas.microsoft.com/office/drawing/2014/main" id="{943D1277-74EA-4B9A-525D-9784E16856CD}"/>
              </a:ext>
            </a:extLst>
          </p:cNvPr>
          <p:cNvSpPr/>
          <p:nvPr/>
        </p:nvSpPr>
        <p:spPr>
          <a:xfrm>
            <a:off x="10485291" y="3462000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7" name="矩形 326">
            <a:extLst>
              <a:ext uri="{FF2B5EF4-FFF2-40B4-BE49-F238E27FC236}">
                <a16:creationId xmlns:a16="http://schemas.microsoft.com/office/drawing/2014/main" id="{4C16B097-C19D-41EB-5C92-0CB15A9C0FF2}"/>
              </a:ext>
            </a:extLst>
          </p:cNvPr>
          <p:cNvSpPr/>
          <p:nvPr/>
        </p:nvSpPr>
        <p:spPr>
          <a:xfrm>
            <a:off x="10485291" y="3666000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9" name="矩形 328">
            <a:extLst>
              <a:ext uri="{FF2B5EF4-FFF2-40B4-BE49-F238E27FC236}">
                <a16:creationId xmlns:a16="http://schemas.microsoft.com/office/drawing/2014/main" id="{A71EA17A-4197-9580-5350-D0F8E129E897}"/>
              </a:ext>
            </a:extLst>
          </p:cNvPr>
          <p:cNvSpPr/>
          <p:nvPr/>
        </p:nvSpPr>
        <p:spPr>
          <a:xfrm>
            <a:off x="10485291" y="3870000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1" name="矩形 330">
            <a:extLst>
              <a:ext uri="{FF2B5EF4-FFF2-40B4-BE49-F238E27FC236}">
                <a16:creationId xmlns:a16="http://schemas.microsoft.com/office/drawing/2014/main" id="{E29C3F45-D4EC-D7D0-5BA5-1F2885F6AC04}"/>
              </a:ext>
            </a:extLst>
          </p:cNvPr>
          <p:cNvSpPr/>
          <p:nvPr/>
        </p:nvSpPr>
        <p:spPr>
          <a:xfrm>
            <a:off x="10689591" y="2386692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3" name="矩形 332">
            <a:extLst>
              <a:ext uri="{FF2B5EF4-FFF2-40B4-BE49-F238E27FC236}">
                <a16:creationId xmlns:a16="http://schemas.microsoft.com/office/drawing/2014/main" id="{8C34E014-9061-F743-2823-30E5ECF5D071}"/>
              </a:ext>
            </a:extLst>
          </p:cNvPr>
          <p:cNvSpPr/>
          <p:nvPr/>
        </p:nvSpPr>
        <p:spPr>
          <a:xfrm>
            <a:off x="10689591" y="2590692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5" name="矩形 334">
            <a:extLst>
              <a:ext uri="{FF2B5EF4-FFF2-40B4-BE49-F238E27FC236}">
                <a16:creationId xmlns:a16="http://schemas.microsoft.com/office/drawing/2014/main" id="{3A1E97CA-6C1D-6AE3-00A7-55B097D0B8AB}"/>
              </a:ext>
            </a:extLst>
          </p:cNvPr>
          <p:cNvSpPr/>
          <p:nvPr/>
        </p:nvSpPr>
        <p:spPr>
          <a:xfrm>
            <a:off x="10689591" y="2794692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7" name="矩形 336">
            <a:extLst>
              <a:ext uri="{FF2B5EF4-FFF2-40B4-BE49-F238E27FC236}">
                <a16:creationId xmlns:a16="http://schemas.microsoft.com/office/drawing/2014/main" id="{099F6415-AB6D-4836-453E-64960BB72CEE}"/>
              </a:ext>
            </a:extLst>
          </p:cNvPr>
          <p:cNvSpPr/>
          <p:nvPr/>
        </p:nvSpPr>
        <p:spPr>
          <a:xfrm>
            <a:off x="10689591" y="3258000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9" name="矩形 338">
            <a:extLst>
              <a:ext uri="{FF2B5EF4-FFF2-40B4-BE49-F238E27FC236}">
                <a16:creationId xmlns:a16="http://schemas.microsoft.com/office/drawing/2014/main" id="{5D64A778-3D56-A45F-7D2D-5A98E0389271}"/>
              </a:ext>
            </a:extLst>
          </p:cNvPr>
          <p:cNvSpPr/>
          <p:nvPr/>
        </p:nvSpPr>
        <p:spPr>
          <a:xfrm>
            <a:off x="10689591" y="3462000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1" name="矩形 340">
            <a:extLst>
              <a:ext uri="{FF2B5EF4-FFF2-40B4-BE49-F238E27FC236}">
                <a16:creationId xmlns:a16="http://schemas.microsoft.com/office/drawing/2014/main" id="{B2CA00C5-F0E1-6B95-0C23-98D6DD3DF3B2}"/>
              </a:ext>
            </a:extLst>
          </p:cNvPr>
          <p:cNvSpPr/>
          <p:nvPr/>
        </p:nvSpPr>
        <p:spPr>
          <a:xfrm>
            <a:off x="10689591" y="3666000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3" name="矩形 342">
            <a:extLst>
              <a:ext uri="{FF2B5EF4-FFF2-40B4-BE49-F238E27FC236}">
                <a16:creationId xmlns:a16="http://schemas.microsoft.com/office/drawing/2014/main" id="{56980B2B-DED2-B094-B71E-6A14504875B9}"/>
              </a:ext>
            </a:extLst>
          </p:cNvPr>
          <p:cNvSpPr/>
          <p:nvPr/>
        </p:nvSpPr>
        <p:spPr>
          <a:xfrm>
            <a:off x="10689591" y="3870000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5" name="矩形 344">
            <a:extLst>
              <a:ext uri="{FF2B5EF4-FFF2-40B4-BE49-F238E27FC236}">
                <a16:creationId xmlns:a16="http://schemas.microsoft.com/office/drawing/2014/main" id="{46274003-CE51-3628-8A2B-4D37987010BA}"/>
              </a:ext>
            </a:extLst>
          </p:cNvPr>
          <p:cNvSpPr/>
          <p:nvPr/>
        </p:nvSpPr>
        <p:spPr>
          <a:xfrm>
            <a:off x="10893891" y="2386692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7" name="矩形 346">
            <a:extLst>
              <a:ext uri="{FF2B5EF4-FFF2-40B4-BE49-F238E27FC236}">
                <a16:creationId xmlns:a16="http://schemas.microsoft.com/office/drawing/2014/main" id="{DEC5C5EA-2519-D683-CA3A-7C2F3984FA9C}"/>
              </a:ext>
            </a:extLst>
          </p:cNvPr>
          <p:cNvSpPr/>
          <p:nvPr/>
        </p:nvSpPr>
        <p:spPr>
          <a:xfrm>
            <a:off x="10893891" y="2590692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9" name="矩形 348">
            <a:extLst>
              <a:ext uri="{FF2B5EF4-FFF2-40B4-BE49-F238E27FC236}">
                <a16:creationId xmlns:a16="http://schemas.microsoft.com/office/drawing/2014/main" id="{9C230A10-593C-13A7-7934-B40C82B77266}"/>
              </a:ext>
            </a:extLst>
          </p:cNvPr>
          <p:cNvSpPr/>
          <p:nvPr/>
        </p:nvSpPr>
        <p:spPr>
          <a:xfrm>
            <a:off x="10893891" y="2794692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1" name="矩形 350">
            <a:extLst>
              <a:ext uri="{FF2B5EF4-FFF2-40B4-BE49-F238E27FC236}">
                <a16:creationId xmlns:a16="http://schemas.microsoft.com/office/drawing/2014/main" id="{2B286827-8439-EB3C-BDBE-533150780B02}"/>
              </a:ext>
            </a:extLst>
          </p:cNvPr>
          <p:cNvSpPr/>
          <p:nvPr/>
        </p:nvSpPr>
        <p:spPr>
          <a:xfrm>
            <a:off x="10893891" y="3258000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3" name="矩形 352">
            <a:extLst>
              <a:ext uri="{FF2B5EF4-FFF2-40B4-BE49-F238E27FC236}">
                <a16:creationId xmlns:a16="http://schemas.microsoft.com/office/drawing/2014/main" id="{68F0280F-D821-2809-3BD3-5CB7BB7DAE3F}"/>
              </a:ext>
            </a:extLst>
          </p:cNvPr>
          <p:cNvSpPr/>
          <p:nvPr/>
        </p:nvSpPr>
        <p:spPr>
          <a:xfrm>
            <a:off x="10893891" y="3462000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5" name="矩形 354">
            <a:extLst>
              <a:ext uri="{FF2B5EF4-FFF2-40B4-BE49-F238E27FC236}">
                <a16:creationId xmlns:a16="http://schemas.microsoft.com/office/drawing/2014/main" id="{36B719EF-63D0-40FB-6FA6-8A14498F9967}"/>
              </a:ext>
            </a:extLst>
          </p:cNvPr>
          <p:cNvSpPr/>
          <p:nvPr/>
        </p:nvSpPr>
        <p:spPr>
          <a:xfrm>
            <a:off x="10893891" y="3666000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7" name="矩形 356">
            <a:extLst>
              <a:ext uri="{FF2B5EF4-FFF2-40B4-BE49-F238E27FC236}">
                <a16:creationId xmlns:a16="http://schemas.microsoft.com/office/drawing/2014/main" id="{0304887F-2DB6-7CA7-0F7F-6089BCAE1068}"/>
              </a:ext>
            </a:extLst>
          </p:cNvPr>
          <p:cNvSpPr/>
          <p:nvPr/>
        </p:nvSpPr>
        <p:spPr>
          <a:xfrm>
            <a:off x="10893891" y="3870000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9" name="矩形 358">
            <a:extLst>
              <a:ext uri="{FF2B5EF4-FFF2-40B4-BE49-F238E27FC236}">
                <a16:creationId xmlns:a16="http://schemas.microsoft.com/office/drawing/2014/main" id="{21D2A298-C792-4659-3210-6FD08C7033DC}"/>
              </a:ext>
            </a:extLst>
          </p:cNvPr>
          <p:cNvSpPr/>
          <p:nvPr/>
        </p:nvSpPr>
        <p:spPr>
          <a:xfrm>
            <a:off x="10280991" y="1668450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1" name="矩形 360">
            <a:extLst>
              <a:ext uri="{FF2B5EF4-FFF2-40B4-BE49-F238E27FC236}">
                <a16:creationId xmlns:a16="http://schemas.microsoft.com/office/drawing/2014/main" id="{7EEF3968-CA3A-B974-3854-98829F735EA1}"/>
              </a:ext>
            </a:extLst>
          </p:cNvPr>
          <p:cNvSpPr/>
          <p:nvPr/>
        </p:nvSpPr>
        <p:spPr>
          <a:xfrm>
            <a:off x="10280991" y="1872450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3" name="矩形 362">
            <a:extLst>
              <a:ext uri="{FF2B5EF4-FFF2-40B4-BE49-F238E27FC236}">
                <a16:creationId xmlns:a16="http://schemas.microsoft.com/office/drawing/2014/main" id="{60DACE78-53ED-8CFB-BB09-1AD59011190A}"/>
              </a:ext>
            </a:extLst>
          </p:cNvPr>
          <p:cNvSpPr/>
          <p:nvPr/>
        </p:nvSpPr>
        <p:spPr>
          <a:xfrm>
            <a:off x="11098191" y="1668450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5" name="矩形 364">
            <a:extLst>
              <a:ext uri="{FF2B5EF4-FFF2-40B4-BE49-F238E27FC236}">
                <a16:creationId xmlns:a16="http://schemas.microsoft.com/office/drawing/2014/main" id="{AE720043-0FE2-D607-0E8C-463D870A2697}"/>
              </a:ext>
            </a:extLst>
          </p:cNvPr>
          <p:cNvSpPr/>
          <p:nvPr/>
        </p:nvSpPr>
        <p:spPr>
          <a:xfrm>
            <a:off x="11098191" y="1872450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7" name="矩形 366">
            <a:extLst>
              <a:ext uri="{FF2B5EF4-FFF2-40B4-BE49-F238E27FC236}">
                <a16:creationId xmlns:a16="http://schemas.microsoft.com/office/drawing/2014/main" id="{C59B422F-8B69-9727-B72F-843661E59B40}"/>
              </a:ext>
            </a:extLst>
          </p:cNvPr>
          <p:cNvSpPr/>
          <p:nvPr/>
        </p:nvSpPr>
        <p:spPr>
          <a:xfrm>
            <a:off x="10485291" y="1668450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9" name="矩形 368">
            <a:extLst>
              <a:ext uri="{FF2B5EF4-FFF2-40B4-BE49-F238E27FC236}">
                <a16:creationId xmlns:a16="http://schemas.microsoft.com/office/drawing/2014/main" id="{B8EFF3D4-4BD0-1CED-6C72-1A85EECA5E11}"/>
              </a:ext>
            </a:extLst>
          </p:cNvPr>
          <p:cNvSpPr/>
          <p:nvPr/>
        </p:nvSpPr>
        <p:spPr>
          <a:xfrm>
            <a:off x="10485291" y="1872450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1" name="矩形 370">
            <a:extLst>
              <a:ext uri="{FF2B5EF4-FFF2-40B4-BE49-F238E27FC236}">
                <a16:creationId xmlns:a16="http://schemas.microsoft.com/office/drawing/2014/main" id="{DF8069D2-50FD-7C7C-B71B-D434971FBCF8}"/>
              </a:ext>
            </a:extLst>
          </p:cNvPr>
          <p:cNvSpPr/>
          <p:nvPr/>
        </p:nvSpPr>
        <p:spPr>
          <a:xfrm>
            <a:off x="10689591" y="1668450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3" name="矩形 372">
            <a:extLst>
              <a:ext uri="{FF2B5EF4-FFF2-40B4-BE49-F238E27FC236}">
                <a16:creationId xmlns:a16="http://schemas.microsoft.com/office/drawing/2014/main" id="{745B86AF-A15F-A41C-0A2A-A4CAB24302CC}"/>
              </a:ext>
            </a:extLst>
          </p:cNvPr>
          <p:cNvSpPr/>
          <p:nvPr/>
        </p:nvSpPr>
        <p:spPr>
          <a:xfrm>
            <a:off x="10689591" y="1872450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5" name="矩形 374">
            <a:extLst>
              <a:ext uri="{FF2B5EF4-FFF2-40B4-BE49-F238E27FC236}">
                <a16:creationId xmlns:a16="http://schemas.microsoft.com/office/drawing/2014/main" id="{5A0BE6E5-9D6E-8DD8-C7F5-53684969654D}"/>
              </a:ext>
            </a:extLst>
          </p:cNvPr>
          <p:cNvSpPr/>
          <p:nvPr/>
        </p:nvSpPr>
        <p:spPr>
          <a:xfrm>
            <a:off x="10893891" y="1668450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7" name="矩形 376">
            <a:extLst>
              <a:ext uri="{FF2B5EF4-FFF2-40B4-BE49-F238E27FC236}">
                <a16:creationId xmlns:a16="http://schemas.microsoft.com/office/drawing/2014/main" id="{11E72582-48AB-5496-421E-3446307433FA}"/>
              </a:ext>
            </a:extLst>
          </p:cNvPr>
          <p:cNvSpPr/>
          <p:nvPr/>
        </p:nvSpPr>
        <p:spPr>
          <a:xfrm>
            <a:off x="10893891" y="1872450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9" name="矩形 388">
            <a:extLst>
              <a:ext uri="{FF2B5EF4-FFF2-40B4-BE49-F238E27FC236}">
                <a16:creationId xmlns:a16="http://schemas.microsoft.com/office/drawing/2014/main" id="{37671F4D-4146-825B-109A-4D5743596751}"/>
              </a:ext>
            </a:extLst>
          </p:cNvPr>
          <p:cNvSpPr>
            <a:spLocks noChangeAspect="1"/>
          </p:cNvSpPr>
          <p:nvPr/>
        </p:nvSpPr>
        <p:spPr>
          <a:xfrm>
            <a:off x="5820000" y="144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0" name="矩形 389">
            <a:extLst>
              <a:ext uri="{FF2B5EF4-FFF2-40B4-BE49-F238E27FC236}">
                <a16:creationId xmlns:a16="http://schemas.microsoft.com/office/drawing/2014/main" id="{39CED15B-EE3F-D1E7-A4CD-4C6C67AB41C7}"/>
              </a:ext>
            </a:extLst>
          </p:cNvPr>
          <p:cNvSpPr>
            <a:spLocks noChangeAspect="1"/>
          </p:cNvSpPr>
          <p:nvPr/>
        </p:nvSpPr>
        <p:spPr>
          <a:xfrm>
            <a:off x="5820000" y="186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1" name="矩形 390">
            <a:extLst>
              <a:ext uri="{FF2B5EF4-FFF2-40B4-BE49-F238E27FC236}">
                <a16:creationId xmlns:a16="http://schemas.microsoft.com/office/drawing/2014/main" id="{1FC500C0-4EB6-23C2-02B2-1328009D9310}"/>
              </a:ext>
            </a:extLst>
          </p:cNvPr>
          <p:cNvSpPr>
            <a:spLocks noChangeAspect="1"/>
          </p:cNvSpPr>
          <p:nvPr/>
        </p:nvSpPr>
        <p:spPr>
          <a:xfrm>
            <a:off x="5820000" y="228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2" name="矩形 391">
            <a:extLst>
              <a:ext uri="{FF2B5EF4-FFF2-40B4-BE49-F238E27FC236}">
                <a16:creationId xmlns:a16="http://schemas.microsoft.com/office/drawing/2014/main" id="{BA1510EB-D28C-32B9-EADB-8FFA98B49D39}"/>
              </a:ext>
            </a:extLst>
          </p:cNvPr>
          <p:cNvSpPr>
            <a:spLocks noChangeAspect="1"/>
          </p:cNvSpPr>
          <p:nvPr/>
        </p:nvSpPr>
        <p:spPr>
          <a:xfrm>
            <a:off x="5820000" y="270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3" name="矩形 392">
            <a:extLst>
              <a:ext uri="{FF2B5EF4-FFF2-40B4-BE49-F238E27FC236}">
                <a16:creationId xmlns:a16="http://schemas.microsoft.com/office/drawing/2014/main" id="{D14EBB31-F08A-7A28-3DB5-579ED4198509}"/>
              </a:ext>
            </a:extLst>
          </p:cNvPr>
          <p:cNvSpPr>
            <a:spLocks noChangeAspect="1"/>
          </p:cNvSpPr>
          <p:nvPr/>
        </p:nvSpPr>
        <p:spPr>
          <a:xfrm>
            <a:off x="5820000" y="312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4" name="矩形 393">
            <a:extLst>
              <a:ext uri="{FF2B5EF4-FFF2-40B4-BE49-F238E27FC236}">
                <a16:creationId xmlns:a16="http://schemas.microsoft.com/office/drawing/2014/main" id="{DF9B2D25-A40F-C84A-E93C-96C8481EE0DC}"/>
              </a:ext>
            </a:extLst>
          </p:cNvPr>
          <p:cNvSpPr>
            <a:spLocks noChangeAspect="1"/>
          </p:cNvSpPr>
          <p:nvPr/>
        </p:nvSpPr>
        <p:spPr>
          <a:xfrm>
            <a:off x="5820000" y="354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5" name="矩形 394">
            <a:extLst>
              <a:ext uri="{FF2B5EF4-FFF2-40B4-BE49-F238E27FC236}">
                <a16:creationId xmlns:a16="http://schemas.microsoft.com/office/drawing/2014/main" id="{C3A73A47-F40B-4C51-BB80-43ECECBF58E8}"/>
              </a:ext>
            </a:extLst>
          </p:cNvPr>
          <p:cNvSpPr>
            <a:spLocks noChangeAspect="1"/>
          </p:cNvSpPr>
          <p:nvPr/>
        </p:nvSpPr>
        <p:spPr>
          <a:xfrm>
            <a:off x="5820000" y="396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7" name="矩形 396">
            <a:extLst>
              <a:ext uri="{FF2B5EF4-FFF2-40B4-BE49-F238E27FC236}">
                <a16:creationId xmlns:a16="http://schemas.microsoft.com/office/drawing/2014/main" id="{F7EC2A8A-3055-4BA6-DD56-86534BE7B279}"/>
              </a:ext>
            </a:extLst>
          </p:cNvPr>
          <p:cNvSpPr>
            <a:spLocks noChangeAspect="1"/>
          </p:cNvSpPr>
          <p:nvPr/>
        </p:nvSpPr>
        <p:spPr>
          <a:xfrm>
            <a:off x="6240000" y="144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8" name="矩形 397">
            <a:extLst>
              <a:ext uri="{FF2B5EF4-FFF2-40B4-BE49-F238E27FC236}">
                <a16:creationId xmlns:a16="http://schemas.microsoft.com/office/drawing/2014/main" id="{EC55D700-D1B7-30CA-0C65-4A77A02BA54B}"/>
              </a:ext>
            </a:extLst>
          </p:cNvPr>
          <p:cNvSpPr>
            <a:spLocks noChangeAspect="1"/>
          </p:cNvSpPr>
          <p:nvPr/>
        </p:nvSpPr>
        <p:spPr>
          <a:xfrm>
            <a:off x="6240000" y="186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9" name="矩形 398">
            <a:extLst>
              <a:ext uri="{FF2B5EF4-FFF2-40B4-BE49-F238E27FC236}">
                <a16:creationId xmlns:a16="http://schemas.microsoft.com/office/drawing/2014/main" id="{E83B5B77-FCE9-A570-470E-822DF51B76F3}"/>
              </a:ext>
            </a:extLst>
          </p:cNvPr>
          <p:cNvSpPr>
            <a:spLocks noChangeAspect="1"/>
          </p:cNvSpPr>
          <p:nvPr/>
        </p:nvSpPr>
        <p:spPr>
          <a:xfrm>
            <a:off x="6240000" y="228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0" name="矩形 399">
            <a:extLst>
              <a:ext uri="{FF2B5EF4-FFF2-40B4-BE49-F238E27FC236}">
                <a16:creationId xmlns:a16="http://schemas.microsoft.com/office/drawing/2014/main" id="{12B67A17-ECC5-C467-FA0E-E15D52AC7DF7}"/>
              </a:ext>
            </a:extLst>
          </p:cNvPr>
          <p:cNvSpPr>
            <a:spLocks noChangeAspect="1"/>
          </p:cNvSpPr>
          <p:nvPr/>
        </p:nvSpPr>
        <p:spPr>
          <a:xfrm>
            <a:off x="6240000" y="270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1" name="矩形 400">
            <a:extLst>
              <a:ext uri="{FF2B5EF4-FFF2-40B4-BE49-F238E27FC236}">
                <a16:creationId xmlns:a16="http://schemas.microsoft.com/office/drawing/2014/main" id="{9B7A7C08-8599-9A15-3E7D-251FE1E36567}"/>
              </a:ext>
            </a:extLst>
          </p:cNvPr>
          <p:cNvSpPr>
            <a:spLocks noChangeAspect="1"/>
          </p:cNvSpPr>
          <p:nvPr/>
        </p:nvSpPr>
        <p:spPr>
          <a:xfrm>
            <a:off x="6240000" y="312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2" name="矩形 401">
            <a:extLst>
              <a:ext uri="{FF2B5EF4-FFF2-40B4-BE49-F238E27FC236}">
                <a16:creationId xmlns:a16="http://schemas.microsoft.com/office/drawing/2014/main" id="{FF4EC73F-98B2-9606-3B2D-CDDFC8DEBDEF}"/>
              </a:ext>
            </a:extLst>
          </p:cNvPr>
          <p:cNvSpPr>
            <a:spLocks noChangeAspect="1"/>
          </p:cNvSpPr>
          <p:nvPr/>
        </p:nvSpPr>
        <p:spPr>
          <a:xfrm>
            <a:off x="6240000" y="354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3" name="矩形 402">
            <a:extLst>
              <a:ext uri="{FF2B5EF4-FFF2-40B4-BE49-F238E27FC236}">
                <a16:creationId xmlns:a16="http://schemas.microsoft.com/office/drawing/2014/main" id="{8076DD49-ABC0-57FC-F2A4-76EF2F3414E0}"/>
              </a:ext>
            </a:extLst>
          </p:cNvPr>
          <p:cNvSpPr>
            <a:spLocks noChangeAspect="1"/>
          </p:cNvSpPr>
          <p:nvPr/>
        </p:nvSpPr>
        <p:spPr>
          <a:xfrm>
            <a:off x="6240000" y="3960000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57719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49FD13D-41EB-E50B-0B66-ECAB40E4F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DF1A02E-552A-0A53-8FAE-372AC78E6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Processor architecture</a:t>
            </a:r>
            <a:endParaRPr lang="zh-CN" altLang="en-US" dirty="0"/>
          </a:p>
        </p:txBody>
      </p:sp>
      <p:grpSp>
        <p:nvGrpSpPr>
          <p:cNvPr id="559" name="组合 558">
            <a:extLst>
              <a:ext uri="{FF2B5EF4-FFF2-40B4-BE49-F238E27FC236}">
                <a16:creationId xmlns:a16="http://schemas.microsoft.com/office/drawing/2014/main" id="{583F6485-64A0-134B-A816-FBC8EF01AAA3}"/>
              </a:ext>
            </a:extLst>
          </p:cNvPr>
          <p:cNvGrpSpPr/>
          <p:nvPr/>
        </p:nvGrpSpPr>
        <p:grpSpPr>
          <a:xfrm>
            <a:off x="4973680" y="2617257"/>
            <a:ext cx="1714353" cy="1623486"/>
            <a:chOff x="5261320" y="1503965"/>
            <a:chExt cx="1714353" cy="1623486"/>
          </a:xfrm>
        </p:grpSpPr>
        <p:sp>
          <p:nvSpPr>
            <p:cNvPr id="148" name="椭圆 147">
              <a:extLst>
                <a:ext uri="{FF2B5EF4-FFF2-40B4-BE49-F238E27FC236}">
                  <a16:creationId xmlns:a16="http://schemas.microsoft.com/office/drawing/2014/main" id="{FF864297-ED67-5BCD-0881-85660F6863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61320" y="1505708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0" name="椭圆 149">
              <a:extLst>
                <a:ext uri="{FF2B5EF4-FFF2-40B4-BE49-F238E27FC236}">
                  <a16:creationId xmlns:a16="http://schemas.microsoft.com/office/drawing/2014/main" id="{F68B923A-1425-EEF1-EB2F-F05DB859E2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61320" y="1892708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2" name="椭圆 151">
              <a:extLst>
                <a:ext uri="{FF2B5EF4-FFF2-40B4-BE49-F238E27FC236}">
                  <a16:creationId xmlns:a16="http://schemas.microsoft.com/office/drawing/2014/main" id="{DF93B15F-FAF7-6CDF-26DB-3020FDBB8D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61320" y="2666708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4" name="椭圆 153">
              <a:extLst>
                <a:ext uri="{FF2B5EF4-FFF2-40B4-BE49-F238E27FC236}">
                  <a16:creationId xmlns:a16="http://schemas.microsoft.com/office/drawing/2014/main" id="{F1F02617-AB38-A8E7-C4DE-6AFC35D945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61320" y="2279708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6" name="椭圆 155">
              <a:extLst>
                <a:ext uri="{FF2B5EF4-FFF2-40B4-BE49-F238E27FC236}">
                  <a16:creationId xmlns:a16="http://schemas.microsoft.com/office/drawing/2014/main" id="{6282E030-9514-D0AC-17F2-09BB4E5BA2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61320" y="3053708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8" name="椭圆 157">
              <a:extLst>
                <a:ext uri="{FF2B5EF4-FFF2-40B4-BE49-F238E27FC236}">
                  <a16:creationId xmlns:a16="http://schemas.microsoft.com/office/drawing/2014/main" id="{9EF310A0-48CE-CD84-4D9D-9241D5708E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09320" y="1505708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0" name="椭圆 159">
              <a:extLst>
                <a:ext uri="{FF2B5EF4-FFF2-40B4-BE49-F238E27FC236}">
                  <a16:creationId xmlns:a16="http://schemas.microsoft.com/office/drawing/2014/main" id="{6C76C7EA-D5C1-1B9E-4198-CD4E76F6D3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09320" y="1894451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2" name="椭圆 161">
              <a:extLst>
                <a:ext uri="{FF2B5EF4-FFF2-40B4-BE49-F238E27FC236}">
                  <a16:creationId xmlns:a16="http://schemas.microsoft.com/office/drawing/2014/main" id="{2FBF71B5-300D-7A34-327C-8D0AA2D877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09320" y="2668451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4" name="椭圆 163">
              <a:extLst>
                <a:ext uri="{FF2B5EF4-FFF2-40B4-BE49-F238E27FC236}">
                  <a16:creationId xmlns:a16="http://schemas.microsoft.com/office/drawing/2014/main" id="{EA7822AA-5990-CA23-C735-8DBD643160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09320" y="2281451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6" name="椭圆 165">
              <a:extLst>
                <a:ext uri="{FF2B5EF4-FFF2-40B4-BE49-F238E27FC236}">
                  <a16:creationId xmlns:a16="http://schemas.microsoft.com/office/drawing/2014/main" id="{EF953A87-F35F-4661-D619-A168E0C703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09320" y="3055451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8" name="椭圆 167">
              <a:extLst>
                <a:ext uri="{FF2B5EF4-FFF2-40B4-BE49-F238E27FC236}">
                  <a16:creationId xmlns:a16="http://schemas.microsoft.com/office/drawing/2014/main" id="{CA38FCFE-014F-CB4C-2FED-A96039D1C3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48320" y="1505708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0" name="椭圆 169">
              <a:extLst>
                <a:ext uri="{FF2B5EF4-FFF2-40B4-BE49-F238E27FC236}">
                  <a16:creationId xmlns:a16="http://schemas.microsoft.com/office/drawing/2014/main" id="{2C1BEE4A-E508-0C88-203D-F8C4FB2755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48320" y="1892708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2" name="椭圆 171">
              <a:extLst>
                <a:ext uri="{FF2B5EF4-FFF2-40B4-BE49-F238E27FC236}">
                  <a16:creationId xmlns:a16="http://schemas.microsoft.com/office/drawing/2014/main" id="{B74490F8-75BF-BABE-8108-73E301602D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48320" y="2666708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4" name="椭圆 173">
              <a:extLst>
                <a:ext uri="{FF2B5EF4-FFF2-40B4-BE49-F238E27FC236}">
                  <a16:creationId xmlns:a16="http://schemas.microsoft.com/office/drawing/2014/main" id="{FF5BBE8E-8DC3-FEB3-3373-581B5061ED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48320" y="2279708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6" name="椭圆 175">
              <a:extLst>
                <a:ext uri="{FF2B5EF4-FFF2-40B4-BE49-F238E27FC236}">
                  <a16:creationId xmlns:a16="http://schemas.microsoft.com/office/drawing/2014/main" id="{7949BAEA-C9E1-C633-A2F3-B91EBCC5B9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48320" y="3053708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8" name="椭圆 177">
              <a:extLst>
                <a:ext uri="{FF2B5EF4-FFF2-40B4-BE49-F238E27FC236}">
                  <a16:creationId xmlns:a16="http://schemas.microsoft.com/office/drawing/2014/main" id="{2D69B099-56E0-53E6-7350-8FED4B152E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5320" y="1505708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0" name="椭圆 179">
              <a:extLst>
                <a:ext uri="{FF2B5EF4-FFF2-40B4-BE49-F238E27FC236}">
                  <a16:creationId xmlns:a16="http://schemas.microsoft.com/office/drawing/2014/main" id="{45006858-FF00-162D-7BD3-11C09747B1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5320" y="1892708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2" name="椭圆 181">
              <a:extLst>
                <a:ext uri="{FF2B5EF4-FFF2-40B4-BE49-F238E27FC236}">
                  <a16:creationId xmlns:a16="http://schemas.microsoft.com/office/drawing/2014/main" id="{8E6A0624-ED16-B637-FEB7-E53139D8CF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5320" y="2666708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4" name="椭圆 183">
              <a:extLst>
                <a:ext uri="{FF2B5EF4-FFF2-40B4-BE49-F238E27FC236}">
                  <a16:creationId xmlns:a16="http://schemas.microsoft.com/office/drawing/2014/main" id="{9345688C-8ABF-F203-5E52-6BE55FCC7C2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5320" y="2279708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6" name="椭圆 185">
              <a:extLst>
                <a:ext uri="{FF2B5EF4-FFF2-40B4-BE49-F238E27FC236}">
                  <a16:creationId xmlns:a16="http://schemas.microsoft.com/office/drawing/2014/main" id="{6FABD3C6-AD65-6BF5-BC90-5DEF01AD2F9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5320" y="3053708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8" name="椭圆 187">
              <a:extLst>
                <a:ext uri="{FF2B5EF4-FFF2-40B4-BE49-F238E27FC236}">
                  <a16:creationId xmlns:a16="http://schemas.microsoft.com/office/drawing/2014/main" id="{1B21578A-DFD9-F7DA-DCB2-99474656E2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22320" y="1505708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0" name="椭圆 189">
              <a:extLst>
                <a:ext uri="{FF2B5EF4-FFF2-40B4-BE49-F238E27FC236}">
                  <a16:creationId xmlns:a16="http://schemas.microsoft.com/office/drawing/2014/main" id="{9D8B5FE6-ABB8-B0B5-BEF8-F259BFEEB4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22320" y="1892708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2" name="椭圆 191">
              <a:extLst>
                <a:ext uri="{FF2B5EF4-FFF2-40B4-BE49-F238E27FC236}">
                  <a16:creationId xmlns:a16="http://schemas.microsoft.com/office/drawing/2014/main" id="{817B6902-748D-2980-0659-BB0E3D9A64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22320" y="2666708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4" name="椭圆 193">
              <a:extLst>
                <a:ext uri="{FF2B5EF4-FFF2-40B4-BE49-F238E27FC236}">
                  <a16:creationId xmlns:a16="http://schemas.microsoft.com/office/drawing/2014/main" id="{D053DD1B-EE00-5C34-2A91-772DCBA854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22320" y="2279708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6" name="椭圆 195">
              <a:extLst>
                <a:ext uri="{FF2B5EF4-FFF2-40B4-BE49-F238E27FC236}">
                  <a16:creationId xmlns:a16="http://schemas.microsoft.com/office/drawing/2014/main" id="{CB627762-1AB8-B957-8E88-7DD6A7DA7E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22320" y="3053708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8" name="椭圆 197">
              <a:extLst>
                <a:ext uri="{FF2B5EF4-FFF2-40B4-BE49-F238E27FC236}">
                  <a16:creationId xmlns:a16="http://schemas.microsoft.com/office/drawing/2014/main" id="{FEBC2641-B9DD-DFDF-ABF4-58F286A79C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55673" y="1503965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0" name="椭圆 199">
              <a:extLst>
                <a:ext uri="{FF2B5EF4-FFF2-40B4-BE49-F238E27FC236}">
                  <a16:creationId xmlns:a16="http://schemas.microsoft.com/office/drawing/2014/main" id="{831E7442-BF07-8041-8A1C-29AA9F67DC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55673" y="1890965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2" name="椭圆 201">
              <a:extLst>
                <a:ext uri="{FF2B5EF4-FFF2-40B4-BE49-F238E27FC236}">
                  <a16:creationId xmlns:a16="http://schemas.microsoft.com/office/drawing/2014/main" id="{B6F56A43-108B-9895-0EE1-E5DA3E5BE6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55673" y="2664965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4" name="椭圆 203">
              <a:extLst>
                <a:ext uri="{FF2B5EF4-FFF2-40B4-BE49-F238E27FC236}">
                  <a16:creationId xmlns:a16="http://schemas.microsoft.com/office/drawing/2014/main" id="{78A2E57E-F57E-ACCB-CA7C-231F0B68EC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55673" y="2277965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6" name="椭圆 205">
              <a:extLst>
                <a:ext uri="{FF2B5EF4-FFF2-40B4-BE49-F238E27FC236}">
                  <a16:creationId xmlns:a16="http://schemas.microsoft.com/office/drawing/2014/main" id="{58DC0E51-206F-CCF4-CD7E-A83EF96033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55673" y="3051965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8" name="椭圆 207">
              <a:extLst>
                <a:ext uri="{FF2B5EF4-FFF2-40B4-BE49-F238E27FC236}">
                  <a16:creationId xmlns:a16="http://schemas.microsoft.com/office/drawing/2014/main" id="{0EAD3812-423D-ED2B-1B91-B7BFE3D3C9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03673" y="1503965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0" name="椭圆 209">
              <a:extLst>
                <a:ext uri="{FF2B5EF4-FFF2-40B4-BE49-F238E27FC236}">
                  <a16:creationId xmlns:a16="http://schemas.microsoft.com/office/drawing/2014/main" id="{DBEDEB47-7BB6-9620-3300-E75B28DDEF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03673" y="1892708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2" name="椭圆 211">
              <a:extLst>
                <a:ext uri="{FF2B5EF4-FFF2-40B4-BE49-F238E27FC236}">
                  <a16:creationId xmlns:a16="http://schemas.microsoft.com/office/drawing/2014/main" id="{92EA529F-4A87-EBBF-A5E9-6F211FF1E2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03673" y="2666708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4" name="椭圆 213">
              <a:extLst>
                <a:ext uri="{FF2B5EF4-FFF2-40B4-BE49-F238E27FC236}">
                  <a16:creationId xmlns:a16="http://schemas.microsoft.com/office/drawing/2014/main" id="{63A56CF9-7852-5238-C56E-433975EBBF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03673" y="2279708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6" name="椭圆 215">
              <a:extLst>
                <a:ext uri="{FF2B5EF4-FFF2-40B4-BE49-F238E27FC236}">
                  <a16:creationId xmlns:a16="http://schemas.microsoft.com/office/drawing/2014/main" id="{5C719455-ABC2-14FC-6B07-1A2067BAA1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03673" y="3053708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8" name="椭圆 217">
              <a:extLst>
                <a:ext uri="{FF2B5EF4-FFF2-40B4-BE49-F238E27FC236}">
                  <a16:creationId xmlns:a16="http://schemas.microsoft.com/office/drawing/2014/main" id="{A03F46D9-14D8-AF16-B28F-4633112735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42673" y="1503965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0" name="椭圆 219">
              <a:extLst>
                <a:ext uri="{FF2B5EF4-FFF2-40B4-BE49-F238E27FC236}">
                  <a16:creationId xmlns:a16="http://schemas.microsoft.com/office/drawing/2014/main" id="{2F5A97FD-6DA8-1FA0-C624-E2AF886897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42673" y="1890965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2" name="椭圆 221">
              <a:extLst>
                <a:ext uri="{FF2B5EF4-FFF2-40B4-BE49-F238E27FC236}">
                  <a16:creationId xmlns:a16="http://schemas.microsoft.com/office/drawing/2014/main" id="{2B407F18-AA8C-580D-A0A4-29E53CBFF0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42673" y="2664965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4" name="椭圆 223">
              <a:extLst>
                <a:ext uri="{FF2B5EF4-FFF2-40B4-BE49-F238E27FC236}">
                  <a16:creationId xmlns:a16="http://schemas.microsoft.com/office/drawing/2014/main" id="{611951A3-6BDD-C6CF-675A-BCC0740A16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42673" y="2277965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6" name="椭圆 225">
              <a:extLst>
                <a:ext uri="{FF2B5EF4-FFF2-40B4-BE49-F238E27FC236}">
                  <a16:creationId xmlns:a16="http://schemas.microsoft.com/office/drawing/2014/main" id="{DCA675C5-B7D6-513B-F9F9-8F698B2864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42673" y="3051965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8" name="椭圆 227">
              <a:extLst>
                <a:ext uri="{FF2B5EF4-FFF2-40B4-BE49-F238E27FC236}">
                  <a16:creationId xmlns:a16="http://schemas.microsoft.com/office/drawing/2014/main" id="{C6B1FDF1-5DE5-9AD0-39BC-BFFC4D2C5C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29673" y="1503965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0" name="椭圆 229">
              <a:extLst>
                <a:ext uri="{FF2B5EF4-FFF2-40B4-BE49-F238E27FC236}">
                  <a16:creationId xmlns:a16="http://schemas.microsoft.com/office/drawing/2014/main" id="{59279E33-BB90-9B89-1CC7-080DE16EBB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29673" y="1890965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2" name="椭圆 231">
              <a:extLst>
                <a:ext uri="{FF2B5EF4-FFF2-40B4-BE49-F238E27FC236}">
                  <a16:creationId xmlns:a16="http://schemas.microsoft.com/office/drawing/2014/main" id="{FFBA44F5-47C9-7B73-1ECE-B593CF64D8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29673" y="2664965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4" name="椭圆 233">
              <a:extLst>
                <a:ext uri="{FF2B5EF4-FFF2-40B4-BE49-F238E27FC236}">
                  <a16:creationId xmlns:a16="http://schemas.microsoft.com/office/drawing/2014/main" id="{E505F277-AE7A-828A-3BA1-D7A9AB2F53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29673" y="2277965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6" name="椭圆 235">
              <a:extLst>
                <a:ext uri="{FF2B5EF4-FFF2-40B4-BE49-F238E27FC236}">
                  <a16:creationId xmlns:a16="http://schemas.microsoft.com/office/drawing/2014/main" id="{81F28CA3-924F-122B-126B-1D989D256C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29673" y="3051965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8" name="椭圆 237">
              <a:extLst>
                <a:ext uri="{FF2B5EF4-FFF2-40B4-BE49-F238E27FC236}">
                  <a16:creationId xmlns:a16="http://schemas.microsoft.com/office/drawing/2014/main" id="{C0A19696-9B75-066E-09EF-7085476F80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16673" y="1503965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0" name="椭圆 239">
              <a:extLst>
                <a:ext uri="{FF2B5EF4-FFF2-40B4-BE49-F238E27FC236}">
                  <a16:creationId xmlns:a16="http://schemas.microsoft.com/office/drawing/2014/main" id="{2C6D3911-2201-6492-28E9-75C2A229DA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16673" y="1890965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2" name="椭圆 241">
              <a:extLst>
                <a:ext uri="{FF2B5EF4-FFF2-40B4-BE49-F238E27FC236}">
                  <a16:creationId xmlns:a16="http://schemas.microsoft.com/office/drawing/2014/main" id="{C8D5D577-BC19-307D-57EF-0F78C073BD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16673" y="2664965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4" name="椭圆 243">
              <a:extLst>
                <a:ext uri="{FF2B5EF4-FFF2-40B4-BE49-F238E27FC236}">
                  <a16:creationId xmlns:a16="http://schemas.microsoft.com/office/drawing/2014/main" id="{7E89D019-6C80-343F-52BF-8D7CD15689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16673" y="2277965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6" name="椭圆 245">
              <a:extLst>
                <a:ext uri="{FF2B5EF4-FFF2-40B4-BE49-F238E27FC236}">
                  <a16:creationId xmlns:a16="http://schemas.microsoft.com/office/drawing/2014/main" id="{9D99BFB4-BB51-B170-19F9-13DED97EF9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16673" y="3051965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98" name="矩形 297">
            <a:extLst>
              <a:ext uri="{FF2B5EF4-FFF2-40B4-BE49-F238E27FC236}">
                <a16:creationId xmlns:a16="http://schemas.microsoft.com/office/drawing/2014/main" id="{EBE00E03-B4B2-20FD-8226-94C9BDD244A6}"/>
              </a:ext>
            </a:extLst>
          </p:cNvPr>
          <p:cNvSpPr>
            <a:spLocks noChangeAspect="1"/>
          </p:cNvSpPr>
          <p:nvPr/>
        </p:nvSpPr>
        <p:spPr>
          <a:xfrm>
            <a:off x="1194673" y="5148462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0" name="矩形 299">
            <a:extLst>
              <a:ext uri="{FF2B5EF4-FFF2-40B4-BE49-F238E27FC236}">
                <a16:creationId xmlns:a16="http://schemas.microsoft.com/office/drawing/2014/main" id="{2C212B5C-0CFE-316E-B2C4-01382A16B9EA}"/>
              </a:ext>
            </a:extLst>
          </p:cNvPr>
          <p:cNvSpPr>
            <a:spLocks noChangeAspect="1"/>
          </p:cNvSpPr>
          <p:nvPr/>
        </p:nvSpPr>
        <p:spPr>
          <a:xfrm>
            <a:off x="1194673" y="5568462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2" name="矩形 301">
            <a:extLst>
              <a:ext uri="{FF2B5EF4-FFF2-40B4-BE49-F238E27FC236}">
                <a16:creationId xmlns:a16="http://schemas.microsoft.com/office/drawing/2014/main" id="{A77B7E5E-D3AC-0BC5-D3DE-AB19FF7DCA40}"/>
              </a:ext>
            </a:extLst>
          </p:cNvPr>
          <p:cNvSpPr>
            <a:spLocks noChangeAspect="1"/>
          </p:cNvSpPr>
          <p:nvPr/>
        </p:nvSpPr>
        <p:spPr>
          <a:xfrm>
            <a:off x="1194673" y="5988462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2" name="矩形 311">
            <a:extLst>
              <a:ext uri="{FF2B5EF4-FFF2-40B4-BE49-F238E27FC236}">
                <a16:creationId xmlns:a16="http://schemas.microsoft.com/office/drawing/2014/main" id="{9A0C1BB0-69DF-FF4D-BD02-9EDC44324DFB}"/>
              </a:ext>
            </a:extLst>
          </p:cNvPr>
          <p:cNvSpPr>
            <a:spLocks noChangeAspect="1"/>
          </p:cNvSpPr>
          <p:nvPr/>
        </p:nvSpPr>
        <p:spPr>
          <a:xfrm>
            <a:off x="3714673" y="5148462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4" name="矩形 313">
            <a:extLst>
              <a:ext uri="{FF2B5EF4-FFF2-40B4-BE49-F238E27FC236}">
                <a16:creationId xmlns:a16="http://schemas.microsoft.com/office/drawing/2014/main" id="{32DDD2A8-A13A-48DF-2787-8EC1D7E4A9DE}"/>
              </a:ext>
            </a:extLst>
          </p:cNvPr>
          <p:cNvSpPr>
            <a:spLocks noChangeAspect="1"/>
          </p:cNvSpPr>
          <p:nvPr/>
        </p:nvSpPr>
        <p:spPr>
          <a:xfrm>
            <a:off x="3714673" y="5565005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6" name="矩形 315">
            <a:extLst>
              <a:ext uri="{FF2B5EF4-FFF2-40B4-BE49-F238E27FC236}">
                <a16:creationId xmlns:a16="http://schemas.microsoft.com/office/drawing/2014/main" id="{88E00AFC-39BF-7AB9-C578-330D9E7D693A}"/>
              </a:ext>
            </a:extLst>
          </p:cNvPr>
          <p:cNvSpPr>
            <a:spLocks noChangeAspect="1"/>
          </p:cNvSpPr>
          <p:nvPr/>
        </p:nvSpPr>
        <p:spPr>
          <a:xfrm>
            <a:off x="3714673" y="5985005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6" name="矩形 325">
            <a:extLst>
              <a:ext uri="{FF2B5EF4-FFF2-40B4-BE49-F238E27FC236}">
                <a16:creationId xmlns:a16="http://schemas.microsoft.com/office/drawing/2014/main" id="{51F711CB-440A-164E-ECC5-CE1F00314E3D}"/>
              </a:ext>
            </a:extLst>
          </p:cNvPr>
          <p:cNvSpPr>
            <a:spLocks noChangeAspect="1"/>
          </p:cNvSpPr>
          <p:nvPr/>
        </p:nvSpPr>
        <p:spPr>
          <a:xfrm>
            <a:off x="2454673" y="5148462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8" name="矩形 327">
            <a:extLst>
              <a:ext uri="{FF2B5EF4-FFF2-40B4-BE49-F238E27FC236}">
                <a16:creationId xmlns:a16="http://schemas.microsoft.com/office/drawing/2014/main" id="{6D8D4A67-56E9-789A-FA22-8CB760C23C33}"/>
              </a:ext>
            </a:extLst>
          </p:cNvPr>
          <p:cNvSpPr>
            <a:spLocks noChangeAspect="1"/>
          </p:cNvSpPr>
          <p:nvPr/>
        </p:nvSpPr>
        <p:spPr>
          <a:xfrm>
            <a:off x="2454673" y="5568462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0" name="矩形 329">
            <a:extLst>
              <a:ext uri="{FF2B5EF4-FFF2-40B4-BE49-F238E27FC236}">
                <a16:creationId xmlns:a16="http://schemas.microsoft.com/office/drawing/2014/main" id="{1CB7DD28-6650-A487-539C-141DD0BE48BE}"/>
              </a:ext>
            </a:extLst>
          </p:cNvPr>
          <p:cNvSpPr>
            <a:spLocks noChangeAspect="1"/>
          </p:cNvSpPr>
          <p:nvPr/>
        </p:nvSpPr>
        <p:spPr>
          <a:xfrm>
            <a:off x="2454673" y="5988462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0" name="矩形 339">
            <a:extLst>
              <a:ext uri="{FF2B5EF4-FFF2-40B4-BE49-F238E27FC236}">
                <a16:creationId xmlns:a16="http://schemas.microsoft.com/office/drawing/2014/main" id="{AC4BA031-9DFF-C8AB-F73E-8D511F1FA4BE}"/>
              </a:ext>
            </a:extLst>
          </p:cNvPr>
          <p:cNvSpPr>
            <a:spLocks noChangeAspect="1"/>
          </p:cNvSpPr>
          <p:nvPr/>
        </p:nvSpPr>
        <p:spPr>
          <a:xfrm>
            <a:off x="2874673" y="5148462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2" name="矩形 341">
            <a:extLst>
              <a:ext uri="{FF2B5EF4-FFF2-40B4-BE49-F238E27FC236}">
                <a16:creationId xmlns:a16="http://schemas.microsoft.com/office/drawing/2014/main" id="{2A910EF6-9770-8C39-4B7F-5301722F4DB7}"/>
              </a:ext>
            </a:extLst>
          </p:cNvPr>
          <p:cNvSpPr>
            <a:spLocks noChangeAspect="1"/>
          </p:cNvSpPr>
          <p:nvPr/>
        </p:nvSpPr>
        <p:spPr>
          <a:xfrm>
            <a:off x="2874673" y="5568462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4" name="矩形 343">
            <a:extLst>
              <a:ext uri="{FF2B5EF4-FFF2-40B4-BE49-F238E27FC236}">
                <a16:creationId xmlns:a16="http://schemas.microsoft.com/office/drawing/2014/main" id="{6215244E-015F-93B1-847A-E2EAFF3E363D}"/>
              </a:ext>
            </a:extLst>
          </p:cNvPr>
          <p:cNvSpPr>
            <a:spLocks noChangeAspect="1"/>
          </p:cNvSpPr>
          <p:nvPr/>
        </p:nvSpPr>
        <p:spPr>
          <a:xfrm>
            <a:off x="2874673" y="5988462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4" name="矩形 353">
            <a:extLst>
              <a:ext uri="{FF2B5EF4-FFF2-40B4-BE49-F238E27FC236}">
                <a16:creationId xmlns:a16="http://schemas.microsoft.com/office/drawing/2014/main" id="{07D4B86C-E1FA-D481-739E-DB971830E4A1}"/>
              </a:ext>
            </a:extLst>
          </p:cNvPr>
          <p:cNvSpPr>
            <a:spLocks noChangeAspect="1"/>
          </p:cNvSpPr>
          <p:nvPr/>
        </p:nvSpPr>
        <p:spPr>
          <a:xfrm>
            <a:off x="3294673" y="5148462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6" name="矩形 355">
            <a:extLst>
              <a:ext uri="{FF2B5EF4-FFF2-40B4-BE49-F238E27FC236}">
                <a16:creationId xmlns:a16="http://schemas.microsoft.com/office/drawing/2014/main" id="{E6D351D6-D644-4D7F-076A-B73FF113E79F}"/>
              </a:ext>
            </a:extLst>
          </p:cNvPr>
          <p:cNvSpPr>
            <a:spLocks noChangeAspect="1"/>
          </p:cNvSpPr>
          <p:nvPr/>
        </p:nvSpPr>
        <p:spPr>
          <a:xfrm>
            <a:off x="3294673" y="5568462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8" name="矩形 357">
            <a:extLst>
              <a:ext uri="{FF2B5EF4-FFF2-40B4-BE49-F238E27FC236}">
                <a16:creationId xmlns:a16="http://schemas.microsoft.com/office/drawing/2014/main" id="{45C17AF1-6A13-0507-B55E-346A3057908C}"/>
              </a:ext>
            </a:extLst>
          </p:cNvPr>
          <p:cNvSpPr>
            <a:spLocks noChangeAspect="1"/>
          </p:cNvSpPr>
          <p:nvPr/>
        </p:nvSpPr>
        <p:spPr>
          <a:xfrm>
            <a:off x="3294673" y="5988462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8" name="矩形 367">
            <a:extLst>
              <a:ext uri="{FF2B5EF4-FFF2-40B4-BE49-F238E27FC236}">
                <a16:creationId xmlns:a16="http://schemas.microsoft.com/office/drawing/2014/main" id="{058B0369-4CE5-ACD1-80AC-8B4F2CB9CC4E}"/>
              </a:ext>
            </a:extLst>
          </p:cNvPr>
          <p:cNvSpPr>
            <a:spLocks noChangeAspect="1"/>
          </p:cNvSpPr>
          <p:nvPr/>
        </p:nvSpPr>
        <p:spPr>
          <a:xfrm>
            <a:off x="1614673" y="5148462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0" name="矩形 369">
            <a:extLst>
              <a:ext uri="{FF2B5EF4-FFF2-40B4-BE49-F238E27FC236}">
                <a16:creationId xmlns:a16="http://schemas.microsoft.com/office/drawing/2014/main" id="{D14C497A-07FF-E0E1-158B-B02C66489246}"/>
              </a:ext>
            </a:extLst>
          </p:cNvPr>
          <p:cNvSpPr>
            <a:spLocks noChangeAspect="1"/>
          </p:cNvSpPr>
          <p:nvPr/>
        </p:nvSpPr>
        <p:spPr>
          <a:xfrm>
            <a:off x="1614673" y="5568462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2" name="矩形 371">
            <a:extLst>
              <a:ext uri="{FF2B5EF4-FFF2-40B4-BE49-F238E27FC236}">
                <a16:creationId xmlns:a16="http://schemas.microsoft.com/office/drawing/2014/main" id="{4ED5FBD7-5B1A-8C23-3DD7-0AB0495F349D}"/>
              </a:ext>
            </a:extLst>
          </p:cNvPr>
          <p:cNvSpPr>
            <a:spLocks noChangeAspect="1"/>
          </p:cNvSpPr>
          <p:nvPr/>
        </p:nvSpPr>
        <p:spPr>
          <a:xfrm>
            <a:off x="1614673" y="5988462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2" name="矩形 381">
            <a:extLst>
              <a:ext uri="{FF2B5EF4-FFF2-40B4-BE49-F238E27FC236}">
                <a16:creationId xmlns:a16="http://schemas.microsoft.com/office/drawing/2014/main" id="{5F69459D-F800-301C-A1BA-1AFB8F0F9767}"/>
              </a:ext>
            </a:extLst>
          </p:cNvPr>
          <p:cNvSpPr>
            <a:spLocks noChangeAspect="1"/>
          </p:cNvSpPr>
          <p:nvPr/>
        </p:nvSpPr>
        <p:spPr>
          <a:xfrm>
            <a:off x="2034673" y="5148462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4" name="矩形 383">
            <a:extLst>
              <a:ext uri="{FF2B5EF4-FFF2-40B4-BE49-F238E27FC236}">
                <a16:creationId xmlns:a16="http://schemas.microsoft.com/office/drawing/2014/main" id="{37E48F33-5561-9C87-F9BD-9944C5380102}"/>
              </a:ext>
            </a:extLst>
          </p:cNvPr>
          <p:cNvSpPr>
            <a:spLocks noChangeAspect="1"/>
          </p:cNvSpPr>
          <p:nvPr/>
        </p:nvSpPr>
        <p:spPr>
          <a:xfrm>
            <a:off x="2034673" y="5568462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6" name="矩形 385">
            <a:extLst>
              <a:ext uri="{FF2B5EF4-FFF2-40B4-BE49-F238E27FC236}">
                <a16:creationId xmlns:a16="http://schemas.microsoft.com/office/drawing/2014/main" id="{52A50ADA-0516-06F1-2FF3-B93F96D4F07A}"/>
              </a:ext>
            </a:extLst>
          </p:cNvPr>
          <p:cNvSpPr>
            <a:spLocks noChangeAspect="1"/>
          </p:cNvSpPr>
          <p:nvPr/>
        </p:nvSpPr>
        <p:spPr>
          <a:xfrm>
            <a:off x="2034673" y="5988462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6" name="矩形 395">
            <a:extLst>
              <a:ext uri="{FF2B5EF4-FFF2-40B4-BE49-F238E27FC236}">
                <a16:creationId xmlns:a16="http://schemas.microsoft.com/office/drawing/2014/main" id="{07C9A1E2-6433-5EB8-574B-1BD0838E0189}"/>
              </a:ext>
            </a:extLst>
          </p:cNvPr>
          <p:cNvSpPr>
            <a:spLocks noChangeAspect="1"/>
          </p:cNvSpPr>
          <p:nvPr/>
        </p:nvSpPr>
        <p:spPr>
          <a:xfrm>
            <a:off x="1198997" y="351908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8" name="矩形 397">
            <a:extLst>
              <a:ext uri="{FF2B5EF4-FFF2-40B4-BE49-F238E27FC236}">
                <a16:creationId xmlns:a16="http://schemas.microsoft.com/office/drawing/2014/main" id="{E33E92F8-0981-901E-2D09-33D1C9A23505}"/>
              </a:ext>
            </a:extLst>
          </p:cNvPr>
          <p:cNvSpPr>
            <a:spLocks noChangeAspect="1"/>
          </p:cNvSpPr>
          <p:nvPr/>
        </p:nvSpPr>
        <p:spPr>
          <a:xfrm>
            <a:off x="1198997" y="393908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0" name="矩形 399">
            <a:extLst>
              <a:ext uri="{FF2B5EF4-FFF2-40B4-BE49-F238E27FC236}">
                <a16:creationId xmlns:a16="http://schemas.microsoft.com/office/drawing/2014/main" id="{5947F676-D9E2-E69A-B3D6-9B937560BA7F}"/>
              </a:ext>
            </a:extLst>
          </p:cNvPr>
          <p:cNvSpPr>
            <a:spLocks noChangeAspect="1"/>
          </p:cNvSpPr>
          <p:nvPr/>
        </p:nvSpPr>
        <p:spPr>
          <a:xfrm>
            <a:off x="1198997" y="435908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2" name="矩形 401">
            <a:extLst>
              <a:ext uri="{FF2B5EF4-FFF2-40B4-BE49-F238E27FC236}">
                <a16:creationId xmlns:a16="http://schemas.microsoft.com/office/drawing/2014/main" id="{DCCA0790-547F-D7A6-5408-2CB690A8CA30}"/>
              </a:ext>
            </a:extLst>
          </p:cNvPr>
          <p:cNvSpPr>
            <a:spLocks noChangeAspect="1"/>
          </p:cNvSpPr>
          <p:nvPr/>
        </p:nvSpPr>
        <p:spPr>
          <a:xfrm>
            <a:off x="3718997" y="351908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4" name="矩形 403">
            <a:extLst>
              <a:ext uri="{FF2B5EF4-FFF2-40B4-BE49-F238E27FC236}">
                <a16:creationId xmlns:a16="http://schemas.microsoft.com/office/drawing/2014/main" id="{254E2ED9-5931-4155-3B7C-518C6C99D1A6}"/>
              </a:ext>
            </a:extLst>
          </p:cNvPr>
          <p:cNvSpPr>
            <a:spLocks noChangeAspect="1"/>
          </p:cNvSpPr>
          <p:nvPr/>
        </p:nvSpPr>
        <p:spPr>
          <a:xfrm>
            <a:off x="3718997" y="3935631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6" name="矩形 405">
            <a:extLst>
              <a:ext uri="{FF2B5EF4-FFF2-40B4-BE49-F238E27FC236}">
                <a16:creationId xmlns:a16="http://schemas.microsoft.com/office/drawing/2014/main" id="{0298D324-C5DD-1C8E-5B6C-1C2453B8712A}"/>
              </a:ext>
            </a:extLst>
          </p:cNvPr>
          <p:cNvSpPr>
            <a:spLocks noChangeAspect="1"/>
          </p:cNvSpPr>
          <p:nvPr/>
        </p:nvSpPr>
        <p:spPr>
          <a:xfrm>
            <a:off x="3718997" y="4355631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8" name="矩形 407">
            <a:extLst>
              <a:ext uri="{FF2B5EF4-FFF2-40B4-BE49-F238E27FC236}">
                <a16:creationId xmlns:a16="http://schemas.microsoft.com/office/drawing/2014/main" id="{9ADE3FB7-3752-EA35-BFF4-1AFE18E63A18}"/>
              </a:ext>
            </a:extLst>
          </p:cNvPr>
          <p:cNvSpPr>
            <a:spLocks noChangeAspect="1"/>
          </p:cNvSpPr>
          <p:nvPr/>
        </p:nvSpPr>
        <p:spPr>
          <a:xfrm>
            <a:off x="2458997" y="351908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0" name="矩形 409">
            <a:extLst>
              <a:ext uri="{FF2B5EF4-FFF2-40B4-BE49-F238E27FC236}">
                <a16:creationId xmlns:a16="http://schemas.microsoft.com/office/drawing/2014/main" id="{32188A00-A286-6152-ED71-BB978D1B9FAB}"/>
              </a:ext>
            </a:extLst>
          </p:cNvPr>
          <p:cNvSpPr>
            <a:spLocks noChangeAspect="1"/>
          </p:cNvSpPr>
          <p:nvPr/>
        </p:nvSpPr>
        <p:spPr>
          <a:xfrm>
            <a:off x="2458997" y="393908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" name="矩形 411">
            <a:extLst>
              <a:ext uri="{FF2B5EF4-FFF2-40B4-BE49-F238E27FC236}">
                <a16:creationId xmlns:a16="http://schemas.microsoft.com/office/drawing/2014/main" id="{4F89F618-9ECD-D0A4-CCF6-7C0E750B1A68}"/>
              </a:ext>
            </a:extLst>
          </p:cNvPr>
          <p:cNvSpPr>
            <a:spLocks noChangeAspect="1"/>
          </p:cNvSpPr>
          <p:nvPr/>
        </p:nvSpPr>
        <p:spPr>
          <a:xfrm>
            <a:off x="2458997" y="435908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4" name="矩形 413">
            <a:extLst>
              <a:ext uri="{FF2B5EF4-FFF2-40B4-BE49-F238E27FC236}">
                <a16:creationId xmlns:a16="http://schemas.microsoft.com/office/drawing/2014/main" id="{2CE03C5C-597B-4124-FDAA-D8FB715D8BD1}"/>
              </a:ext>
            </a:extLst>
          </p:cNvPr>
          <p:cNvSpPr>
            <a:spLocks noChangeAspect="1"/>
          </p:cNvSpPr>
          <p:nvPr/>
        </p:nvSpPr>
        <p:spPr>
          <a:xfrm>
            <a:off x="2878997" y="351908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6" name="矩形 415">
            <a:extLst>
              <a:ext uri="{FF2B5EF4-FFF2-40B4-BE49-F238E27FC236}">
                <a16:creationId xmlns:a16="http://schemas.microsoft.com/office/drawing/2014/main" id="{16D37250-A920-E2E4-475E-CEF9FEE8FE79}"/>
              </a:ext>
            </a:extLst>
          </p:cNvPr>
          <p:cNvSpPr>
            <a:spLocks noChangeAspect="1"/>
          </p:cNvSpPr>
          <p:nvPr/>
        </p:nvSpPr>
        <p:spPr>
          <a:xfrm>
            <a:off x="2878997" y="393908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8" name="矩形 417">
            <a:extLst>
              <a:ext uri="{FF2B5EF4-FFF2-40B4-BE49-F238E27FC236}">
                <a16:creationId xmlns:a16="http://schemas.microsoft.com/office/drawing/2014/main" id="{B4218F6D-7C35-9906-2457-BC2DAD545767}"/>
              </a:ext>
            </a:extLst>
          </p:cNvPr>
          <p:cNvSpPr>
            <a:spLocks noChangeAspect="1"/>
          </p:cNvSpPr>
          <p:nvPr/>
        </p:nvSpPr>
        <p:spPr>
          <a:xfrm>
            <a:off x="2878997" y="435908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0" name="矩形 419">
            <a:extLst>
              <a:ext uri="{FF2B5EF4-FFF2-40B4-BE49-F238E27FC236}">
                <a16:creationId xmlns:a16="http://schemas.microsoft.com/office/drawing/2014/main" id="{517A6805-9673-8F3E-5050-4EF2D70B505A}"/>
              </a:ext>
            </a:extLst>
          </p:cNvPr>
          <p:cNvSpPr>
            <a:spLocks noChangeAspect="1"/>
          </p:cNvSpPr>
          <p:nvPr/>
        </p:nvSpPr>
        <p:spPr>
          <a:xfrm>
            <a:off x="3298997" y="351908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2" name="矩形 421">
            <a:extLst>
              <a:ext uri="{FF2B5EF4-FFF2-40B4-BE49-F238E27FC236}">
                <a16:creationId xmlns:a16="http://schemas.microsoft.com/office/drawing/2014/main" id="{A4272FF6-E2F0-BEFE-2DB0-B52F6EFAA65C}"/>
              </a:ext>
            </a:extLst>
          </p:cNvPr>
          <p:cNvSpPr>
            <a:spLocks noChangeAspect="1"/>
          </p:cNvSpPr>
          <p:nvPr/>
        </p:nvSpPr>
        <p:spPr>
          <a:xfrm>
            <a:off x="3298997" y="393908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4" name="矩形 423">
            <a:extLst>
              <a:ext uri="{FF2B5EF4-FFF2-40B4-BE49-F238E27FC236}">
                <a16:creationId xmlns:a16="http://schemas.microsoft.com/office/drawing/2014/main" id="{58858179-6A2C-4D79-EC0D-44AE3DE5EF63}"/>
              </a:ext>
            </a:extLst>
          </p:cNvPr>
          <p:cNvSpPr>
            <a:spLocks noChangeAspect="1"/>
          </p:cNvSpPr>
          <p:nvPr/>
        </p:nvSpPr>
        <p:spPr>
          <a:xfrm>
            <a:off x="3298997" y="435908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6" name="矩形 425">
            <a:extLst>
              <a:ext uri="{FF2B5EF4-FFF2-40B4-BE49-F238E27FC236}">
                <a16:creationId xmlns:a16="http://schemas.microsoft.com/office/drawing/2014/main" id="{0997FC98-7255-5926-F41C-BDC230A3C2D9}"/>
              </a:ext>
            </a:extLst>
          </p:cNvPr>
          <p:cNvSpPr>
            <a:spLocks noChangeAspect="1"/>
          </p:cNvSpPr>
          <p:nvPr/>
        </p:nvSpPr>
        <p:spPr>
          <a:xfrm>
            <a:off x="1618997" y="351908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8" name="矩形 427">
            <a:extLst>
              <a:ext uri="{FF2B5EF4-FFF2-40B4-BE49-F238E27FC236}">
                <a16:creationId xmlns:a16="http://schemas.microsoft.com/office/drawing/2014/main" id="{C5F725E3-29BF-796B-654B-161C3AA4E6B9}"/>
              </a:ext>
            </a:extLst>
          </p:cNvPr>
          <p:cNvSpPr>
            <a:spLocks noChangeAspect="1"/>
          </p:cNvSpPr>
          <p:nvPr/>
        </p:nvSpPr>
        <p:spPr>
          <a:xfrm>
            <a:off x="1618997" y="393908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0" name="矩形 429">
            <a:extLst>
              <a:ext uri="{FF2B5EF4-FFF2-40B4-BE49-F238E27FC236}">
                <a16:creationId xmlns:a16="http://schemas.microsoft.com/office/drawing/2014/main" id="{D30170E2-E068-3709-C2A0-FF6051985277}"/>
              </a:ext>
            </a:extLst>
          </p:cNvPr>
          <p:cNvSpPr>
            <a:spLocks noChangeAspect="1"/>
          </p:cNvSpPr>
          <p:nvPr/>
        </p:nvSpPr>
        <p:spPr>
          <a:xfrm>
            <a:off x="1618997" y="435908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2" name="矩形 431">
            <a:extLst>
              <a:ext uri="{FF2B5EF4-FFF2-40B4-BE49-F238E27FC236}">
                <a16:creationId xmlns:a16="http://schemas.microsoft.com/office/drawing/2014/main" id="{2D614865-1DF3-25FE-DD72-7CAED8D82D6B}"/>
              </a:ext>
            </a:extLst>
          </p:cNvPr>
          <p:cNvSpPr>
            <a:spLocks noChangeAspect="1"/>
          </p:cNvSpPr>
          <p:nvPr/>
        </p:nvSpPr>
        <p:spPr>
          <a:xfrm>
            <a:off x="2038997" y="351908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4" name="矩形 433">
            <a:extLst>
              <a:ext uri="{FF2B5EF4-FFF2-40B4-BE49-F238E27FC236}">
                <a16:creationId xmlns:a16="http://schemas.microsoft.com/office/drawing/2014/main" id="{CF8D0594-9971-B751-929E-FDCE4E08D722}"/>
              </a:ext>
            </a:extLst>
          </p:cNvPr>
          <p:cNvSpPr>
            <a:spLocks noChangeAspect="1"/>
          </p:cNvSpPr>
          <p:nvPr/>
        </p:nvSpPr>
        <p:spPr>
          <a:xfrm>
            <a:off x="2038997" y="393908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6" name="矩形 435">
            <a:extLst>
              <a:ext uri="{FF2B5EF4-FFF2-40B4-BE49-F238E27FC236}">
                <a16:creationId xmlns:a16="http://schemas.microsoft.com/office/drawing/2014/main" id="{8898273B-E7C7-A80E-4E0C-EDDF2D4FC2FF}"/>
              </a:ext>
            </a:extLst>
          </p:cNvPr>
          <p:cNvSpPr>
            <a:spLocks noChangeAspect="1"/>
          </p:cNvSpPr>
          <p:nvPr/>
        </p:nvSpPr>
        <p:spPr>
          <a:xfrm>
            <a:off x="2038997" y="435908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7" name="矩形 466">
            <a:extLst>
              <a:ext uri="{FF2B5EF4-FFF2-40B4-BE49-F238E27FC236}">
                <a16:creationId xmlns:a16="http://schemas.microsoft.com/office/drawing/2014/main" id="{E310C740-1695-931B-3D4F-E503E7E431E8}"/>
              </a:ext>
            </a:extLst>
          </p:cNvPr>
          <p:cNvSpPr>
            <a:spLocks noChangeAspect="1"/>
          </p:cNvSpPr>
          <p:nvPr/>
        </p:nvSpPr>
        <p:spPr>
          <a:xfrm>
            <a:off x="1194673" y="1864505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9" name="矩形 468">
            <a:extLst>
              <a:ext uri="{FF2B5EF4-FFF2-40B4-BE49-F238E27FC236}">
                <a16:creationId xmlns:a16="http://schemas.microsoft.com/office/drawing/2014/main" id="{46221D4E-7445-B674-C96B-12BABABEADA6}"/>
              </a:ext>
            </a:extLst>
          </p:cNvPr>
          <p:cNvSpPr>
            <a:spLocks noChangeAspect="1"/>
          </p:cNvSpPr>
          <p:nvPr/>
        </p:nvSpPr>
        <p:spPr>
          <a:xfrm>
            <a:off x="1194673" y="2284505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1" name="矩形 470">
            <a:extLst>
              <a:ext uri="{FF2B5EF4-FFF2-40B4-BE49-F238E27FC236}">
                <a16:creationId xmlns:a16="http://schemas.microsoft.com/office/drawing/2014/main" id="{9E3B37C6-2D99-1FCD-464B-611D4DA08A46}"/>
              </a:ext>
            </a:extLst>
          </p:cNvPr>
          <p:cNvSpPr>
            <a:spLocks noChangeAspect="1"/>
          </p:cNvSpPr>
          <p:nvPr/>
        </p:nvSpPr>
        <p:spPr>
          <a:xfrm>
            <a:off x="1194673" y="2704505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3" name="矩形 472">
            <a:extLst>
              <a:ext uri="{FF2B5EF4-FFF2-40B4-BE49-F238E27FC236}">
                <a16:creationId xmlns:a16="http://schemas.microsoft.com/office/drawing/2014/main" id="{43D90148-F77A-E6B1-B3AF-9A5964EF762C}"/>
              </a:ext>
            </a:extLst>
          </p:cNvPr>
          <p:cNvSpPr>
            <a:spLocks noChangeAspect="1"/>
          </p:cNvSpPr>
          <p:nvPr/>
        </p:nvSpPr>
        <p:spPr>
          <a:xfrm>
            <a:off x="3714673" y="1864505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5" name="矩形 474">
            <a:extLst>
              <a:ext uri="{FF2B5EF4-FFF2-40B4-BE49-F238E27FC236}">
                <a16:creationId xmlns:a16="http://schemas.microsoft.com/office/drawing/2014/main" id="{10A66BEC-F506-EC51-A046-44175B374A4A}"/>
              </a:ext>
            </a:extLst>
          </p:cNvPr>
          <p:cNvSpPr>
            <a:spLocks noChangeAspect="1"/>
          </p:cNvSpPr>
          <p:nvPr/>
        </p:nvSpPr>
        <p:spPr>
          <a:xfrm>
            <a:off x="3714673" y="2281048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7" name="矩形 476">
            <a:extLst>
              <a:ext uri="{FF2B5EF4-FFF2-40B4-BE49-F238E27FC236}">
                <a16:creationId xmlns:a16="http://schemas.microsoft.com/office/drawing/2014/main" id="{BE7C0581-F618-7348-CF1D-ACBBB385039D}"/>
              </a:ext>
            </a:extLst>
          </p:cNvPr>
          <p:cNvSpPr>
            <a:spLocks noChangeAspect="1"/>
          </p:cNvSpPr>
          <p:nvPr/>
        </p:nvSpPr>
        <p:spPr>
          <a:xfrm>
            <a:off x="3714673" y="2701048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9" name="矩形 478">
            <a:extLst>
              <a:ext uri="{FF2B5EF4-FFF2-40B4-BE49-F238E27FC236}">
                <a16:creationId xmlns:a16="http://schemas.microsoft.com/office/drawing/2014/main" id="{A9BC483B-A082-F8A2-0CBD-47F3D6040495}"/>
              </a:ext>
            </a:extLst>
          </p:cNvPr>
          <p:cNvSpPr>
            <a:spLocks noChangeAspect="1"/>
          </p:cNvSpPr>
          <p:nvPr/>
        </p:nvSpPr>
        <p:spPr>
          <a:xfrm>
            <a:off x="2454673" y="1864505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1" name="矩形 480">
            <a:extLst>
              <a:ext uri="{FF2B5EF4-FFF2-40B4-BE49-F238E27FC236}">
                <a16:creationId xmlns:a16="http://schemas.microsoft.com/office/drawing/2014/main" id="{FA39E87F-2DA2-826D-4317-DD7D554EE9DB}"/>
              </a:ext>
            </a:extLst>
          </p:cNvPr>
          <p:cNvSpPr>
            <a:spLocks noChangeAspect="1"/>
          </p:cNvSpPr>
          <p:nvPr/>
        </p:nvSpPr>
        <p:spPr>
          <a:xfrm>
            <a:off x="2454673" y="2284505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3" name="矩形 482">
            <a:extLst>
              <a:ext uri="{FF2B5EF4-FFF2-40B4-BE49-F238E27FC236}">
                <a16:creationId xmlns:a16="http://schemas.microsoft.com/office/drawing/2014/main" id="{D3295229-63AC-36F5-FDA5-CC41441DE2AD}"/>
              </a:ext>
            </a:extLst>
          </p:cNvPr>
          <p:cNvSpPr>
            <a:spLocks noChangeAspect="1"/>
          </p:cNvSpPr>
          <p:nvPr/>
        </p:nvSpPr>
        <p:spPr>
          <a:xfrm>
            <a:off x="2454673" y="2704505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5" name="矩形 484">
            <a:extLst>
              <a:ext uri="{FF2B5EF4-FFF2-40B4-BE49-F238E27FC236}">
                <a16:creationId xmlns:a16="http://schemas.microsoft.com/office/drawing/2014/main" id="{76FA6F0D-C137-CFA0-68BD-8DA9DD9BF30C}"/>
              </a:ext>
            </a:extLst>
          </p:cNvPr>
          <p:cNvSpPr>
            <a:spLocks noChangeAspect="1"/>
          </p:cNvSpPr>
          <p:nvPr/>
        </p:nvSpPr>
        <p:spPr>
          <a:xfrm>
            <a:off x="2874673" y="1864505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7" name="矩形 486">
            <a:extLst>
              <a:ext uri="{FF2B5EF4-FFF2-40B4-BE49-F238E27FC236}">
                <a16:creationId xmlns:a16="http://schemas.microsoft.com/office/drawing/2014/main" id="{C34FDAB6-9FAD-1B9E-A7D5-C42FAB7C0610}"/>
              </a:ext>
            </a:extLst>
          </p:cNvPr>
          <p:cNvSpPr>
            <a:spLocks noChangeAspect="1"/>
          </p:cNvSpPr>
          <p:nvPr/>
        </p:nvSpPr>
        <p:spPr>
          <a:xfrm>
            <a:off x="2874673" y="2284505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9" name="矩形 488">
            <a:extLst>
              <a:ext uri="{FF2B5EF4-FFF2-40B4-BE49-F238E27FC236}">
                <a16:creationId xmlns:a16="http://schemas.microsoft.com/office/drawing/2014/main" id="{6917BBEB-078D-4142-CCA0-430CF395C0A4}"/>
              </a:ext>
            </a:extLst>
          </p:cNvPr>
          <p:cNvSpPr>
            <a:spLocks noChangeAspect="1"/>
          </p:cNvSpPr>
          <p:nvPr/>
        </p:nvSpPr>
        <p:spPr>
          <a:xfrm>
            <a:off x="2874673" y="2704505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1" name="矩形 490">
            <a:extLst>
              <a:ext uri="{FF2B5EF4-FFF2-40B4-BE49-F238E27FC236}">
                <a16:creationId xmlns:a16="http://schemas.microsoft.com/office/drawing/2014/main" id="{DB84188C-96AF-DA7F-F7A9-56990D01EE5C}"/>
              </a:ext>
            </a:extLst>
          </p:cNvPr>
          <p:cNvSpPr>
            <a:spLocks noChangeAspect="1"/>
          </p:cNvSpPr>
          <p:nvPr/>
        </p:nvSpPr>
        <p:spPr>
          <a:xfrm>
            <a:off x="3294673" y="1864505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3" name="矩形 492">
            <a:extLst>
              <a:ext uri="{FF2B5EF4-FFF2-40B4-BE49-F238E27FC236}">
                <a16:creationId xmlns:a16="http://schemas.microsoft.com/office/drawing/2014/main" id="{796D71A9-1E0E-203F-1101-4742A51D81F4}"/>
              </a:ext>
            </a:extLst>
          </p:cNvPr>
          <p:cNvSpPr>
            <a:spLocks noChangeAspect="1"/>
          </p:cNvSpPr>
          <p:nvPr/>
        </p:nvSpPr>
        <p:spPr>
          <a:xfrm>
            <a:off x="3294673" y="2284505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5" name="矩形 494">
            <a:extLst>
              <a:ext uri="{FF2B5EF4-FFF2-40B4-BE49-F238E27FC236}">
                <a16:creationId xmlns:a16="http://schemas.microsoft.com/office/drawing/2014/main" id="{5F62E3D2-DF46-2396-1802-D741FD6D6333}"/>
              </a:ext>
            </a:extLst>
          </p:cNvPr>
          <p:cNvSpPr>
            <a:spLocks noChangeAspect="1"/>
          </p:cNvSpPr>
          <p:nvPr/>
        </p:nvSpPr>
        <p:spPr>
          <a:xfrm>
            <a:off x="3294673" y="2704505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7" name="矩形 496">
            <a:extLst>
              <a:ext uri="{FF2B5EF4-FFF2-40B4-BE49-F238E27FC236}">
                <a16:creationId xmlns:a16="http://schemas.microsoft.com/office/drawing/2014/main" id="{B0BCC083-348F-8F4E-766A-37D6D4D9CBFD}"/>
              </a:ext>
            </a:extLst>
          </p:cNvPr>
          <p:cNvSpPr>
            <a:spLocks noChangeAspect="1"/>
          </p:cNvSpPr>
          <p:nvPr/>
        </p:nvSpPr>
        <p:spPr>
          <a:xfrm>
            <a:off x="1614673" y="1864505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9" name="矩形 498">
            <a:extLst>
              <a:ext uri="{FF2B5EF4-FFF2-40B4-BE49-F238E27FC236}">
                <a16:creationId xmlns:a16="http://schemas.microsoft.com/office/drawing/2014/main" id="{C2B30A31-B18A-E984-0EBB-2551211D5C38}"/>
              </a:ext>
            </a:extLst>
          </p:cNvPr>
          <p:cNvSpPr>
            <a:spLocks noChangeAspect="1"/>
          </p:cNvSpPr>
          <p:nvPr/>
        </p:nvSpPr>
        <p:spPr>
          <a:xfrm>
            <a:off x="1614673" y="2284505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1" name="矩形 500">
            <a:extLst>
              <a:ext uri="{FF2B5EF4-FFF2-40B4-BE49-F238E27FC236}">
                <a16:creationId xmlns:a16="http://schemas.microsoft.com/office/drawing/2014/main" id="{36990FFF-6D50-AD62-A2CE-400F23B37D94}"/>
              </a:ext>
            </a:extLst>
          </p:cNvPr>
          <p:cNvSpPr>
            <a:spLocks noChangeAspect="1"/>
          </p:cNvSpPr>
          <p:nvPr/>
        </p:nvSpPr>
        <p:spPr>
          <a:xfrm>
            <a:off x="1614673" y="2704505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3" name="矩形 502">
            <a:extLst>
              <a:ext uri="{FF2B5EF4-FFF2-40B4-BE49-F238E27FC236}">
                <a16:creationId xmlns:a16="http://schemas.microsoft.com/office/drawing/2014/main" id="{BCA20864-87B0-902B-1E96-BF08AF60CF8A}"/>
              </a:ext>
            </a:extLst>
          </p:cNvPr>
          <p:cNvSpPr>
            <a:spLocks noChangeAspect="1"/>
          </p:cNvSpPr>
          <p:nvPr/>
        </p:nvSpPr>
        <p:spPr>
          <a:xfrm>
            <a:off x="2034673" y="1864505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5" name="矩形 504">
            <a:extLst>
              <a:ext uri="{FF2B5EF4-FFF2-40B4-BE49-F238E27FC236}">
                <a16:creationId xmlns:a16="http://schemas.microsoft.com/office/drawing/2014/main" id="{38B73B22-42DA-991D-98C8-E91F5EB26620}"/>
              </a:ext>
            </a:extLst>
          </p:cNvPr>
          <p:cNvSpPr>
            <a:spLocks noChangeAspect="1"/>
          </p:cNvSpPr>
          <p:nvPr/>
        </p:nvSpPr>
        <p:spPr>
          <a:xfrm>
            <a:off x="2034673" y="2284505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7" name="矩形 506">
            <a:extLst>
              <a:ext uri="{FF2B5EF4-FFF2-40B4-BE49-F238E27FC236}">
                <a16:creationId xmlns:a16="http://schemas.microsoft.com/office/drawing/2014/main" id="{CF84203A-B357-AE5B-3A36-6A1A457898C6}"/>
              </a:ext>
            </a:extLst>
          </p:cNvPr>
          <p:cNvSpPr>
            <a:spLocks noChangeAspect="1"/>
          </p:cNvSpPr>
          <p:nvPr/>
        </p:nvSpPr>
        <p:spPr>
          <a:xfrm>
            <a:off x="2034673" y="2704505"/>
            <a:ext cx="396000" cy="396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58" name="组合 557">
            <a:extLst>
              <a:ext uri="{FF2B5EF4-FFF2-40B4-BE49-F238E27FC236}">
                <a16:creationId xmlns:a16="http://schemas.microsoft.com/office/drawing/2014/main" id="{F9D9E064-8929-870F-7C56-F82F053A027C}"/>
              </a:ext>
            </a:extLst>
          </p:cNvPr>
          <p:cNvGrpSpPr/>
          <p:nvPr/>
        </p:nvGrpSpPr>
        <p:grpSpPr>
          <a:xfrm>
            <a:off x="5004673" y="4860028"/>
            <a:ext cx="1620000" cy="1621743"/>
            <a:chOff x="5333320" y="4240597"/>
            <a:chExt cx="1620000" cy="1621743"/>
          </a:xfrm>
        </p:grpSpPr>
        <p:sp>
          <p:nvSpPr>
            <p:cNvPr id="509" name="椭圆 508">
              <a:extLst>
                <a:ext uri="{FF2B5EF4-FFF2-40B4-BE49-F238E27FC236}">
                  <a16:creationId xmlns:a16="http://schemas.microsoft.com/office/drawing/2014/main" id="{6E2CDB15-4471-20BC-39EC-9A71D66999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33320" y="4240597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1" name="椭圆 510">
              <a:extLst>
                <a:ext uri="{FF2B5EF4-FFF2-40B4-BE49-F238E27FC236}">
                  <a16:creationId xmlns:a16="http://schemas.microsoft.com/office/drawing/2014/main" id="{FF8D594F-169B-23ED-B5CB-15CB061B78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33320" y="4627597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3" name="椭圆 512">
              <a:extLst>
                <a:ext uri="{FF2B5EF4-FFF2-40B4-BE49-F238E27FC236}">
                  <a16:creationId xmlns:a16="http://schemas.microsoft.com/office/drawing/2014/main" id="{71563624-A0BD-F9D8-6A72-99E7182644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33320" y="5401597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5" name="椭圆 514">
              <a:extLst>
                <a:ext uri="{FF2B5EF4-FFF2-40B4-BE49-F238E27FC236}">
                  <a16:creationId xmlns:a16="http://schemas.microsoft.com/office/drawing/2014/main" id="{AA8B0450-B82D-E797-A838-4AD71C2E66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33320" y="5014597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7" name="椭圆 516">
              <a:extLst>
                <a:ext uri="{FF2B5EF4-FFF2-40B4-BE49-F238E27FC236}">
                  <a16:creationId xmlns:a16="http://schemas.microsoft.com/office/drawing/2014/main" id="{0ECC75DD-5993-BE41-2A52-C1BFF62071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33320" y="5788597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9" name="椭圆 518">
              <a:extLst>
                <a:ext uri="{FF2B5EF4-FFF2-40B4-BE49-F238E27FC236}">
                  <a16:creationId xmlns:a16="http://schemas.microsoft.com/office/drawing/2014/main" id="{4285AF0C-5BCE-2663-6E8C-08B24B4FF7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81320" y="4240597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1" name="椭圆 520">
              <a:extLst>
                <a:ext uri="{FF2B5EF4-FFF2-40B4-BE49-F238E27FC236}">
                  <a16:creationId xmlns:a16="http://schemas.microsoft.com/office/drawing/2014/main" id="{5B2E9F40-39AC-32FC-D140-1505534D4B6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81320" y="4629340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3" name="椭圆 522">
              <a:extLst>
                <a:ext uri="{FF2B5EF4-FFF2-40B4-BE49-F238E27FC236}">
                  <a16:creationId xmlns:a16="http://schemas.microsoft.com/office/drawing/2014/main" id="{E81742AA-C493-799D-C4EC-C2E079A056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81320" y="5403340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5" name="椭圆 524">
              <a:extLst>
                <a:ext uri="{FF2B5EF4-FFF2-40B4-BE49-F238E27FC236}">
                  <a16:creationId xmlns:a16="http://schemas.microsoft.com/office/drawing/2014/main" id="{B9F306CA-2E99-6CF7-C95D-3D8174E874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81320" y="5016340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7" name="椭圆 526">
              <a:extLst>
                <a:ext uri="{FF2B5EF4-FFF2-40B4-BE49-F238E27FC236}">
                  <a16:creationId xmlns:a16="http://schemas.microsoft.com/office/drawing/2014/main" id="{697E58D4-C93D-EF3D-56DB-7C9F86DFC82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81320" y="5790340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9" name="椭圆 528">
              <a:extLst>
                <a:ext uri="{FF2B5EF4-FFF2-40B4-BE49-F238E27FC236}">
                  <a16:creationId xmlns:a16="http://schemas.microsoft.com/office/drawing/2014/main" id="{E18BB07A-8D93-89C0-F791-00C80FFDF0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20320" y="4240597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1" name="椭圆 530">
              <a:extLst>
                <a:ext uri="{FF2B5EF4-FFF2-40B4-BE49-F238E27FC236}">
                  <a16:creationId xmlns:a16="http://schemas.microsoft.com/office/drawing/2014/main" id="{C800CD52-852F-A605-E49B-ED7F9741C6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20320" y="4627597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3" name="椭圆 532">
              <a:extLst>
                <a:ext uri="{FF2B5EF4-FFF2-40B4-BE49-F238E27FC236}">
                  <a16:creationId xmlns:a16="http://schemas.microsoft.com/office/drawing/2014/main" id="{0FA4F19F-3962-2737-3DC8-45527B06A6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20320" y="5401597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5" name="椭圆 534">
              <a:extLst>
                <a:ext uri="{FF2B5EF4-FFF2-40B4-BE49-F238E27FC236}">
                  <a16:creationId xmlns:a16="http://schemas.microsoft.com/office/drawing/2014/main" id="{CCDBB543-1679-5938-D839-ED0190EB72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20320" y="5014597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7" name="椭圆 536">
              <a:extLst>
                <a:ext uri="{FF2B5EF4-FFF2-40B4-BE49-F238E27FC236}">
                  <a16:creationId xmlns:a16="http://schemas.microsoft.com/office/drawing/2014/main" id="{837376AD-E32A-DDCC-FFE5-DEE88AD7D08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20320" y="5788597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9" name="椭圆 538">
              <a:extLst>
                <a:ext uri="{FF2B5EF4-FFF2-40B4-BE49-F238E27FC236}">
                  <a16:creationId xmlns:a16="http://schemas.microsoft.com/office/drawing/2014/main" id="{0EA5FBD7-76E1-0602-AEBA-B9D2A1BAC4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07320" y="4240597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41" name="椭圆 540">
              <a:extLst>
                <a:ext uri="{FF2B5EF4-FFF2-40B4-BE49-F238E27FC236}">
                  <a16:creationId xmlns:a16="http://schemas.microsoft.com/office/drawing/2014/main" id="{118DE242-C06A-A0F9-74AE-9AD7D3032A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07320" y="4627597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43" name="椭圆 542">
              <a:extLst>
                <a:ext uri="{FF2B5EF4-FFF2-40B4-BE49-F238E27FC236}">
                  <a16:creationId xmlns:a16="http://schemas.microsoft.com/office/drawing/2014/main" id="{E9610361-1AA1-9D18-7C5F-DFCC170AEB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07320" y="5401597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45" name="椭圆 544">
              <a:extLst>
                <a:ext uri="{FF2B5EF4-FFF2-40B4-BE49-F238E27FC236}">
                  <a16:creationId xmlns:a16="http://schemas.microsoft.com/office/drawing/2014/main" id="{BB8D90F9-11E5-FF8D-AD4D-8B668FC71E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07320" y="5014597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47" name="椭圆 546">
              <a:extLst>
                <a:ext uri="{FF2B5EF4-FFF2-40B4-BE49-F238E27FC236}">
                  <a16:creationId xmlns:a16="http://schemas.microsoft.com/office/drawing/2014/main" id="{F42C3F38-D672-00CB-B5D8-D1707DAD8F4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07320" y="5788597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49" name="椭圆 548">
              <a:extLst>
                <a:ext uri="{FF2B5EF4-FFF2-40B4-BE49-F238E27FC236}">
                  <a16:creationId xmlns:a16="http://schemas.microsoft.com/office/drawing/2014/main" id="{76C59213-AD8E-172A-7E86-391481A499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94320" y="4240597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51" name="椭圆 550">
              <a:extLst>
                <a:ext uri="{FF2B5EF4-FFF2-40B4-BE49-F238E27FC236}">
                  <a16:creationId xmlns:a16="http://schemas.microsoft.com/office/drawing/2014/main" id="{FC2DA479-5C4F-81E4-3F3E-2A70457C86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94320" y="4627597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53" name="椭圆 552">
              <a:extLst>
                <a:ext uri="{FF2B5EF4-FFF2-40B4-BE49-F238E27FC236}">
                  <a16:creationId xmlns:a16="http://schemas.microsoft.com/office/drawing/2014/main" id="{2E7F2078-A3B4-76E7-4474-B09FF6AEBA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94320" y="5401597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55" name="椭圆 554">
              <a:extLst>
                <a:ext uri="{FF2B5EF4-FFF2-40B4-BE49-F238E27FC236}">
                  <a16:creationId xmlns:a16="http://schemas.microsoft.com/office/drawing/2014/main" id="{9D6C48E6-E3CE-04F5-AC33-F52C1D4501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94320" y="5014597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57" name="椭圆 556">
              <a:extLst>
                <a:ext uri="{FF2B5EF4-FFF2-40B4-BE49-F238E27FC236}">
                  <a16:creationId xmlns:a16="http://schemas.microsoft.com/office/drawing/2014/main" id="{F1957AD7-4143-6364-0D21-2B347E87D7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94320" y="5788597"/>
              <a:ext cx="72000" cy="720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61" name="矩形 560">
            <a:extLst>
              <a:ext uri="{FF2B5EF4-FFF2-40B4-BE49-F238E27FC236}">
                <a16:creationId xmlns:a16="http://schemas.microsoft.com/office/drawing/2014/main" id="{6769ED27-AB9A-4113-E153-10C42038805D}"/>
              </a:ext>
            </a:extLst>
          </p:cNvPr>
          <p:cNvSpPr/>
          <p:nvPr/>
        </p:nvSpPr>
        <p:spPr>
          <a:xfrm>
            <a:off x="1137312" y="3429000"/>
            <a:ext cx="3029804" cy="1364156"/>
          </a:xfrm>
          <a:prstGeom prst="rect">
            <a:avLst/>
          </a:prstGeom>
          <a:solidFill>
            <a:schemeClr val="accent4"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63" name="矩形 562">
            <a:extLst>
              <a:ext uri="{FF2B5EF4-FFF2-40B4-BE49-F238E27FC236}">
                <a16:creationId xmlns:a16="http://schemas.microsoft.com/office/drawing/2014/main" id="{5FA31698-BF08-838A-2C2E-D7364FD2DE1E}"/>
              </a:ext>
            </a:extLst>
          </p:cNvPr>
          <p:cNvSpPr/>
          <p:nvPr/>
        </p:nvSpPr>
        <p:spPr>
          <a:xfrm>
            <a:off x="1137313" y="5057805"/>
            <a:ext cx="3029803" cy="1432495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65" name="panel_a_laser_beam">
            <a:extLst>
              <a:ext uri="{FF2B5EF4-FFF2-40B4-BE49-F238E27FC236}">
                <a16:creationId xmlns:a16="http://schemas.microsoft.com/office/drawing/2014/main" id="{A96CF22F-74CF-ED9C-2B8D-3907EB67F222}"/>
              </a:ext>
            </a:extLst>
          </p:cNvPr>
          <p:cNvSpPr>
            <a:spLocks noGrp="1"/>
          </p:cNvSpPr>
          <p:nvPr/>
        </p:nvSpPr>
        <p:spPr>
          <a:xfrm rot="16200000">
            <a:off x="653576" y="3607208"/>
            <a:ext cx="1143000" cy="885825"/>
          </a:xfrm>
          <a:prstGeom prst="trapezoid">
            <a:avLst/>
          </a:prstGeom>
          <a:gradFill>
            <a:gsLst>
              <a:gs pos="0">
                <a:srgbClr val="4A90E2">
                  <a:alpha val="85000"/>
                </a:srgbClr>
              </a:gs>
              <a:gs pos="100000">
                <a:srgbClr val="BFD9F4">
                  <a:alpha val="10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567" name="panel_a_laser_text">
            <a:extLst>
              <a:ext uri="{FF2B5EF4-FFF2-40B4-BE49-F238E27FC236}">
                <a16:creationId xmlns:a16="http://schemas.microsoft.com/office/drawing/2014/main" id="{5C4C0B1A-5B3C-04AC-94A9-C4F76F62A31B}"/>
              </a:ext>
            </a:extLst>
          </p:cNvPr>
          <p:cNvSpPr>
            <a:spLocks noGrp="1"/>
          </p:cNvSpPr>
          <p:nvPr/>
        </p:nvSpPr>
        <p:spPr>
          <a:xfrm>
            <a:off x="91601" y="4016783"/>
            <a:ext cx="895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 i="0">
                <a:solidFill>
                  <a:srgbClr val="0068C9"/>
                </a:solidFill>
              </a:defRPr>
            </a:pPr>
            <a:r>
              <a:rPr sz="1200" b="1" i="0">
                <a:solidFill>
                  <a:srgbClr val="0068C9"/>
                </a:solidFill>
              </a:rPr>
              <a:t>Rydberg</a:t>
            </a:r>
          </a:p>
          <a:p>
            <a:pPr algn="ctr">
              <a:defRPr sz="1200" b="1" i="0">
                <a:solidFill>
                  <a:srgbClr val="0068C9"/>
                </a:solidFill>
              </a:defRPr>
            </a:pPr>
            <a:r>
              <a:rPr sz="1200" b="1" i="0">
                <a:solidFill>
                  <a:srgbClr val="0068C9"/>
                </a:solidFill>
              </a:rPr>
              <a:t>Laser</a:t>
            </a:r>
          </a:p>
        </p:txBody>
      </p:sp>
      <p:sp>
        <p:nvSpPr>
          <p:cNvPr id="570" name="矩形 569">
            <a:extLst>
              <a:ext uri="{FF2B5EF4-FFF2-40B4-BE49-F238E27FC236}">
                <a16:creationId xmlns:a16="http://schemas.microsoft.com/office/drawing/2014/main" id="{6AD47A21-B24D-799F-2C2E-7154B43C44DA}"/>
              </a:ext>
            </a:extLst>
          </p:cNvPr>
          <p:cNvSpPr/>
          <p:nvPr/>
        </p:nvSpPr>
        <p:spPr>
          <a:xfrm>
            <a:off x="1137313" y="1801036"/>
            <a:ext cx="3029804" cy="1364156"/>
          </a:xfrm>
          <a:prstGeom prst="rect">
            <a:avLst/>
          </a:prstGeom>
          <a:solidFill>
            <a:schemeClr val="accent6"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72" name="矩形 571">
            <a:extLst>
              <a:ext uri="{FF2B5EF4-FFF2-40B4-BE49-F238E27FC236}">
                <a16:creationId xmlns:a16="http://schemas.microsoft.com/office/drawing/2014/main" id="{7B4483C8-D689-DE54-D835-CD6F05E02083}"/>
              </a:ext>
            </a:extLst>
          </p:cNvPr>
          <p:cNvSpPr/>
          <p:nvPr/>
        </p:nvSpPr>
        <p:spPr>
          <a:xfrm>
            <a:off x="1194673" y="855019"/>
            <a:ext cx="443553" cy="195829"/>
          </a:xfrm>
          <a:prstGeom prst="rect">
            <a:avLst/>
          </a:prstGeom>
          <a:solidFill>
            <a:schemeClr val="accent4">
              <a:alpha val="20000"/>
            </a:schemeClr>
          </a:solidFill>
          <a:ln>
            <a:solidFill>
              <a:schemeClr val="bg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74" name="文本框 573">
            <a:extLst>
              <a:ext uri="{FF2B5EF4-FFF2-40B4-BE49-F238E27FC236}">
                <a16:creationId xmlns:a16="http://schemas.microsoft.com/office/drawing/2014/main" id="{985EE5AB-FD07-DB07-9AEB-C472FB87CAC3}"/>
              </a:ext>
            </a:extLst>
          </p:cNvPr>
          <p:cNvSpPr txBox="1"/>
          <p:nvPr/>
        </p:nvSpPr>
        <p:spPr>
          <a:xfrm>
            <a:off x="1664004" y="794686"/>
            <a:ext cx="18549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Entanglement zone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6" name="矩形 575">
            <a:extLst>
              <a:ext uri="{FF2B5EF4-FFF2-40B4-BE49-F238E27FC236}">
                <a16:creationId xmlns:a16="http://schemas.microsoft.com/office/drawing/2014/main" id="{B679723A-74BF-007B-337F-B5FEF8FF9FCC}"/>
              </a:ext>
            </a:extLst>
          </p:cNvPr>
          <p:cNvSpPr/>
          <p:nvPr/>
        </p:nvSpPr>
        <p:spPr>
          <a:xfrm>
            <a:off x="4122117" y="855019"/>
            <a:ext cx="443553" cy="195829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bg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78" name="文本框 577">
            <a:extLst>
              <a:ext uri="{FF2B5EF4-FFF2-40B4-BE49-F238E27FC236}">
                <a16:creationId xmlns:a16="http://schemas.microsoft.com/office/drawing/2014/main" id="{4A8E1A4F-8F06-A258-1C65-5A3AFE322744}"/>
              </a:ext>
            </a:extLst>
          </p:cNvPr>
          <p:cNvSpPr txBox="1"/>
          <p:nvPr/>
        </p:nvSpPr>
        <p:spPr>
          <a:xfrm>
            <a:off x="4591448" y="794686"/>
            <a:ext cx="1316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Storage zone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0" name="椭圆 579">
            <a:extLst>
              <a:ext uri="{FF2B5EF4-FFF2-40B4-BE49-F238E27FC236}">
                <a16:creationId xmlns:a16="http://schemas.microsoft.com/office/drawing/2014/main" id="{315A1439-C573-9E6D-0E86-4131CE93BA41}"/>
              </a:ext>
            </a:extLst>
          </p:cNvPr>
          <p:cNvSpPr>
            <a:spLocks noChangeAspect="1"/>
          </p:cNvSpPr>
          <p:nvPr/>
        </p:nvSpPr>
        <p:spPr>
          <a:xfrm>
            <a:off x="5184303" y="135394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82" name="文本框 581">
            <a:extLst>
              <a:ext uri="{FF2B5EF4-FFF2-40B4-BE49-F238E27FC236}">
                <a16:creationId xmlns:a16="http://schemas.microsoft.com/office/drawing/2014/main" id="{D8A6D992-7A07-307B-06E4-4FA11F31BF94}"/>
              </a:ext>
            </a:extLst>
          </p:cNvPr>
          <p:cNvSpPr txBox="1"/>
          <p:nvPr/>
        </p:nvSpPr>
        <p:spPr>
          <a:xfrm>
            <a:off x="5328303" y="1272053"/>
            <a:ext cx="5053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Site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4" name="矩形 583">
            <a:extLst>
              <a:ext uri="{FF2B5EF4-FFF2-40B4-BE49-F238E27FC236}">
                <a16:creationId xmlns:a16="http://schemas.microsoft.com/office/drawing/2014/main" id="{1141CFAB-F75A-B292-7547-7FFA604469F0}"/>
              </a:ext>
            </a:extLst>
          </p:cNvPr>
          <p:cNvSpPr/>
          <p:nvPr/>
        </p:nvSpPr>
        <p:spPr>
          <a:xfrm>
            <a:off x="1194673" y="1314511"/>
            <a:ext cx="443553" cy="195829"/>
          </a:xfrm>
          <a:prstGeom prst="rect">
            <a:avLst/>
          </a:prstGeom>
          <a:solidFill>
            <a:schemeClr val="accent6">
              <a:alpha val="20000"/>
            </a:schemeClr>
          </a:solidFill>
          <a:ln>
            <a:solidFill>
              <a:schemeClr val="bg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86" name="文本框 585">
            <a:extLst>
              <a:ext uri="{FF2B5EF4-FFF2-40B4-BE49-F238E27FC236}">
                <a16:creationId xmlns:a16="http://schemas.microsoft.com/office/drawing/2014/main" id="{27366C74-A9E1-E066-41C9-000EBA84124F}"/>
              </a:ext>
            </a:extLst>
          </p:cNvPr>
          <p:cNvSpPr txBox="1"/>
          <p:nvPr/>
        </p:nvSpPr>
        <p:spPr>
          <a:xfrm>
            <a:off x="1664004" y="1254178"/>
            <a:ext cx="1887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Measurement zone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8" name="矩形 587">
            <a:extLst>
              <a:ext uri="{FF2B5EF4-FFF2-40B4-BE49-F238E27FC236}">
                <a16:creationId xmlns:a16="http://schemas.microsoft.com/office/drawing/2014/main" id="{FE93C0AC-777F-02DC-563F-CEB48830E912}"/>
              </a:ext>
            </a:extLst>
          </p:cNvPr>
          <p:cNvSpPr/>
          <p:nvPr/>
        </p:nvSpPr>
        <p:spPr>
          <a:xfrm>
            <a:off x="3880632" y="1319648"/>
            <a:ext cx="180000" cy="18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90" name="文本框 589">
            <a:extLst>
              <a:ext uri="{FF2B5EF4-FFF2-40B4-BE49-F238E27FC236}">
                <a16:creationId xmlns:a16="http://schemas.microsoft.com/office/drawing/2014/main" id="{0063A309-0E3A-0E41-2A02-BE87687D7339}"/>
              </a:ext>
            </a:extLst>
          </p:cNvPr>
          <p:cNvSpPr txBox="1"/>
          <p:nvPr/>
        </p:nvSpPr>
        <p:spPr>
          <a:xfrm>
            <a:off x="4110673" y="1254178"/>
            <a:ext cx="7149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Patch 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92" name="直接箭头连接符 591">
            <a:extLst>
              <a:ext uri="{FF2B5EF4-FFF2-40B4-BE49-F238E27FC236}">
                <a16:creationId xmlns:a16="http://schemas.microsoft.com/office/drawing/2014/main" id="{61EB65FA-1FAA-BFA3-A0B1-4ABD14D2F3FC}"/>
              </a:ext>
            </a:extLst>
          </p:cNvPr>
          <p:cNvCxnSpPr>
            <a:cxnSpLocks/>
          </p:cNvCxnSpPr>
          <p:nvPr/>
        </p:nvCxnSpPr>
        <p:spPr>
          <a:xfrm flipV="1">
            <a:off x="4039863" y="2578924"/>
            <a:ext cx="791444" cy="1437859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直接箭头连接符 593">
            <a:extLst>
              <a:ext uri="{FF2B5EF4-FFF2-40B4-BE49-F238E27FC236}">
                <a16:creationId xmlns:a16="http://schemas.microsoft.com/office/drawing/2014/main" id="{3F0F47F2-2BF0-7460-193E-F848F9651468}"/>
              </a:ext>
            </a:extLst>
          </p:cNvPr>
          <p:cNvCxnSpPr>
            <a:cxnSpLocks/>
          </p:cNvCxnSpPr>
          <p:nvPr/>
        </p:nvCxnSpPr>
        <p:spPr>
          <a:xfrm>
            <a:off x="4042997" y="4273958"/>
            <a:ext cx="854360" cy="42097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8" name="直接箭头连接符 597">
            <a:extLst>
              <a:ext uri="{FF2B5EF4-FFF2-40B4-BE49-F238E27FC236}">
                <a16:creationId xmlns:a16="http://schemas.microsoft.com/office/drawing/2014/main" id="{338FD50F-8237-53B2-D3CA-51710F8F2B37}"/>
              </a:ext>
            </a:extLst>
          </p:cNvPr>
          <p:cNvCxnSpPr>
            <a:cxnSpLocks/>
          </p:cNvCxnSpPr>
          <p:nvPr/>
        </p:nvCxnSpPr>
        <p:spPr>
          <a:xfrm flipV="1">
            <a:off x="4110673" y="4885899"/>
            <a:ext cx="786684" cy="679106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9" name="直接箭头连接符 598">
            <a:extLst>
              <a:ext uri="{FF2B5EF4-FFF2-40B4-BE49-F238E27FC236}">
                <a16:creationId xmlns:a16="http://schemas.microsoft.com/office/drawing/2014/main" id="{0C8AB18A-0884-C70A-3998-EDDA8FF119FE}"/>
              </a:ext>
            </a:extLst>
          </p:cNvPr>
          <p:cNvCxnSpPr>
            <a:cxnSpLocks/>
          </p:cNvCxnSpPr>
          <p:nvPr/>
        </p:nvCxnSpPr>
        <p:spPr>
          <a:xfrm>
            <a:off x="4122117" y="5961005"/>
            <a:ext cx="791077" cy="529295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6" name="矩形 605">
            <a:extLst>
              <a:ext uri="{FF2B5EF4-FFF2-40B4-BE49-F238E27FC236}">
                <a16:creationId xmlns:a16="http://schemas.microsoft.com/office/drawing/2014/main" id="{38F6439E-92AD-C824-01D2-8F473DA1ADDE}"/>
              </a:ext>
            </a:extLst>
          </p:cNvPr>
          <p:cNvSpPr>
            <a:spLocks noChangeAspect="1"/>
          </p:cNvSpPr>
          <p:nvPr/>
        </p:nvSpPr>
        <p:spPr>
          <a:xfrm>
            <a:off x="1232626" y="354827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08" name="矩形 607">
            <a:extLst>
              <a:ext uri="{FF2B5EF4-FFF2-40B4-BE49-F238E27FC236}">
                <a16:creationId xmlns:a16="http://schemas.microsoft.com/office/drawing/2014/main" id="{2D80A0AE-9030-F3F7-0279-36D7A8496A86}"/>
              </a:ext>
            </a:extLst>
          </p:cNvPr>
          <p:cNvSpPr>
            <a:spLocks noChangeAspect="1"/>
          </p:cNvSpPr>
          <p:nvPr/>
        </p:nvSpPr>
        <p:spPr>
          <a:xfrm>
            <a:off x="1232626" y="396827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10" name="矩形 609">
            <a:extLst>
              <a:ext uri="{FF2B5EF4-FFF2-40B4-BE49-F238E27FC236}">
                <a16:creationId xmlns:a16="http://schemas.microsoft.com/office/drawing/2014/main" id="{AF79E042-E91B-F42A-F0C5-0353DD084A5F}"/>
              </a:ext>
            </a:extLst>
          </p:cNvPr>
          <p:cNvSpPr>
            <a:spLocks noChangeAspect="1"/>
          </p:cNvSpPr>
          <p:nvPr/>
        </p:nvSpPr>
        <p:spPr>
          <a:xfrm>
            <a:off x="1232626" y="438827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12" name="矩形 611">
            <a:extLst>
              <a:ext uri="{FF2B5EF4-FFF2-40B4-BE49-F238E27FC236}">
                <a16:creationId xmlns:a16="http://schemas.microsoft.com/office/drawing/2014/main" id="{980483B1-93B0-BD13-6737-D31E8D561DD7}"/>
              </a:ext>
            </a:extLst>
          </p:cNvPr>
          <p:cNvSpPr>
            <a:spLocks noChangeAspect="1"/>
          </p:cNvSpPr>
          <p:nvPr/>
        </p:nvSpPr>
        <p:spPr>
          <a:xfrm>
            <a:off x="3752626" y="354827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14" name="矩形 613">
            <a:extLst>
              <a:ext uri="{FF2B5EF4-FFF2-40B4-BE49-F238E27FC236}">
                <a16:creationId xmlns:a16="http://schemas.microsoft.com/office/drawing/2014/main" id="{1AC9D569-29E4-4A7B-8490-06C2A2C057DA}"/>
              </a:ext>
            </a:extLst>
          </p:cNvPr>
          <p:cNvSpPr>
            <a:spLocks noChangeAspect="1"/>
          </p:cNvSpPr>
          <p:nvPr/>
        </p:nvSpPr>
        <p:spPr>
          <a:xfrm>
            <a:off x="3752626" y="3964821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16" name="矩形 615">
            <a:extLst>
              <a:ext uri="{FF2B5EF4-FFF2-40B4-BE49-F238E27FC236}">
                <a16:creationId xmlns:a16="http://schemas.microsoft.com/office/drawing/2014/main" id="{9B214F8D-A98E-A67C-8271-DAF9D6B76074}"/>
              </a:ext>
            </a:extLst>
          </p:cNvPr>
          <p:cNvSpPr>
            <a:spLocks noChangeAspect="1"/>
          </p:cNvSpPr>
          <p:nvPr/>
        </p:nvSpPr>
        <p:spPr>
          <a:xfrm>
            <a:off x="3752626" y="4384821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18" name="矩形 617">
            <a:extLst>
              <a:ext uri="{FF2B5EF4-FFF2-40B4-BE49-F238E27FC236}">
                <a16:creationId xmlns:a16="http://schemas.microsoft.com/office/drawing/2014/main" id="{097F7FF7-B142-2B85-C298-BE3714909BA4}"/>
              </a:ext>
            </a:extLst>
          </p:cNvPr>
          <p:cNvSpPr>
            <a:spLocks noChangeAspect="1"/>
          </p:cNvSpPr>
          <p:nvPr/>
        </p:nvSpPr>
        <p:spPr>
          <a:xfrm>
            <a:off x="2492626" y="354827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20" name="矩形 619">
            <a:extLst>
              <a:ext uri="{FF2B5EF4-FFF2-40B4-BE49-F238E27FC236}">
                <a16:creationId xmlns:a16="http://schemas.microsoft.com/office/drawing/2014/main" id="{642F0B97-356E-161D-8157-E827C1AE47E1}"/>
              </a:ext>
            </a:extLst>
          </p:cNvPr>
          <p:cNvSpPr>
            <a:spLocks noChangeAspect="1"/>
          </p:cNvSpPr>
          <p:nvPr/>
        </p:nvSpPr>
        <p:spPr>
          <a:xfrm>
            <a:off x="2492626" y="396827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22" name="矩形 621">
            <a:extLst>
              <a:ext uri="{FF2B5EF4-FFF2-40B4-BE49-F238E27FC236}">
                <a16:creationId xmlns:a16="http://schemas.microsoft.com/office/drawing/2014/main" id="{FAC4C803-089E-29B1-B1A3-24C5DABCF735}"/>
              </a:ext>
            </a:extLst>
          </p:cNvPr>
          <p:cNvSpPr>
            <a:spLocks noChangeAspect="1"/>
          </p:cNvSpPr>
          <p:nvPr/>
        </p:nvSpPr>
        <p:spPr>
          <a:xfrm>
            <a:off x="2492626" y="438827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24" name="矩形 623">
            <a:extLst>
              <a:ext uri="{FF2B5EF4-FFF2-40B4-BE49-F238E27FC236}">
                <a16:creationId xmlns:a16="http://schemas.microsoft.com/office/drawing/2014/main" id="{7DEE6B76-9037-17B1-1DF4-97864B61B78D}"/>
              </a:ext>
            </a:extLst>
          </p:cNvPr>
          <p:cNvSpPr>
            <a:spLocks noChangeAspect="1"/>
          </p:cNvSpPr>
          <p:nvPr/>
        </p:nvSpPr>
        <p:spPr>
          <a:xfrm>
            <a:off x="2912626" y="354827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26" name="矩形 625">
            <a:extLst>
              <a:ext uri="{FF2B5EF4-FFF2-40B4-BE49-F238E27FC236}">
                <a16:creationId xmlns:a16="http://schemas.microsoft.com/office/drawing/2014/main" id="{D9EE95B2-DC42-AB64-3BB6-985E13DF9115}"/>
              </a:ext>
            </a:extLst>
          </p:cNvPr>
          <p:cNvSpPr>
            <a:spLocks noChangeAspect="1"/>
          </p:cNvSpPr>
          <p:nvPr/>
        </p:nvSpPr>
        <p:spPr>
          <a:xfrm>
            <a:off x="2912626" y="396827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28" name="矩形 627">
            <a:extLst>
              <a:ext uri="{FF2B5EF4-FFF2-40B4-BE49-F238E27FC236}">
                <a16:creationId xmlns:a16="http://schemas.microsoft.com/office/drawing/2014/main" id="{256C4583-8AFC-8746-BB05-4C31A1C0BD96}"/>
              </a:ext>
            </a:extLst>
          </p:cNvPr>
          <p:cNvSpPr>
            <a:spLocks noChangeAspect="1"/>
          </p:cNvSpPr>
          <p:nvPr/>
        </p:nvSpPr>
        <p:spPr>
          <a:xfrm>
            <a:off x="2912626" y="438827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0" name="矩形 629">
            <a:extLst>
              <a:ext uri="{FF2B5EF4-FFF2-40B4-BE49-F238E27FC236}">
                <a16:creationId xmlns:a16="http://schemas.microsoft.com/office/drawing/2014/main" id="{385853B3-59FF-A5F6-ECED-66195FFB5DD8}"/>
              </a:ext>
            </a:extLst>
          </p:cNvPr>
          <p:cNvSpPr>
            <a:spLocks noChangeAspect="1"/>
          </p:cNvSpPr>
          <p:nvPr/>
        </p:nvSpPr>
        <p:spPr>
          <a:xfrm>
            <a:off x="3332626" y="354827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2" name="矩形 631">
            <a:extLst>
              <a:ext uri="{FF2B5EF4-FFF2-40B4-BE49-F238E27FC236}">
                <a16:creationId xmlns:a16="http://schemas.microsoft.com/office/drawing/2014/main" id="{8F5B914E-4B42-3846-66AE-96BCCEBB55D6}"/>
              </a:ext>
            </a:extLst>
          </p:cNvPr>
          <p:cNvSpPr>
            <a:spLocks noChangeAspect="1"/>
          </p:cNvSpPr>
          <p:nvPr/>
        </p:nvSpPr>
        <p:spPr>
          <a:xfrm>
            <a:off x="3332626" y="396827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4" name="矩形 633">
            <a:extLst>
              <a:ext uri="{FF2B5EF4-FFF2-40B4-BE49-F238E27FC236}">
                <a16:creationId xmlns:a16="http://schemas.microsoft.com/office/drawing/2014/main" id="{CE32F61C-F654-2E4D-23E3-FBDA5274E99F}"/>
              </a:ext>
            </a:extLst>
          </p:cNvPr>
          <p:cNvSpPr>
            <a:spLocks noChangeAspect="1"/>
          </p:cNvSpPr>
          <p:nvPr/>
        </p:nvSpPr>
        <p:spPr>
          <a:xfrm>
            <a:off x="3332626" y="438827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6" name="矩形 635">
            <a:extLst>
              <a:ext uri="{FF2B5EF4-FFF2-40B4-BE49-F238E27FC236}">
                <a16:creationId xmlns:a16="http://schemas.microsoft.com/office/drawing/2014/main" id="{923830BE-2454-2DDB-34CA-462861B242A6}"/>
              </a:ext>
            </a:extLst>
          </p:cNvPr>
          <p:cNvSpPr>
            <a:spLocks noChangeAspect="1"/>
          </p:cNvSpPr>
          <p:nvPr/>
        </p:nvSpPr>
        <p:spPr>
          <a:xfrm>
            <a:off x="1652626" y="354827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8" name="矩形 637">
            <a:extLst>
              <a:ext uri="{FF2B5EF4-FFF2-40B4-BE49-F238E27FC236}">
                <a16:creationId xmlns:a16="http://schemas.microsoft.com/office/drawing/2014/main" id="{F22BC012-4CA6-547F-D6C6-93AE6D4411D6}"/>
              </a:ext>
            </a:extLst>
          </p:cNvPr>
          <p:cNvSpPr>
            <a:spLocks noChangeAspect="1"/>
          </p:cNvSpPr>
          <p:nvPr/>
        </p:nvSpPr>
        <p:spPr>
          <a:xfrm>
            <a:off x="1652626" y="396827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40" name="矩形 639">
            <a:extLst>
              <a:ext uri="{FF2B5EF4-FFF2-40B4-BE49-F238E27FC236}">
                <a16:creationId xmlns:a16="http://schemas.microsoft.com/office/drawing/2014/main" id="{C08D6003-80E4-3C4D-9B69-DBA12EF4D7AD}"/>
              </a:ext>
            </a:extLst>
          </p:cNvPr>
          <p:cNvSpPr>
            <a:spLocks noChangeAspect="1"/>
          </p:cNvSpPr>
          <p:nvPr/>
        </p:nvSpPr>
        <p:spPr>
          <a:xfrm>
            <a:off x="1652626" y="438827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42" name="矩形 641">
            <a:extLst>
              <a:ext uri="{FF2B5EF4-FFF2-40B4-BE49-F238E27FC236}">
                <a16:creationId xmlns:a16="http://schemas.microsoft.com/office/drawing/2014/main" id="{4D669D69-8009-CBB6-4893-330CC34080DC}"/>
              </a:ext>
            </a:extLst>
          </p:cNvPr>
          <p:cNvSpPr>
            <a:spLocks noChangeAspect="1"/>
          </p:cNvSpPr>
          <p:nvPr/>
        </p:nvSpPr>
        <p:spPr>
          <a:xfrm>
            <a:off x="2072626" y="354827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44" name="矩形 643">
            <a:extLst>
              <a:ext uri="{FF2B5EF4-FFF2-40B4-BE49-F238E27FC236}">
                <a16:creationId xmlns:a16="http://schemas.microsoft.com/office/drawing/2014/main" id="{60303D25-7588-B3A5-ADC8-83197834AC95}"/>
              </a:ext>
            </a:extLst>
          </p:cNvPr>
          <p:cNvSpPr>
            <a:spLocks noChangeAspect="1"/>
          </p:cNvSpPr>
          <p:nvPr/>
        </p:nvSpPr>
        <p:spPr>
          <a:xfrm>
            <a:off x="2072626" y="396827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46" name="矩形 645">
            <a:extLst>
              <a:ext uri="{FF2B5EF4-FFF2-40B4-BE49-F238E27FC236}">
                <a16:creationId xmlns:a16="http://schemas.microsoft.com/office/drawing/2014/main" id="{C0604111-1B40-3462-4D5F-60346EF2D951}"/>
              </a:ext>
            </a:extLst>
          </p:cNvPr>
          <p:cNvSpPr>
            <a:spLocks noChangeAspect="1"/>
          </p:cNvSpPr>
          <p:nvPr/>
        </p:nvSpPr>
        <p:spPr>
          <a:xfrm>
            <a:off x="2072626" y="4388278"/>
            <a:ext cx="324000" cy="3240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C21A4F1-981B-12EB-0B06-6C9779245512}"/>
              </a:ext>
            </a:extLst>
          </p:cNvPr>
          <p:cNvSpPr txBox="1"/>
          <p:nvPr/>
        </p:nvSpPr>
        <p:spPr>
          <a:xfrm>
            <a:off x="7679140" y="1191904"/>
            <a:ext cx="428994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在一个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zone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中，我们将庞大的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SLM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阵列划分为多个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n×n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方阵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(patch, 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为码距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，每个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patch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正好能装下一个逻辑比特的数据和辅助物理比特。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Entanglement zone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中，我们将一个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n×n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site pair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方阵编为两个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patch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，它们之间有一个微小的水平偏移量。这两个重叠的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patch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可以容纳两个逻辑比特在其中执行横向逻辑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cz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门。</a:t>
            </a:r>
          </a:p>
        </p:txBody>
      </p:sp>
    </p:spTree>
    <p:extLst>
      <p:ext uri="{BB962C8B-B14F-4D97-AF65-F5344CB8AC3E}">
        <p14:creationId xmlns:p14="http://schemas.microsoft.com/office/powerpoint/2010/main" val="9124020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69FBF4D-8EFE-6E44-CFD3-A037CA094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Cz</a:t>
            </a:r>
            <a:r>
              <a:rPr lang="en-US" altLang="zh-CN" dirty="0"/>
              <a:t>, S, H</a:t>
            </a:r>
            <a:endParaRPr lang="zh-CN" altLang="en-US" dirty="0"/>
          </a:p>
        </p:txBody>
      </p:sp>
      <p:sp>
        <p:nvSpPr>
          <p:cNvPr id="28" name="h-primal-data-0-0">
            <a:extLst>
              <a:ext uri="{FF2B5EF4-FFF2-40B4-BE49-F238E27FC236}">
                <a16:creationId xmlns:a16="http://schemas.microsoft.com/office/drawing/2014/main" id="{61C66375-C001-D9F9-D7A6-CC505C2586E9}"/>
              </a:ext>
            </a:extLst>
          </p:cNvPr>
          <p:cNvSpPr>
            <a:spLocks noGrp="1"/>
          </p:cNvSpPr>
          <p:nvPr/>
        </p:nvSpPr>
        <p:spPr>
          <a:xfrm>
            <a:off x="9000557" y="287878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30" name="h-primal-data-0-2">
            <a:extLst>
              <a:ext uri="{FF2B5EF4-FFF2-40B4-BE49-F238E27FC236}">
                <a16:creationId xmlns:a16="http://schemas.microsoft.com/office/drawing/2014/main" id="{02A18A34-A8B6-B837-3DC9-4145D2F4CB41}"/>
              </a:ext>
            </a:extLst>
          </p:cNvPr>
          <p:cNvSpPr>
            <a:spLocks noGrp="1"/>
          </p:cNvSpPr>
          <p:nvPr/>
        </p:nvSpPr>
        <p:spPr>
          <a:xfrm>
            <a:off x="10257857" y="287878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32" name="h-primal-data-0-4">
            <a:extLst>
              <a:ext uri="{FF2B5EF4-FFF2-40B4-BE49-F238E27FC236}">
                <a16:creationId xmlns:a16="http://schemas.microsoft.com/office/drawing/2014/main" id="{6DBFEA33-9065-7421-390D-8E8F7C9C1736}"/>
              </a:ext>
            </a:extLst>
          </p:cNvPr>
          <p:cNvSpPr>
            <a:spLocks noGrp="1"/>
          </p:cNvSpPr>
          <p:nvPr/>
        </p:nvSpPr>
        <p:spPr>
          <a:xfrm>
            <a:off x="11515157" y="287878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34" name="h-primal-data-1-1">
            <a:extLst>
              <a:ext uri="{FF2B5EF4-FFF2-40B4-BE49-F238E27FC236}">
                <a16:creationId xmlns:a16="http://schemas.microsoft.com/office/drawing/2014/main" id="{BB2785C4-4170-DB25-C097-A31926947DC2}"/>
              </a:ext>
            </a:extLst>
          </p:cNvPr>
          <p:cNvSpPr>
            <a:spLocks noGrp="1"/>
          </p:cNvSpPr>
          <p:nvPr/>
        </p:nvSpPr>
        <p:spPr>
          <a:xfrm>
            <a:off x="9629207" y="916528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36" name="h-primal-data-1-3">
            <a:extLst>
              <a:ext uri="{FF2B5EF4-FFF2-40B4-BE49-F238E27FC236}">
                <a16:creationId xmlns:a16="http://schemas.microsoft.com/office/drawing/2014/main" id="{510255FD-A9A5-B5CC-151C-A33C23964712}"/>
              </a:ext>
            </a:extLst>
          </p:cNvPr>
          <p:cNvSpPr>
            <a:spLocks noGrp="1"/>
          </p:cNvSpPr>
          <p:nvPr/>
        </p:nvSpPr>
        <p:spPr>
          <a:xfrm>
            <a:off x="10886507" y="916528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38" name="h-primal-data-2-0">
            <a:extLst>
              <a:ext uri="{FF2B5EF4-FFF2-40B4-BE49-F238E27FC236}">
                <a16:creationId xmlns:a16="http://schemas.microsoft.com/office/drawing/2014/main" id="{BADA690B-3848-792C-75BF-05969FE37578}"/>
              </a:ext>
            </a:extLst>
          </p:cNvPr>
          <p:cNvSpPr>
            <a:spLocks noGrp="1"/>
          </p:cNvSpPr>
          <p:nvPr/>
        </p:nvSpPr>
        <p:spPr>
          <a:xfrm>
            <a:off x="9000557" y="1545178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40" name="h-primal-data-2-2">
            <a:extLst>
              <a:ext uri="{FF2B5EF4-FFF2-40B4-BE49-F238E27FC236}">
                <a16:creationId xmlns:a16="http://schemas.microsoft.com/office/drawing/2014/main" id="{A336B396-06B1-CAAE-20B2-AD22CBFC70CD}"/>
              </a:ext>
            </a:extLst>
          </p:cNvPr>
          <p:cNvSpPr>
            <a:spLocks noGrp="1"/>
          </p:cNvSpPr>
          <p:nvPr/>
        </p:nvSpPr>
        <p:spPr>
          <a:xfrm>
            <a:off x="10257857" y="1545178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42" name="h-primal-data-2-4">
            <a:extLst>
              <a:ext uri="{FF2B5EF4-FFF2-40B4-BE49-F238E27FC236}">
                <a16:creationId xmlns:a16="http://schemas.microsoft.com/office/drawing/2014/main" id="{E3DA220E-7955-A0FB-92C1-79B078BA699E}"/>
              </a:ext>
            </a:extLst>
          </p:cNvPr>
          <p:cNvSpPr>
            <a:spLocks noGrp="1"/>
          </p:cNvSpPr>
          <p:nvPr/>
        </p:nvSpPr>
        <p:spPr>
          <a:xfrm>
            <a:off x="11515157" y="1545178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44" name="h-primal-data-3-1">
            <a:extLst>
              <a:ext uri="{FF2B5EF4-FFF2-40B4-BE49-F238E27FC236}">
                <a16:creationId xmlns:a16="http://schemas.microsoft.com/office/drawing/2014/main" id="{15E57335-1F8B-604F-9ADF-D850F094D32A}"/>
              </a:ext>
            </a:extLst>
          </p:cNvPr>
          <p:cNvSpPr>
            <a:spLocks noGrp="1"/>
          </p:cNvSpPr>
          <p:nvPr/>
        </p:nvSpPr>
        <p:spPr>
          <a:xfrm>
            <a:off x="9629207" y="2173828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46" name="h-primal-data-3-3">
            <a:extLst>
              <a:ext uri="{FF2B5EF4-FFF2-40B4-BE49-F238E27FC236}">
                <a16:creationId xmlns:a16="http://schemas.microsoft.com/office/drawing/2014/main" id="{F5CF9FF7-3AD8-9D1C-C5B4-CC7600C0FF7E}"/>
              </a:ext>
            </a:extLst>
          </p:cNvPr>
          <p:cNvSpPr>
            <a:spLocks noGrp="1"/>
          </p:cNvSpPr>
          <p:nvPr/>
        </p:nvSpPr>
        <p:spPr>
          <a:xfrm>
            <a:off x="10886507" y="2173828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48" name="h-primal-data-4-0">
            <a:extLst>
              <a:ext uri="{FF2B5EF4-FFF2-40B4-BE49-F238E27FC236}">
                <a16:creationId xmlns:a16="http://schemas.microsoft.com/office/drawing/2014/main" id="{4609D627-778A-3487-578E-B5EAD49D7205}"/>
              </a:ext>
            </a:extLst>
          </p:cNvPr>
          <p:cNvSpPr>
            <a:spLocks noGrp="1"/>
          </p:cNvSpPr>
          <p:nvPr/>
        </p:nvSpPr>
        <p:spPr>
          <a:xfrm>
            <a:off x="9000557" y="2802478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50" name="h-primal-data-4-2">
            <a:extLst>
              <a:ext uri="{FF2B5EF4-FFF2-40B4-BE49-F238E27FC236}">
                <a16:creationId xmlns:a16="http://schemas.microsoft.com/office/drawing/2014/main" id="{6DCACF98-09B7-376C-C0D2-8A59D665909F}"/>
              </a:ext>
            </a:extLst>
          </p:cNvPr>
          <p:cNvSpPr>
            <a:spLocks noGrp="1"/>
          </p:cNvSpPr>
          <p:nvPr/>
        </p:nvSpPr>
        <p:spPr>
          <a:xfrm>
            <a:off x="10257857" y="2802478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52" name="h-primal-data-4-4">
            <a:extLst>
              <a:ext uri="{FF2B5EF4-FFF2-40B4-BE49-F238E27FC236}">
                <a16:creationId xmlns:a16="http://schemas.microsoft.com/office/drawing/2014/main" id="{954B655D-E395-A09E-D0F4-5E4DD303B7FE}"/>
              </a:ext>
            </a:extLst>
          </p:cNvPr>
          <p:cNvSpPr>
            <a:spLocks noGrp="1"/>
          </p:cNvSpPr>
          <p:nvPr/>
        </p:nvSpPr>
        <p:spPr>
          <a:xfrm>
            <a:off x="11515157" y="2802478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54" name="h-primal-data-0-0">
            <a:extLst>
              <a:ext uri="{FF2B5EF4-FFF2-40B4-BE49-F238E27FC236}">
                <a16:creationId xmlns:a16="http://schemas.microsoft.com/office/drawing/2014/main" id="{532AE093-5A37-ED71-999E-FEA08BCED8FF}"/>
              </a:ext>
            </a:extLst>
          </p:cNvPr>
          <p:cNvSpPr>
            <a:spLocks noGrp="1"/>
          </p:cNvSpPr>
          <p:nvPr/>
        </p:nvSpPr>
        <p:spPr>
          <a:xfrm>
            <a:off x="8920203" y="249209"/>
            <a:ext cx="540000" cy="252000"/>
          </a:xfrm>
          <a:prstGeom prst="ellipse">
            <a:avLst/>
          </a:prstGeom>
          <a:noFill/>
          <a:ln w="20955">
            <a:solidFill>
              <a:srgbClr val="111111"/>
            </a:solidFill>
            <a:prstDash val="solid"/>
          </a:ln>
        </p:spPr>
      </p:sp>
      <p:sp>
        <p:nvSpPr>
          <p:cNvPr id="56" name="h-primal-data-0-2">
            <a:extLst>
              <a:ext uri="{FF2B5EF4-FFF2-40B4-BE49-F238E27FC236}">
                <a16:creationId xmlns:a16="http://schemas.microsoft.com/office/drawing/2014/main" id="{715538C7-CEE6-5B4E-1C86-F638FC6965C0}"/>
              </a:ext>
            </a:extLst>
          </p:cNvPr>
          <p:cNvSpPr>
            <a:spLocks noGrp="1"/>
          </p:cNvSpPr>
          <p:nvPr/>
        </p:nvSpPr>
        <p:spPr>
          <a:xfrm>
            <a:off x="10177503" y="249209"/>
            <a:ext cx="540000" cy="252000"/>
          </a:xfrm>
          <a:prstGeom prst="ellipse">
            <a:avLst/>
          </a:prstGeom>
          <a:noFill/>
          <a:ln w="20955">
            <a:solidFill>
              <a:srgbClr val="111111"/>
            </a:solidFill>
            <a:prstDash val="solid"/>
          </a:ln>
        </p:spPr>
      </p:sp>
      <p:sp>
        <p:nvSpPr>
          <p:cNvPr id="58" name="h-primal-data-0-4">
            <a:extLst>
              <a:ext uri="{FF2B5EF4-FFF2-40B4-BE49-F238E27FC236}">
                <a16:creationId xmlns:a16="http://schemas.microsoft.com/office/drawing/2014/main" id="{2B7542C4-1D76-0D02-4C3E-BE7DAB30F037}"/>
              </a:ext>
            </a:extLst>
          </p:cNvPr>
          <p:cNvSpPr>
            <a:spLocks noGrp="1"/>
          </p:cNvSpPr>
          <p:nvPr/>
        </p:nvSpPr>
        <p:spPr>
          <a:xfrm>
            <a:off x="11434803" y="249209"/>
            <a:ext cx="540000" cy="252000"/>
          </a:xfrm>
          <a:prstGeom prst="ellipse">
            <a:avLst/>
          </a:prstGeom>
          <a:noFill/>
          <a:ln w="20955">
            <a:solidFill>
              <a:srgbClr val="111111"/>
            </a:solidFill>
            <a:prstDash val="solid"/>
          </a:ln>
        </p:spPr>
      </p:sp>
      <p:sp>
        <p:nvSpPr>
          <p:cNvPr id="60" name="h-primal-data-1-1">
            <a:extLst>
              <a:ext uri="{FF2B5EF4-FFF2-40B4-BE49-F238E27FC236}">
                <a16:creationId xmlns:a16="http://schemas.microsoft.com/office/drawing/2014/main" id="{81BBE9B2-0CC5-D638-FF91-BAD9A3AA1B38}"/>
              </a:ext>
            </a:extLst>
          </p:cNvPr>
          <p:cNvSpPr>
            <a:spLocks noGrp="1"/>
          </p:cNvSpPr>
          <p:nvPr/>
        </p:nvSpPr>
        <p:spPr>
          <a:xfrm>
            <a:off x="9548853" y="877859"/>
            <a:ext cx="540000" cy="252000"/>
          </a:xfrm>
          <a:prstGeom prst="ellipse">
            <a:avLst/>
          </a:prstGeom>
          <a:noFill/>
          <a:ln w="20955">
            <a:solidFill>
              <a:srgbClr val="111111"/>
            </a:solidFill>
            <a:prstDash val="solid"/>
          </a:ln>
        </p:spPr>
      </p:sp>
      <p:sp>
        <p:nvSpPr>
          <p:cNvPr id="62" name="h-primal-data-1-3">
            <a:extLst>
              <a:ext uri="{FF2B5EF4-FFF2-40B4-BE49-F238E27FC236}">
                <a16:creationId xmlns:a16="http://schemas.microsoft.com/office/drawing/2014/main" id="{547CC348-21EA-86F0-A063-B1A9510F6893}"/>
              </a:ext>
            </a:extLst>
          </p:cNvPr>
          <p:cNvSpPr>
            <a:spLocks noGrp="1"/>
          </p:cNvSpPr>
          <p:nvPr/>
        </p:nvSpPr>
        <p:spPr>
          <a:xfrm>
            <a:off x="10806153" y="877859"/>
            <a:ext cx="540000" cy="252000"/>
          </a:xfrm>
          <a:prstGeom prst="ellipse">
            <a:avLst/>
          </a:prstGeom>
          <a:noFill/>
          <a:ln w="20955">
            <a:solidFill>
              <a:srgbClr val="111111"/>
            </a:solidFill>
            <a:prstDash val="solid"/>
          </a:ln>
        </p:spPr>
      </p:sp>
      <p:sp>
        <p:nvSpPr>
          <p:cNvPr id="64" name="h-primal-data-2-0">
            <a:extLst>
              <a:ext uri="{FF2B5EF4-FFF2-40B4-BE49-F238E27FC236}">
                <a16:creationId xmlns:a16="http://schemas.microsoft.com/office/drawing/2014/main" id="{F4AB1584-77C8-7745-F474-2E55E0701BDF}"/>
              </a:ext>
            </a:extLst>
          </p:cNvPr>
          <p:cNvSpPr>
            <a:spLocks noGrp="1"/>
          </p:cNvSpPr>
          <p:nvPr/>
        </p:nvSpPr>
        <p:spPr>
          <a:xfrm>
            <a:off x="8920203" y="1506509"/>
            <a:ext cx="540000" cy="252000"/>
          </a:xfrm>
          <a:prstGeom prst="ellipse">
            <a:avLst/>
          </a:prstGeom>
          <a:noFill/>
          <a:ln w="20955">
            <a:solidFill>
              <a:srgbClr val="111111"/>
            </a:solidFill>
            <a:prstDash val="solid"/>
          </a:ln>
        </p:spPr>
      </p:sp>
      <p:sp>
        <p:nvSpPr>
          <p:cNvPr id="66" name="h-primal-data-2-2">
            <a:extLst>
              <a:ext uri="{FF2B5EF4-FFF2-40B4-BE49-F238E27FC236}">
                <a16:creationId xmlns:a16="http://schemas.microsoft.com/office/drawing/2014/main" id="{BCE4C03F-05BC-5B31-72F1-7AB34D6BED59}"/>
              </a:ext>
            </a:extLst>
          </p:cNvPr>
          <p:cNvSpPr>
            <a:spLocks noGrp="1"/>
          </p:cNvSpPr>
          <p:nvPr/>
        </p:nvSpPr>
        <p:spPr>
          <a:xfrm>
            <a:off x="10177503" y="1506509"/>
            <a:ext cx="540000" cy="252000"/>
          </a:xfrm>
          <a:prstGeom prst="ellipse">
            <a:avLst/>
          </a:prstGeom>
          <a:noFill/>
          <a:ln w="20955">
            <a:solidFill>
              <a:srgbClr val="111111"/>
            </a:solidFill>
            <a:prstDash val="solid"/>
          </a:ln>
        </p:spPr>
      </p:sp>
      <p:sp>
        <p:nvSpPr>
          <p:cNvPr id="68" name="h-primal-data-2-4">
            <a:extLst>
              <a:ext uri="{FF2B5EF4-FFF2-40B4-BE49-F238E27FC236}">
                <a16:creationId xmlns:a16="http://schemas.microsoft.com/office/drawing/2014/main" id="{A737208E-A110-AC4E-55AD-8919B048F323}"/>
              </a:ext>
            </a:extLst>
          </p:cNvPr>
          <p:cNvSpPr>
            <a:spLocks noGrp="1"/>
          </p:cNvSpPr>
          <p:nvPr/>
        </p:nvSpPr>
        <p:spPr>
          <a:xfrm>
            <a:off x="11434803" y="1506509"/>
            <a:ext cx="540000" cy="252000"/>
          </a:xfrm>
          <a:prstGeom prst="ellipse">
            <a:avLst/>
          </a:prstGeom>
          <a:noFill/>
          <a:ln w="20955">
            <a:solidFill>
              <a:srgbClr val="111111"/>
            </a:solidFill>
            <a:prstDash val="solid"/>
          </a:ln>
        </p:spPr>
      </p:sp>
      <p:sp>
        <p:nvSpPr>
          <p:cNvPr id="70" name="h-primal-data-3-1">
            <a:extLst>
              <a:ext uri="{FF2B5EF4-FFF2-40B4-BE49-F238E27FC236}">
                <a16:creationId xmlns:a16="http://schemas.microsoft.com/office/drawing/2014/main" id="{5E50FE6F-15D3-BA02-EBA5-E7BF140938BA}"/>
              </a:ext>
            </a:extLst>
          </p:cNvPr>
          <p:cNvSpPr>
            <a:spLocks noGrp="1"/>
          </p:cNvSpPr>
          <p:nvPr/>
        </p:nvSpPr>
        <p:spPr>
          <a:xfrm>
            <a:off x="9548853" y="2135159"/>
            <a:ext cx="540000" cy="252000"/>
          </a:xfrm>
          <a:prstGeom prst="ellipse">
            <a:avLst/>
          </a:prstGeom>
          <a:noFill/>
          <a:ln w="20955">
            <a:solidFill>
              <a:srgbClr val="111111"/>
            </a:solidFill>
            <a:prstDash val="solid"/>
          </a:ln>
        </p:spPr>
      </p:sp>
      <p:sp>
        <p:nvSpPr>
          <p:cNvPr id="72" name="h-primal-data-3-3">
            <a:extLst>
              <a:ext uri="{FF2B5EF4-FFF2-40B4-BE49-F238E27FC236}">
                <a16:creationId xmlns:a16="http://schemas.microsoft.com/office/drawing/2014/main" id="{FF23673B-AB3B-0C54-3053-296E49D82980}"/>
              </a:ext>
            </a:extLst>
          </p:cNvPr>
          <p:cNvSpPr>
            <a:spLocks noGrp="1"/>
          </p:cNvSpPr>
          <p:nvPr/>
        </p:nvSpPr>
        <p:spPr>
          <a:xfrm>
            <a:off x="10806153" y="2135159"/>
            <a:ext cx="540000" cy="252000"/>
          </a:xfrm>
          <a:prstGeom prst="ellipse">
            <a:avLst/>
          </a:prstGeom>
          <a:noFill/>
          <a:ln w="20955">
            <a:solidFill>
              <a:srgbClr val="111111"/>
            </a:solidFill>
            <a:prstDash val="solid"/>
          </a:ln>
        </p:spPr>
      </p:sp>
      <p:sp>
        <p:nvSpPr>
          <p:cNvPr id="74" name="h-primal-data-4-0">
            <a:extLst>
              <a:ext uri="{FF2B5EF4-FFF2-40B4-BE49-F238E27FC236}">
                <a16:creationId xmlns:a16="http://schemas.microsoft.com/office/drawing/2014/main" id="{F66AECEA-C09D-4FA6-AF41-FA72452B6405}"/>
              </a:ext>
            </a:extLst>
          </p:cNvPr>
          <p:cNvSpPr>
            <a:spLocks noGrp="1"/>
          </p:cNvSpPr>
          <p:nvPr/>
        </p:nvSpPr>
        <p:spPr>
          <a:xfrm>
            <a:off x="8920203" y="2763809"/>
            <a:ext cx="540000" cy="252000"/>
          </a:xfrm>
          <a:prstGeom prst="ellipse">
            <a:avLst/>
          </a:prstGeom>
          <a:noFill/>
          <a:ln w="20955">
            <a:solidFill>
              <a:srgbClr val="111111"/>
            </a:solidFill>
            <a:prstDash val="solid"/>
          </a:ln>
        </p:spPr>
      </p:sp>
      <p:sp>
        <p:nvSpPr>
          <p:cNvPr id="76" name="h-primal-data-4-2">
            <a:extLst>
              <a:ext uri="{FF2B5EF4-FFF2-40B4-BE49-F238E27FC236}">
                <a16:creationId xmlns:a16="http://schemas.microsoft.com/office/drawing/2014/main" id="{B8287F51-6B01-205D-0450-BCA998281257}"/>
              </a:ext>
            </a:extLst>
          </p:cNvPr>
          <p:cNvSpPr>
            <a:spLocks noGrp="1"/>
          </p:cNvSpPr>
          <p:nvPr/>
        </p:nvSpPr>
        <p:spPr>
          <a:xfrm>
            <a:off x="10177503" y="2763809"/>
            <a:ext cx="540000" cy="252000"/>
          </a:xfrm>
          <a:prstGeom prst="ellipse">
            <a:avLst/>
          </a:prstGeom>
          <a:noFill/>
          <a:ln w="20955">
            <a:solidFill>
              <a:srgbClr val="111111"/>
            </a:solidFill>
            <a:prstDash val="solid"/>
          </a:ln>
        </p:spPr>
      </p:sp>
      <p:sp>
        <p:nvSpPr>
          <p:cNvPr id="78" name="h-primal-data-4-4">
            <a:extLst>
              <a:ext uri="{FF2B5EF4-FFF2-40B4-BE49-F238E27FC236}">
                <a16:creationId xmlns:a16="http://schemas.microsoft.com/office/drawing/2014/main" id="{F2BA687D-B770-9E4D-FC5F-6E18055B80B5}"/>
              </a:ext>
            </a:extLst>
          </p:cNvPr>
          <p:cNvSpPr>
            <a:spLocks noGrp="1"/>
          </p:cNvSpPr>
          <p:nvPr/>
        </p:nvSpPr>
        <p:spPr>
          <a:xfrm>
            <a:off x="11434803" y="2763809"/>
            <a:ext cx="540000" cy="252000"/>
          </a:xfrm>
          <a:prstGeom prst="ellipse">
            <a:avLst/>
          </a:prstGeom>
          <a:noFill/>
          <a:ln w="20955">
            <a:solidFill>
              <a:srgbClr val="111111"/>
            </a:solidFill>
            <a:prstDash val="solid"/>
          </a:ln>
        </p:spPr>
      </p:sp>
      <p:sp>
        <p:nvSpPr>
          <p:cNvPr id="80" name="h-primal-data-0-0">
            <a:extLst>
              <a:ext uri="{FF2B5EF4-FFF2-40B4-BE49-F238E27FC236}">
                <a16:creationId xmlns:a16="http://schemas.microsoft.com/office/drawing/2014/main" id="{80900181-3DF5-5301-B0A6-9D71E693E4EE}"/>
              </a:ext>
            </a:extLst>
          </p:cNvPr>
          <p:cNvSpPr>
            <a:spLocks noGrp="1"/>
          </p:cNvSpPr>
          <p:nvPr/>
        </p:nvSpPr>
        <p:spPr>
          <a:xfrm>
            <a:off x="9220518" y="287878"/>
            <a:ext cx="171450" cy="171450"/>
          </a:xfrm>
          <a:prstGeom prst="ellipse">
            <a:avLst/>
          </a:prstGeom>
          <a:solidFill>
            <a:schemeClr val="accent5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82" name="h-primal-data-0-2">
            <a:extLst>
              <a:ext uri="{FF2B5EF4-FFF2-40B4-BE49-F238E27FC236}">
                <a16:creationId xmlns:a16="http://schemas.microsoft.com/office/drawing/2014/main" id="{40907F5C-671D-A83A-1148-7E770674696E}"/>
              </a:ext>
            </a:extLst>
          </p:cNvPr>
          <p:cNvSpPr>
            <a:spLocks noGrp="1"/>
          </p:cNvSpPr>
          <p:nvPr/>
        </p:nvSpPr>
        <p:spPr>
          <a:xfrm>
            <a:off x="10477818" y="287878"/>
            <a:ext cx="171450" cy="171450"/>
          </a:xfrm>
          <a:prstGeom prst="ellipse">
            <a:avLst/>
          </a:prstGeom>
          <a:solidFill>
            <a:schemeClr val="accent5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84" name="h-primal-data-0-4">
            <a:extLst>
              <a:ext uri="{FF2B5EF4-FFF2-40B4-BE49-F238E27FC236}">
                <a16:creationId xmlns:a16="http://schemas.microsoft.com/office/drawing/2014/main" id="{8AAFCF42-2B9C-3752-81D2-D8A6273D35D1}"/>
              </a:ext>
            </a:extLst>
          </p:cNvPr>
          <p:cNvSpPr>
            <a:spLocks noGrp="1"/>
          </p:cNvSpPr>
          <p:nvPr/>
        </p:nvSpPr>
        <p:spPr>
          <a:xfrm>
            <a:off x="11735118" y="287878"/>
            <a:ext cx="171450" cy="171450"/>
          </a:xfrm>
          <a:prstGeom prst="ellipse">
            <a:avLst/>
          </a:prstGeom>
          <a:solidFill>
            <a:schemeClr val="accent5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86" name="h-primal-data-1-1">
            <a:extLst>
              <a:ext uri="{FF2B5EF4-FFF2-40B4-BE49-F238E27FC236}">
                <a16:creationId xmlns:a16="http://schemas.microsoft.com/office/drawing/2014/main" id="{D138FF29-17EF-14A3-BAEE-1ED0CCC65E6F}"/>
              </a:ext>
            </a:extLst>
          </p:cNvPr>
          <p:cNvSpPr>
            <a:spLocks noGrp="1"/>
          </p:cNvSpPr>
          <p:nvPr/>
        </p:nvSpPr>
        <p:spPr>
          <a:xfrm>
            <a:off x="9849168" y="916528"/>
            <a:ext cx="171450" cy="171450"/>
          </a:xfrm>
          <a:prstGeom prst="ellipse">
            <a:avLst/>
          </a:prstGeom>
          <a:solidFill>
            <a:schemeClr val="accent5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88" name="h-primal-data-1-3">
            <a:extLst>
              <a:ext uri="{FF2B5EF4-FFF2-40B4-BE49-F238E27FC236}">
                <a16:creationId xmlns:a16="http://schemas.microsoft.com/office/drawing/2014/main" id="{A22D1765-F0D7-5CDC-A255-ECCD48894BF5}"/>
              </a:ext>
            </a:extLst>
          </p:cNvPr>
          <p:cNvSpPr>
            <a:spLocks noGrp="1"/>
          </p:cNvSpPr>
          <p:nvPr/>
        </p:nvSpPr>
        <p:spPr>
          <a:xfrm>
            <a:off x="11106468" y="916528"/>
            <a:ext cx="171450" cy="171450"/>
          </a:xfrm>
          <a:prstGeom prst="ellipse">
            <a:avLst/>
          </a:prstGeom>
          <a:solidFill>
            <a:schemeClr val="accent5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90" name="h-primal-data-2-0">
            <a:extLst>
              <a:ext uri="{FF2B5EF4-FFF2-40B4-BE49-F238E27FC236}">
                <a16:creationId xmlns:a16="http://schemas.microsoft.com/office/drawing/2014/main" id="{9A2604D5-4A5A-A576-B82E-FAB3866D87A5}"/>
              </a:ext>
            </a:extLst>
          </p:cNvPr>
          <p:cNvSpPr>
            <a:spLocks noGrp="1"/>
          </p:cNvSpPr>
          <p:nvPr/>
        </p:nvSpPr>
        <p:spPr>
          <a:xfrm>
            <a:off x="9220518" y="1545178"/>
            <a:ext cx="171450" cy="171450"/>
          </a:xfrm>
          <a:prstGeom prst="ellipse">
            <a:avLst/>
          </a:prstGeom>
          <a:solidFill>
            <a:schemeClr val="accent5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92" name="h-primal-data-2-2">
            <a:extLst>
              <a:ext uri="{FF2B5EF4-FFF2-40B4-BE49-F238E27FC236}">
                <a16:creationId xmlns:a16="http://schemas.microsoft.com/office/drawing/2014/main" id="{BBBCFBB4-ED82-E1B4-4B48-43AE70D43D6E}"/>
              </a:ext>
            </a:extLst>
          </p:cNvPr>
          <p:cNvSpPr>
            <a:spLocks noGrp="1"/>
          </p:cNvSpPr>
          <p:nvPr/>
        </p:nvSpPr>
        <p:spPr>
          <a:xfrm>
            <a:off x="10477818" y="1545178"/>
            <a:ext cx="171450" cy="171450"/>
          </a:xfrm>
          <a:prstGeom prst="ellipse">
            <a:avLst/>
          </a:prstGeom>
          <a:solidFill>
            <a:schemeClr val="accent5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94" name="h-primal-data-2-4">
            <a:extLst>
              <a:ext uri="{FF2B5EF4-FFF2-40B4-BE49-F238E27FC236}">
                <a16:creationId xmlns:a16="http://schemas.microsoft.com/office/drawing/2014/main" id="{0A08621C-77E8-BCB0-1BD0-2ABC8D057422}"/>
              </a:ext>
            </a:extLst>
          </p:cNvPr>
          <p:cNvSpPr>
            <a:spLocks noGrp="1"/>
          </p:cNvSpPr>
          <p:nvPr/>
        </p:nvSpPr>
        <p:spPr>
          <a:xfrm>
            <a:off x="11735118" y="1545178"/>
            <a:ext cx="171450" cy="171450"/>
          </a:xfrm>
          <a:prstGeom prst="ellipse">
            <a:avLst/>
          </a:prstGeom>
          <a:solidFill>
            <a:schemeClr val="accent5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96" name="h-primal-data-3-1">
            <a:extLst>
              <a:ext uri="{FF2B5EF4-FFF2-40B4-BE49-F238E27FC236}">
                <a16:creationId xmlns:a16="http://schemas.microsoft.com/office/drawing/2014/main" id="{F9E42925-7B87-A96C-D9F1-F733C83A2E7A}"/>
              </a:ext>
            </a:extLst>
          </p:cNvPr>
          <p:cNvSpPr>
            <a:spLocks noGrp="1"/>
          </p:cNvSpPr>
          <p:nvPr/>
        </p:nvSpPr>
        <p:spPr>
          <a:xfrm>
            <a:off x="9849168" y="2173828"/>
            <a:ext cx="171450" cy="171450"/>
          </a:xfrm>
          <a:prstGeom prst="ellipse">
            <a:avLst/>
          </a:prstGeom>
          <a:solidFill>
            <a:schemeClr val="accent5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98" name="h-primal-data-3-3">
            <a:extLst>
              <a:ext uri="{FF2B5EF4-FFF2-40B4-BE49-F238E27FC236}">
                <a16:creationId xmlns:a16="http://schemas.microsoft.com/office/drawing/2014/main" id="{1341A041-9B81-9D6B-680A-49FD1AA1153C}"/>
              </a:ext>
            </a:extLst>
          </p:cNvPr>
          <p:cNvSpPr>
            <a:spLocks noGrp="1"/>
          </p:cNvSpPr>
          <p:nvPr/>
        </p:nvSpPr>
        <p:spPr>
          <a:xfrm>
            <a:off x="11106468" y="2173828"/>
            <a:ext cx="171450" cy="171450"/>
          </a:xfrm>
          <a:prstGeom prst="ellipse">
            <a:avLst/>
          </a:prstGeom>
          <a:solidFill>
            <a:schemeClr val="accent5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100" name="h-primal-data-4-0">
            <a:extLst>
              <a:ext uri="{FF2B5EF4-FFF2-40B4-BE49-F238E27FC236}">
                <a16:creationId xmlns:a16="http://schemas.microsoft.com/office/drawing/2014/main" id="{88E40008-5263-636E-46DB-2A16ED6928BA}"/>
              </a:ext>
            </a:extLst>
          </p:cNvPr>
          <p:cNvSpPr>
            <a:spLocks noGrp="1"/>
          </p:cNvSpPr>
          <p:nvPr/>
        </p:nvSpPr>
        <p:spPr>
          <a:xfrm>
            <a:off x="9220518" y="2802478"/>
            <a:ext cx="171450" cy="171450"/>
          </a:xfrm>
          <a:prstGeom prst="ellipse">
            <a:avLst/>
          </a:prstGeom>
          <a:solidFill>
            <a:schemeClr val="accent5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102" name="h-primal-data-4-2">
            <a:extLst>
              <a:ext uri="{FF2B5EF4-FFF2-40B4-BE49-F238E27FC236}">
                <a16:creationId xmlns:a16="http://schemas.microsoft.com/office/drawing/2014/main" id="{3CE580C4-2415-C47A-07F2-3AD619495633}"/>
              </a:ext>
            </a:extLst>
          </p:cNvPr>
          <p:cNvSpPr>
            <a:spLocks noGrp="1"/>
          </p:cNvSpPr>
          <p:nvPr/>
        </p:nvSpPr>
        <p:spPr>
          <a:xfrm>
            <a:off x="10477818" y="2802478"/>
            <a:ext cx="171450" cy="171450"/>
          </a:xfrm>
          <a:prstGeom prst="ellipse">
            <a:avLst/>
          </a:prstGeom>
          <a:solidFill>
            <a:schemeClr val="accent5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104" name="h-primal-data-4-4">
            <a:extLst>
              <a:ext uri="{FF2B5EF4-FFF2-40B4-BE49-F238E27FC236}">
                <a16:creationId xmlns:a16="http://schemas.microsoft.com/office/drawing/2014/main" id="{B4858F0B-8569-342C-4F52-8A017734A3A9}"/>
              </a:ext>
            </a:extLst>
          </p:cNvPr>
          <p:cNvSpPr>
            <a:spLocks noGrp="1"/>
          </p:cNvSpPr>
          <p:nvPr/>
        </p:nvSpPr>
        <p:spPr>
          <a:xfrm>
            <a:off x="11735118" y="2802478"/>
            <a:ext cx="171450" cy="171450"/>
          </a:xfrm>
          <a:prstGeom prst="ellipse">
            <a:avLst/>
          </a:prstGeom>
          <a:solidFill>
            <a:schemeClr val="accent5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116" name="h-primal-stabilizer-0-1">
            <a:extLst>
              <a:ext uri="{FF2B5EF4-FFF2-40B4-BE49-F238E27FC236}">
                <a16:creationId xmlns:a16="http://schemas.microsoft.com/office/drawing/2014/main" id="{23457B20-E0F3-200B-DFC8-8A0F90AFB35F}"/>
              </a:ext>
            </a:extLst>
          </p:cNvPr>
          <p:cNvSpPr>
            <a:spLocks noGrp="1"/>
          </p:cNvSpPr>
          <p:nvPr/>
        </p:nvSpPr>
        <p:spPr>
          <a:xfrm>
            <a:off x="509399" y="1103762"/>
            <a:ext cx="1257300" cy="628650"/>
          </a:xfrm>
          <a:custGeom>
            <a:avLst/>
            <a:gdLst/>
            <a:ahLst/>
            <a:cxnLst/>
            <a:rect l="0" t="0" r="0" b="0"/>
            <a:pathLst>
              <a:path w="1257300" h="628650">
                <a:moveTo>
                  <a:pt x="0" y="0"/>
                </a:moveTo>
                <a:lnTo>
                  <a:pt x="1257300" y="0"/>
                </a:lnTo>
                <a:lnTo>
                  <a:pt x="628650" y="628650"/>
                </a:lnTo>
                <a:close/>
              </a:path>
            </a:pathLst>
          </a:custGeom>
          <a:solidFill>
            <a:srgbClr val="739EE8"/>
          </a:solidFill>
          <a:ln w="0">
            <a:noFill/>
            <a:prstDash val="solid"/>
          </a:ln>
        </p:spPr>
      </p:sp>
      <p:sp>
        <p:nvSpPr>
          <p:cNvPr id="120" name="h-primal-stabilizer-0-3">
            <a:extLst>
              <a:ext uri="{FF2B5EF4-FFF2-40B4-BE49-F238E27FC236}">
                <a16:creationId xmlns:a16="http://schemas.microsoft.com/office/drawing/2014/main" id="{37CD553B-53DD-B20A-E9F7-515BBE7872D8}"/>
              </a:ext>
            </a:extLst>
          </p:cNvPr>
          <p:cNvSpPr>
            <a:spLocks noGrp="1"/>
          </p:cNvSpPr>
          <p:nvPr/>
        </p:nvSpPr>
        <p:spPr>
          <a:xfrm>
            <a:off x="1766699" y="1103762"/>
            <a:ext cx="1257300" cy="628650"/>
          </a:xfrm>
          <a:custGeom>
            <a:avLst/>
            <a:gdLst/>
            <a:ahLst/>
            <a:cxnLst/>
            <a:rect l="0" t="0" r="0" b="0"/>
            <a:pathLst>
              <a:path w="1257300" h="628650">
                <a:moveTo>
                  <a:pt x="0" y="0"/>
                </a:moveTo>
                <a:lnTo>
                  <a:pt x="1257300" y="0"/>
                </a:lnTo>
                <a:lnTo>
                  <a:pt x="628650" y="628650"/>
                </a:lnTo>
                <a:close/>
              </a:path>
            </a:pathLst>
          </a:custGeom>
          <a:solidFill>
            <a:srgbClr val="739EE8"/>
          </a:solidFill>
          <a:ln w="0">
            <a:noFill/>
            <a:prstDash val="solid"/>
          </a:ln>
        </p:spPr>
      </p:sp>
      <p:sp>
        <p:nvSpPr>
          <p:cNvPr id="124" name="h-primal-stabilizer-1-0">
            <a:extLst>
              <a:ext uri="{FF2B5EF4-FFF2-40B4-BE49-F238E27FC236}">
                <a16:creationId xmlns:a16="http://schemas.microsoft.com/office/drawing/2014/main" id="{A8D714E8-2ADE-B511-09E0-B1C43640CB59}"/>
              </a:ext>
            </a:extLst>
          </p:cNvPr>
          <p:cNvSpPr>
            <a:spLocks noGrp="1"/>
          </p:cNvSpPr>
          <p:nvPr/>
        </p:nvSpPr>
        <p:spPr>
          <a:xfrm>
            <a:off x="509399" y="1103762"/>
            <a:ext cx="628650" cy="1257300"/>
          </a:xfrm>
          <a:custGeom>
            <a:avLst/>
            <a:gdLst/>
            <a:ahLst/>
            <a:cxnLst/>
            <a:rect l="0" t="0" r="0" b="0"/>
            <a:pathLst>
              <a:path w="628650" h="1257300">
                <a:moveTo>
                  <a:pt x="0" y="0"/>
                </a:moveTo>
                <a:lnTo>
                  <a:pt x="0" y="1257300"/>
                </a:lnTo>
                <a:lnTo>
                  <a:pt x="628650" y="628650"/>
                </a:lnTo>
                <a:close/>
              </a:path>
            </a:pathLst>
          </a:custGeom>
          <a:solidFill>
            <a:srgbClr val="EC858B"/>
          </a:solidFill>
          <a:ln w="0">
            <a:noFill/>
            <a:prstDash val="solid"/>
          </a:ln>
        </p:spPr>
      </p:sp>
      <p:sp>
        <p:nvSpPr>
          <p:cNvPr id="128" name="h-primal-stabilizer-1-2">
            <a:extLst>
              <a:ext uri="{FF2B5EF4-FFF2-40B4-BE49-F238E27FC236}">
                <a16:creationId xmlns:a16="http://schemas.microsoft.com/office/drawing/2014/main" id="{060785D1-37A4-FCFE-0EE6-B13A16E64338}"/>
              </a:ext>
            </a:extLst>
          </p:cNvPr>
          <p:cNvSpPr>
            <a:spLocks noGrp="1"/>
          </p:cNvSpPr>
          <p:nvPr/>
        </p:nvSpPr>
        <p:spPr>
          <a:xfrm>
            <a:off x="1138049" y="1103762"/>
            <a:ext cx="1257300" cy="1257300"/>
          </a:xfrm>
          <a:prstGeom prst="diamond">
            <a:avLst/>
          </a:prstGeom>
          <a:solidFill>
            <a:srgbClr val="EC858B"/>
          </a:solidFill>
          <a:ln w="0">
            <a:noFill/>
            <a:prstDash val="solid"/>
          </a:ln>
        </p:spPr>
      </p:sp>
      <p:sp>
        <p:nvSpPr>
          <p:cNvPr id="132" name="h-primal-stabilizer-1-4">
            <a:extLst>
              <a:ext uri="{FF2B5EF4-FFF2-40B4-BE49-F238E27FC236}">
                <a16:creationId xmlns:a16="http://schemas.microsoft.com/office/drawing/2014/main" id="{E7ED268A-0075-F48D-A924-376A9B0C833F}"/>
              </a:ext>
            </a:extLst>
          </p:cNvPr>
          <p:cNvSpPr>
            <a:spLocks noGrp="1"/>
          </p:cNvSpPr>
          <p:nvPr/>
        </p:nvSpPr>
        <p:spPr>
          <a:xfrm>
            <a:off x="2395349" y="1103762"/>
            <a:ext cx="628650" cy="1257300"/>
          </a:xfrm>
          <a:custGeom>
            <a:avLst/>
            <a:gdLst/>
            <a:ahLst/>
            <a:cxnLst/>
            <a:rect l="0" t="0" r="0" b="0"/>
            <a:pathLst>
              <a:path w="628650" h="1257300">
                <a:moveTo>
                  <a:pt x="628650" y="0"/>
                </a:moveTo>
                <a:lnTo>
                  <a:pt x="628650" y="1257300"/>
                </a:lnTo>
                <a:lnTo>
                  <a:pt x="0" y="628650"/>
                </a:lnTo>
                <a:close/>
              </a:path>
            </a:pathLst>
          </a:custGeom>
          <a:solidFill>
            <a:srgbClr val="EC858B"/>
          </a:solidFill>
          <a:ln w="0">
            <a:noFill/>
            <a:prstDash val="solid"/>
          </a:ln>
        </p:spPr>
      </p:sp>
      <p:sp>
        <p:nvSpPr>
          <p:cNvPr id="136" name="h-primal-stabilizer-2-1">
            <a:extLst>
              <a:ext uri="{FF2B5EF4-FFF2-40B4-BE49-F238E27FC236}">
                <a16:creationId xmlns:a16="http://schemas.microsoft.com/office/drawing/2014/main" id="{6BFE73EF-36A6-9260-04B5-F81E11E3762C}"/>
              </a:ext>
            </a:extLst>
          </p:cNvPr>
          <p:cNvSpPr>
            <a:spLocks noGrp="1"/>
          </p:cNvSpPr>
          <p:nvPr/>
        </p:nvSpPr>
        <p:spPr>
          <a:xfrm>
            <a:off x="509399" y="1732412"/>
            <a:ext cx="1257300" cy="1257300"/>
          </a:xfrm>
          <a:prstGeom prst="diamond">
            <a:avLst/>
          </a:prstGeom>
          <a:solidFill>
            <a:srgbClr val="739EE8"/>
          </a:solidFill>
          <a:ln w="0">
            <a:noFill/>
            <a:prstDash val="solid"/>
          </a:ln>
        </p:spPr>
      </p:sp>
      <p:sp>
        <p:nvSpPr>
          <p:cNvPr id="140" name="h-primal-stabilizer-2-3">
            <a:extLst>
              <a:ext uri="{FF2B5EF4-FFF2-40B4-BE49-F238E27FC236}">
                <a16:creationId xmlns:a16="http://schemas.microsoft.com/office/drawing/2014/main" id="{12B1A7DE-0A74-3CE8-DE5B-4F0F84F3A27E}"/>
              </a:ext>
            </a:extLst>
          </p:cNvPr>
          <p:cNvSpPr>
            <a:spLocks noGrp="1"/>
          </p:cNvSpPr>
          <p:nvPr/>
        </p:nvSpPr>
        <p:spPr>
          <a:xfrm>
            <a:off x="1766699" y="1732412"/>
            <a:ext cx="1257300" cy="1257300"/>
          </a:xfrm>
          <a:prstGeom prst="diamond">
            <a:avLst/>
          </a:prstGeom>
          <a:solidFill>
            <a:srgbClr val="739EE8"/>
          </a:solidFill>
          <a:ln w="0">
            <a:noFill/>
            <a:prstDash val="solid"/>
          </a:ln>
        </p:spPr>
      </p:sp>
      <p:sp>
        <p:nvSpPr>
          <p:cNvPr id="144" name="h-primal-stabilizer-3-0">
            <a:extLst>
              <a:ext uri="{FF2B5EF4-FFF2-40B4-BE49-F238E27FC236}">
                <a16:creationId xmlns:a16="http://schemas.microsoft.com/office/drawing/2014/main" id="{A466F6DD-F02A-58BA-5754-7D2754B19897}"/>
              </a:ext>
            </a:extLst>
          </p:cNvPr>
          <p:cNvSpPr>
            <a:spLocks noGrp="1"/>
          </p:cNvSpPr>
          <p:nvPr/>
        </p:nvSpPr>
        <p:spPr>
          <a:xfrm>
            <a:off x="509399" y="2361062"/>
            <a:ext cx="628650" cy="1257300"/>
          </a:xfrm>
          <a:custGeom>
            <a:avLst/>
            <a:gdLst/>
            <a:ahLst/>
            <a:cxnLst/>
            <a:rect l="0" t="0" r="0" b="0"/>
            <a:pathLst>
              <a:path w="628650" h="1257300">
                <a:moveTo>
                  <a:pt x="0" y="0"/>
                </a:moveTo>
                <a:lnTo>
                  <a:pt x="0" y="1257300"/>
                </a:lnTo>
                <a:lnTo>
                  <a:pt x="628650" y="628650"/>
                </a:lnTo>
                <a:close/>
              </a:path>
            </a:pathLst>
          </a:custGeom>
          <a:solidFill>
            <a:srgbClr val="EC858B"/>
          </a:solidFill>
          <a:ln w="0">
            <a:noFill/>
            <a:prstDash val="solid"/>
          </a:ln>
        </p:spPr>
      </p:sp>
      <p:sp>
        <p:nvSpPr>
          <p:cNvPr id="148" name="h-primal-stabilizer-3-2">
            <a:extLst>
              <a:ext uri="{FF2B5EF4-FFF2-40B4-BE49-F238E27FC236}">
                <a16:creationId xmlns:a16="http://schemas.microsoft.com/office/drawing/2014/main" id="{1EC82B07-A199-0EA8-8BE4-4184A7508C38}"/>
              </a:ext>
            </a:extLst>
          </p:cNvPr>
          <p:cNvSpPr>
            <a:spLocks noGrp="1"/>
          </p:cNvSpPr>
          <p:nvPr/>
        </p:nvSpPr>
        <p:spPr>
          <a:xfrm>
            <a:off x="1138049" y="2361062"/>
            <a:ext cx="1257300" cy="1257300"/>
          </a:xfrm>
          <a:prstGeom prst="diamond">
            <a:avLst/>
          </a:prstGeom>
          <a:solidFill>
            <a:srgbClr val="EC858B"/>
          </a:solidFill>
          <a:ln w="0">
            <a:noFill/>
            <a:prstDash val="solid"/>
          </a:ln>
        </p:spPr>
      </p:sp>
      <p:sp>
        <p:nvSpPr>
          <p:cNvPr id="152" name="h-primal-stabilizer-3-4">
            <a:extLst>
              <a:ext uri="{FF2B5EF4-FFF2-40B4-BE49-F238E27FC236}">
                <a16:creationId xmlns:a16="http://schemas.microsoft.com/office/drawing/2014/main" id="{FDA35CD0-F082-407C-A590-512D21FBD633}"/>
              </a:ext>
            </a:extLst>
          </p:cNvPr>
          <p:cNvSpPr>
            <a:spLocks noGrp="1"/>
          </p:cNvSpPr>
          <p:nvPr/>
        </p:nvSpPr>
        <p:spPr>
          <a:xfrm>
            <a:off x="2395349" y="2361062"/>
            <a:ext cx="628650" cy="1257300"/>
          </a:xfrm>
          <a:custGeom>
            <a:avLst/>
            <a:gdLst/>
            <a:ahLst/>
            <a:cxnLst/>
            <a:rect l="0" t="0" r="0" b="0"/>
            <a:pathLst>
              <a:path w="628650" h="1257300">
                <a:moveTo>
                  <a:pt x="628650" y="0"/>
                </a:moveTo>
                <a:lnTo>
                  <a:pt x="628650" y="1257300"/>
                </a:lnTo>
                <a:lnTo>
                  <a:pt x="0" y="628650"/>
                </a:lnTo>
                <a:close/>
              </a:path>
            </a:pathLst>
          </a:custGeom>
          <a:solidFill>
            <a:srgbClr val="EC858B"/>
          </a:solidFill>
          <a:ln w="0">
            <a:noFill/>
            <a:prstDash val="solid"/>
          </a:ln>
        </p:spPr>
      </p:sp>
      <p:sp>
        <p:nvSpPr>
          <p:cNvPr id="156" name="h-primal-stabilizer-4-1">
            <a:extLst>
              <a:ext uri="{FF2B5EF4-FFF2-40B4-BE49-F238E27FC236}">
                <a16:creationId xmlns:a16="http://schemas.microsoft.com/office/drawing/2014/main" id="{C69A60A5-A7D8-1D41-D2F2-FFB38F9F51F0}"/>
              </a:ext>
            </a:extLst>
          </p:cNvPr>
          <p:cNvSpPr>
            <a:spLocks noGrp="1"/>
          </p:cNvSpPr>
          <p:nvPr/>
        </p:nvSpPr>
        <p:spPr>
          <a:xfrm>
            <a:off x="509399" y="2989712"/>
            <a:ext cx="1257300" cy="628650"/>
          </a:xfrm>
          <a:custGeom>
            <a:avLst/>
            <a:gdLst/>
            <a:ahLst/>
            <a:cxnLst/>
            <a:rect l="0" t="0" r="0" b="0"/>
            <a:pathLst>
              <a:path w="1257300" h="628650">
                <a:moveTo>
                  <a:pt x="0" y="628650"/>
                </a:moveTo>
                <a:lnTo>
                  <a:pt x="1257300" y="628650"/>
                </a:lnTo>
                <a:lnTo>
                  <a:pt x="628650" y="0"/>
                </a:lnTo>
                <a:close/>
              </a:path>
            </a:pathLst>
          </a:custGeom>
          <a:solidFill>
            <a:srgbClr val="739EE8"/>
          </a:solidFill>
          <a:ln w="0">
            <a:noFill/>
            <a:prstDash val="solid"/>
          </a:ln>
        </p:spPr>
      </p:sp>
      <p:sp>
        <p:nvSpPr>
          <p:cNvPr id="160" name="h-primal-stabilizer-4-3">
            <a:extLst>
              <a:ext uri="{FF2B5EF4-FFF2-40B4-BE49-F238E27FC236}">
                <a16:creationId xmlns:a16="http://schemas.microsoft.com/office/drawing/2014/main" id="{B50D7883-1A4F-D9A6-FF70-37709256D7A5}"/>
              </a:ext>
            </a:extLst>
          </p:cNvPr>
          <p:cNvSpPr>
            <a:spLocks noGrp="1"/>
          </p:cNvSpPr>
          <p:nvPr/>
        </p:nvSpPr>
        <p:spPr>
          <a:xfrm>
            <a:off x="1766699" y="2989712"/>
            <a:ext cx="1257300" cy="628650"/>
          </a:xfrm>
          <a:custGeom>
            <a:avLst/>
            <a:gdLst/>
            <a:ahLst/>
            <a:cxnLst/>
            <a:rect l="0" t="0" r="0" b="0"/>
            <a:pathLst>
              <a:path w="1257300" h="628650">
                <a:moveTo>
                  <a:pt x="0" y="628650"/>
                </a:moveTo>
                <a:lnTo>
                  <a:pt x="1257300" y="628650"/>
                </a:lnTo>
                <a:lnTo>
                  <a:pt x="628650" y="0"/>
                </a:lnTo>
                <a:close/>
              </a:path>
            </a:pathLst>
          </a:custGeom>
          <a:solidFill>
            <a:srgbClr val="739EE8"/>
          </a:solidFill>
          <a:ln w="0">
            <a:noFill/>
            <a:prstDash val="solid"/>
          </a:ln>
        </p:spPr>
      </p:sp>
      <p:sp>
        <p:nvSpPr>
          <p:cNvPr id="164" name="h-dual-stabilizer-0-1">
            <a:extLst>
              <a:ext uri="{FF2B5EF4-FFF2-40B4-BE49-F238E27FC236}">
                <a16:creationId xmlns:a16="http://schemas.microsoft.com/office/drawing/2014/main" id="{B45333C2-EED0-D5A5-544A-E84081610D3D}"/>
              </a:ext>
            </a:extLst>
          </p:cNvPr>
          <p:cNvSpPr>
            <a:spLocks noGrp="1"/>
          </p:cNvSpPr>
          <p:nvPr/>
        </p:nvSpPr>
        <p:spPr>
          <a:xfrm>
            <a:off x="5155033" y="1103762"/>
            <a:ext cx="1257300" cy="628650"/>
          </a:xfrm>
          <a:custGeom>
            <a:avLst/>
            <a:gdLst/>
            <a:ahLst/>
            <a:cxnLst/>
            <a:rect l="0" t="0" r="0" b="0"/>
            <a:pathLst>
              <a:path w="1257300" h="628650">
                <a:moveTo>
                  <a:pt x="0" y="0"/>
                </a:moveTo>
                <a:lnTo>
                  <a:pt x="1257300" y="0"/>
                </a:lnTo>
                <a:lnTo>
                  <a:pt x="628650" y="628650"/>
                </a:lnTo>
                <a:close/>
              </a:path>
            </a:pathLst>
          </a:custGeom>
          <a:solidFill>
            <a:srgbClr val="EC858B"/>
          </a:solidFill>
          <a:ln w="0">
            <a:noFill/>
            <a:prstDash val="solid"/>
          </a:ln>
        </p:spPr>
      </p:sp>
      <p:sp>
        <p:nvSpPr>
          <p:cNvPr id="168" name="h-dual-stabilizer-0-3">
            <a:extLst>
              <a:ext uri="{FF2B5EF4-FFF2-40B4-BE49-F238E27FC236}">
                <a16:creationId xmlns:a16="http://schemas.microsoft.com/office/drawing/2014/main" id="{C3C891C5-920A-D18D-7006-0555CBF8285A}"/>
              </a:ext>
            </a:extLst>
          </p:cNvPr>
          <p:cNvSpPr>
            <a:spLocks noGrp="1"/>
          </p:cNvSpPr>
          <p:nvPr/>
        </p:nvSpPr>
        <p:spPr>
          <a:xfrm>
            <a:off x="6412333" y="1103762"/>
            <a:ext cx="1257300" cy="628650"/>
          </a:xfrm>
          <a:custGeom>
            <a:avLst/>
            <a:gdLst/>
            <a:ahLst/>
            <a:cxnLst/>
            <a:rect l="0" t="0" r="0" b="0"/>
            <a:pathLst>
              <a:path w="1257300" h="628650">
                <a:moveTo>
                  <a:pt x="0" y="0"/>
                </a:moveTo>
                <a:lnTo>
                  <a:pt x="1257300" y="0"/>
                </a:lnTo>
                <a:lnTo>
                  <a:pt x="628650" y="628650"/>
                </a:lnTo>
                <a:close/>
              </a:path>
            </a:pathLst>
          </a:custGeom>
          <a:solidFill>
            <a:srgbClr val="EC858B"/>
          </a:solidFill>
          <a:ln w="0">
            <a:noFill/>
            <a:prstDash val="solid"/>
          </a:ln>
        </p:spPr>
      </p:sp>
      <p:sp>
        <p:nvSpPr>
          <p:cNvPr id="172" name="h-dual-stabilizer-1-0">
            <a:extLst>
              <a:ext uri="{FF2B5EF4-FFF2-40B4-BE49-F238E27FC236}">
                <a16:creationId xmlns:a16="http://schemas.microsoft.com/office/drawing/2014/main" id="{C8260BF2-C695-B311-B22F-5EEE5F127A57}"/>
              </a:ext>
            </a:extLst>
          </p:cNvPr>
          <p:cNvSpPr>
            <a:spLocks noGrp="1"/>
          </p:cNvSpPr>
          <p:nvPr/>
        </p:nvSpPr>
        <p:spPr>
          <a:xfrm>
            <a:off x="5155033" y="1103762"/>
            <a:ext cx="628650" cy="1257300"/>
          </a:xfrm>
          <a:custGeom>
            <a:avLst/>
            <a:gdLst/>
            <a:ahLst/>
            <a:cxnLst/>
            <a:rect l="0" t="0" r="0" b="0"/>
            <a:pathLst>
              <a:path w="628650" h="1257300">
                <a:moveTo>
                  <a:pt x="0" y="0"/>
                </a:moveTo>
                <a:lnTo>
                  <a:pt x="0" y="1257300"/>
                </a:lnTo>
                <a:lnTo>
                  <a:pt x="628650" y="628650"/>
                </a:lnTo>
                <a:close/>
              </a:path>
            </a:pathLst>
          </a:custGeom>
          <a:solidFill>
            <a:srgbClr val="739EE8"/>
          </a:solidFill>
          <a:ln w="0">
            <a:noFill/>
            <a:prstDash val="solid"/>
          </a:ln>
        </p:spPr>
      </p:sp>
      <p:sp>
        <p:nvSpPr>
          <p:cNvPr id="176" name="h-dual-stabilizer-1-2">
            <a:extLst>
              <a:ext uri="{FF2B5EF4-FFF2-40B4-BE49-F238E27FC236}">
                <a16:creationId xmlns:a16="http://schemas.microsoft.com/office/drawing/2014/main" id="{23B0BB06-C83E-6556-0565-C05570C41EDD}"/>
              </a:ext>
            </a:extLst>
          </p:cNvPr>
          <p:cNvSpPr>
            <a:spLocks noGrp="1"/>
          </p:cNvSpPr>
          <p:nvPr/>
        </p:nvSpPr>
        <p:spPr>
          <a:xfrm>
            <a:off x="5783683" y="1103762"/>
            <a:ext cx="1257300" cy="1257300"/>
          </a:xfrm>
          <a:prstGeom prst="diamond">
            <a:avLst/>
          </a:prstGeom>
          <a:solidFill>
            <a:srgbClr val="739EE8"/>
          </a:solidFill>
          <a:ln w="0">
            <a:noFill/>
            <a:prstDash val="solid"/>
          </a:ln>
        </p:spPr>
      </p:sp>
      <p:sp>
        <p:nvSpPr>
          <p:cNvPr id="180" name="h-dual-stabilizer-1-4">
            <a:extLst>
              <a:ext uri="{FF2B5EF4-FFF2-40B4-BE49-F238E27FC236}">
                <a16:creationId xmlns:a16="http://schemas.microsoft.com/office/drawing/2014/main" id="{BCA30CE1-DE48-DAA6-76A6-9925CB8A4B79}"/>
              </a:ext>
            </a:extLst>
          </p:cNvPr>
          <p:cNvSpPr>
            <a:spLocks noGrp="1"/>
          </p:cNvSpPr>
          <p:nvPr/>
        </p:nvSpPr>
        <p:spPr>
          <a:xfrm>
            <a:off x="7040983" y="1103762"/>
            <a:ext cx="628650" cy="1257300"/>
          </a:xfrm>
          <a:custGeom>
            <a:avLst/>
            <a:gdLst/>
            <a:ahLst/>
            <a:cxnLst/>
            <a:rect l="0" t="0" r="0" b="0"/>
            <a:pathLst>
              <a:path w="628650" h="1257300">
                <a:moveTo>
                  <a:pt x="628650" y="0"/>
                </a:moveTo>
                <a:lnTo>
                  <a:pt x="628650" y="1257300"/>
                </a:lnTo>
                <a:lnTo>
                  <a:pt x="0" y="628650"/>
                </a:lnTo>
                <a:close/>
              </a:path>
            </a:pathLst>
          </a:custGeom>
          <a:solidFill>
            <a:srgbClr val="739EE8"/>
          </a:solidFill>
          <a:ln w="0">
            <a:noFill/>
            <a:prstDash val="solid"/>
          </a:ln>
        </p:spPr>
      </p:sp>
      <p:sp>
        <p:nvSpPr>
          <p:cNvPr id="184" name="h-dual-stabilizer-2-1">
            <a:extLst>
              <a:ext uri="{FF2B5EF4-FFF2-40B4-BE49-F238E27FC236}">
                <a16:creationId xmlns:a16="http://schemas.microsoft.com/office/drawing/2014/main" id="{8C9A3FB6-0E4C-7855-B9DA-DA94442B7E24}"/>
              </a:ext>
            </a:extLst>
          </p:cNvPr>
          <p:cNvSpPr>
            <a:spLocks noGrp="1"/>
          </p:cNvSpPr>
          <p:nvPr/>
        </p:nvSpPr>
        <p:spPr>
          <a:xfrm>
            <a:off x="5155033" y="1732412"/>
            <a:ext cx="1257300" cy="1257300"/>
          </a:xfrm>
          <a:prstGeom prst="diamond">
            <a:avLst/>
          </a:prstGeom>
          <a:solidFill>
            <a:srgbClr val="EC858B"/>
          </a:solidFill>
          <a:ln w="0">
            <a:noFill/>
            <a:prstDash val="solid"/>
          </a:ln>
        </p:spPr>
      </p:sp>
      <p:sp>
        <p:nvSpPr>
          <p:cNvPr id="188" name="h-dual-stabilizer-2-3">
            <a:extLst>
              <a:ext uri="{FF2B5EF4-FFF2-40B4-BE49-F238E27FC236}">
                <a16:creationId xmlns:a16="http://schemas.microsoft.com/office/drawing/2014/main" id="{5F79D63B-1CAE-68F3-9971-871ED6FEC8D1}"/>
              </a:ext>
            </a:extLst>
          </p:cNvPr>
          <p:cNvSpPr>
            <a:spLocks noGrp="1"/>
          </p:cNvSpPr>
          <p:nvPr/>
        </p:nvSpPr>
        <p:spPr>
          <a:xfrm>
            <a:off x="6412333" y="1732412"/>
            <a:ext cx="1257300" cy="1257300"/>
          </a:xfrm>
          <a:prstGeom prst="diamond">
            <a:avLst/>
          </a:prstGeom>
          <a:solidFill>
            <a:srgbClr val="EC858B"/>
          </a:solidFill>
          <a:ln w="0">
            <a:noFill/>
            <a:prstDash val="solid"/>
          </a:ln>
        </p:spPr>
      </p:sp>
      <p:sp>
        <p:nvSpPr>
          <p:cNvPr id="192" name="h-dual-stabilizer-3-0">
            <a:extLst>
              <a:ext uri="{FF2B5EF4-FFF2-40B4-BE49-F238E27FC236}">
                <a16:creationId xmlns:a16="http://schemas.microsoft.com/office/drawing/2014/main" id="{7CCA19AA-A4CC-3530-1DFE-8BA1C6E33B0D}"/>
              </a:ext>
            </a:extLst>
          </p:cNvPr>
          <p:cNvSpPr>
            <a:spLocks noGrp="1"/>
          </p:cNvSpPr>
          <p:nvPr/>
        </p:nvSpPr>
        <p:spPr>
          <a:xfrm>
            <a:off x="5155033" y="2361062"/>
            <a:ext cx="628650" cy="1257300"/>
          </a:xfrm>
          <a:custGeom>
            <a:avLst/>
            <a:gdLst/>
            <a:ahLst/>
            <a:cxnLst/>
            <a:rect l="0" t="0" r="0" b="0"/>
            <a:pathLst>
              <a:path w="628650" h="1257300">
                <a:moveTo>
                  <a:pt x="0" y="0"/>
                </a:moveTo>
                <a:lnTo>
                  <a:pt x="0" y="1257300"/>
                </a:lnTo>
                <a:lnTo>
                  <a:pt x="628650" y="628650"/>
                </a:lnTo>
                <a:close/>
              </a:path>
            </a:pathLst>
          </a:custGeom>
          <a:solidFill>
            <a:srgbClr val="739EE8"/>
          </a:solidFill>
          <a:ln w="0">
            <a:noFill/>
            <a:prstDash val="solid"/>
          </a:ln>
        </p:spPr>
      </p:sp>
      <p:sp>
        <p:nvSpPr>
          <p:cNvPr id="196" name="h-dual-stabilizer-3-2">
            <a:extLst>
              <a:ext uri="{FF2B5EF4-FFF2-40B4-BE49-F238E27FC236}">
                <a16:creationId xmlns:a16="http://schemas.microsoft.com/office/drawing/2014/main" id="{860F7004-6FAA-BC27-1990-EE73369FE3E3}"/>
              </a:ext>
            </a:extLst>
          </p:cNvPr>
          <p:cNvSpPr>
            <a:spLocks noGrp="1"/>
          </p:cNvSpPr>
          <p:nvPr/>
        </p:nvSpPr>
        <p:spPr>
          <a:xfrm>
            <a:off x="5783683" y="2361062"/>
            <a:ext cx="1257300" cy="1257300"/>
          </a:xfrm>
          <a:prstGeom prst="diamond">
            <a:avLst/>
          </a:prstGeom>
          <a:solidFill>
            <a:srgbClr val="739EE8"/>
          </a:solidFill>
          <a:ln w="0">
            <a:noFill/>
            <a:prstDash val="solid"/>
          </a:ln>
        </p:spPr>
      </p:sp>
      <p:sp>
        <p:nvSpPr>
          <p:cNvPr id="200" name="h-dual-stabilizer-3-4">
            <a:extLst>
              <a:ext uri="{FF2B5EF4-FFF2-40B4-BE49-F238E27FC236}">
                <a16:creationId xmlns:a16="http://schemas.microsoft.com/office/drawing/2014/main" id="{6E5479F1-7D13-D7D5-2CFA-FDBDB7CF79FA}"/>
              </a:ext>
            </a:extLst>
          </p:cNvPr>
          <p:cNvSpPr>
            <a:spLocks noGrp="1"/>
          </p:cNvSpPr>
          <p:nvPr/>
        </p:nvSpPr>
        <p:spPr>
          <a:xfrm>
            <a:off x="7040983" y="2361062"/>
            <a:ext cx="628650" cy="1257300"/>
          </a:xfrm>
          <a:custGeom>
            <a:avLst/>
            <a:gdLst/>
            <a:ahLst/>
            <a:cxnLst/>
            <a:rect l="0" t="0" r="0" b="0"/>
            <a:pathLst>
              <a:path w="628650" h="1257300">
                <a:moveTo>
                  <a:pt x="628650" y="0"/>
                </a:moveTo>
                <a:lnTo>
                  <a:pt x="628650" y="1257300"/>
                </a:lnTo>
                <a:lnTo>
                  <a:pt x="0" y="628650"/>
                </a:lnTo>
                <a:close/>
              </a:path>
            </a:pathLst>
          </a:custGeom>
          <a:solidFill>
            <a:srgbClr val="739EE8"/>
          </a:solidFill>
          <a:ln w="0">
            <a:noFill/>
            <a:prstDash val="solid"/>
          </a:ln>
        </p:spPr>
      </p:sp>
      <p:sp>
        <p:nvSpPr>
          <p:cNvPr id="204" name="h-dual-stabilizer-4-1">
            <a:extLst>
              <a:ext uri="{FF2B5EF4-FFF2-40B4-BE49-F238E27FC236}">
                <a16:creationId xmlns:a16="http://schemas.microsoft.com/office/drawing/2014/main" id="{0668D47A-3F0C-C8D5-92C4-CEC4FFF9A676}"/>
              </a:ext>
            </a:extLst>
          </p:cNvPr>
          <p:cNvSpPr>
            <a:spLocks noGrp="1"/>
          </p:cNvSpPr>
          <p:nvPr/>
        </p:nvSpPr>
        <p:spPr>
          <a:xfrm>
            <a:off x="5155033" y="2989712"/>
            <a:ext cx="1257300" cy="628650"/>
          </a:xfrm>
          <a:custGeom>
            <a:avLst/>
            <a:gdLst/>
            <a:ahLst/>
            <a:cxnLst/>
            <a:rect l="0" t="0" r="0" b="0"/>
            <a:pathLst>
              <a:path w="1257300" h="628650">
                <a:moveTo>
                  <a:pt x="0" y="628650"/>
                </a:moveTo>
                <a:lnTo>
                  <a:pt x="1257300" y="628650"/>
                </a:lnTo>
                <a:lnTo>
                  <a:pt x="628650" y="0"/>
                </a:lnTo>
                <a:close/>
              </a:path>
            </a:pathLst>
          </a:custGeom>
          <a:solidFill>
            <a:srgbClr val="EC858B"/>
          </a:solidFill>
          <a:ln w="0">
            <a:noFill/>
            <a:prstDash val="solid"/>
          </a:ln>
        </p:spPr>
      </p:sp>
      <p:sp>
        <p:nvSpPr>
          <p:cNvPr id="207" name="h-dual-stabilizer-4-3">
            <a:extLst>
              <a:ext uri="{FF2B5EF4-FFF2-40B4-BE49-F238E27FC236}">
                <a16:creationId xmlns:a16="http://schemas.microsoft.com/office/drawing/2014/main" id="{3E28A4CF-80AD-CDEE-EE05-7308963C4422}"/>
              </a:ext>
            </a:extLst>
          </p:cNvPr>
          <p:cNvSpPr>
            <a:spLocks noGrp="1"/>
          </p:cNvSpPr>
          <p:nvPr/>
        </p:nvSpPr>
        <p:spPr>
          <a:xfrm>
            <a:off x="6412333" y="2989712"/>
            <a:ext cx="1257300" cy="628650"/>
          </a:xfrm>
          <a:custGeom>
            <a:avLst/>
            <a:gdLst/>
            <a:ahLst/>
            <a:cxnLst/>
            <a:rect l="0" t="0" r="0" b="0"/>
            <a:pathLst>
              <a:path w="1257300" h="628650">
                <a:moveTo>
                  <a:pt x="0" y="628650"/>
                </a:moveTo>
                <a:lnTo>
                  <a:pt x="1257300" y="628650"/>
                </a:lnTo>
                <a:lnTo>
                  <a:pt x="628650" y="0"/>
                </a:lnTo>
                <a:close/>
              </a:path>
            </a:pathLst>
          </a:custGeom>
          <a:solidFill>
            <a:srgbClr val="EC858B"/>
          </a:solidFill>
          <a:ln w="0">
            <a:noFill/>
            <a:prstDash val="solid"/>
          </a:ln>
        </p:spPr>
      </p:sp>
      <p:sp>
        <p:nvSpPr>
          <p:cNvPr id="209" name="h-primal-data-0-0">
            <a:extLst>
              <a:ext uri="{FF2B5EF4-FFF2-40B4-BE49-F238E27FC236}">
                <a16:creationId xmlns:a16="http://schemas.microsoft.com/office/drawing/2014/main" id="{BBF01ACA-C6A0-C2E4-BAE2-BB633B7D52DA}"/>
              </a:ext>
            </a:extLst>
          </p:cNvPr>
          <p:cNvSpPr>
            <a:spLocks noGrp="1"/>
          </p:cNvSpPr>
          <p:nvPr/>
        </p:nvSpPr>
        <p:spPr>
          <a:xfrm>
            <a:off x="423674" y="1018037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211" name="h-primal-data-0-2">
            <a:extLst>
              <a:ext uri="{FF2B5EF4-FFF2-40B4-BE49-F238E27FC236}">
                <a16:creationId xmlns:a16="http://schemas.microsoft.com/office/drawing/2014/main" id="{A2AA286F-C158-2FFE-56A5-0B3BF51F352E}"/>
              </a:ext>
            </a:extLst>
          </p:cNvPr>
          <p:cNvSpPr>
            <a:spLocks noGrp="1"/>
          </p:cNvSpPr>
          <p:nvPr/>
        </p:nvSpPr>
        <p:spPr>
          <a:xfrm>
            <a:off x="1680974" y="1018037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213" name="h-primal-data-0-4">
            <a:extLst>
              <a:ext uri="{FF2B5EF4-FFF2-40B4-BE49-F238E27FC236}">
                <a16:creationId xmlns:a16="http://schemas.microsoft.com/office/drawing/2014/main" id="{35B2CA1F-AB89-58C9-174C-78260AF66ED9}"/>
              </a:ext>
            </a:extLst>
          </p:cNvPr>
          <p:cNvSpPr>
            <a:spLocks noGrp="1"/>
          </p:cNvSpPr>
          <p:nvPr/>
        </p:nvSpPr>
        <p:spPr>
          <a:xfrm>
            <a:off x="2938274" y="1018037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215" name="h-primal-data-1-1">
            <a:extLst>
              <a:ext uri="{FF2B5EF4-FFF2-40B4-BE49-F238E27FC236}">
                <a16:creationId xmlns:a16="http://schemas.microsoft.com/office/drawing/2014/main" id="{DFE5CBA0-0744-80CF-BC93-7DA2C056D7C9}"/>
              </a:ext>
            </a:extLst>
          </p:cNvPr>
          <p:cNvSpPr>
            <a:spLocks noGrp="1"/>
          </p:cNvSpPr>
          <p:nvPr/>
        </p:nvSpPr>
        <p:spPr>
          <a:xfrm>
            <a:off x="1052324" y="1646687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217" name="h-primal-data-1-3">
            <a:extLst>
              <a:ext uri="{FF2B5EF4-FFF2-40B4-BE49-F238E27FC236}">
                <a16:creationId xmlns:a16="http://schemas.microsoft.com/office/drawing/2014/main" id="{2EE276E2-5BC8-E6E8-71DE-27547F8A7D0E}"/>
              </a:ext>
            </a:extLst>
          </p:cNvPr>
          <p:cNvSpPr>
            <a:spLocks noGrp="1"/>
          </p:cNvSpPr>
          <p:nvPr/>
        </p:nvSpPr>
        <p:spPr>
          <a:xfrm>
            <a:off x="2309624" y="1646687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219" name="h-primal-data-2-0">
            <a:extLst>
              <a:ext uri="{FF2B5EF4-FFF2-40B4-BE49-F238E27FC236}">
                <a16:creationId xmlns:a16="http://schemas.microsoft.com/office/drawing/2014/main" id="{364758B3-2907-436B-537F-3ABF47F3FB9C}"/>
              </a:ext>
            </a:extLst>
          </p:cNvPr>
          <p:cNvSpPr>
            <a:spLocks noGrp="1"/>
          </p:cNvSpPr>
          <p:nvPr/>
        </p:nvSpPr>
        <p:spPr>
          <a:xfrm>
            <a:off x="423674" y="2275337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221" name="h-primal-data-2-2">
            <a:extLst>
              <a:ext uri="{FF2B5EF4-FFF2-40B4-BE49-F238E27FC236}">
                <a16:creationId xmlns:a16="http://schemas.microsoft.com/office/drawing/2014/main" id="{1D606AF5-4C65-E125-D054-AA4D47B4D78F}"/>
              </a:ext>
            </a:extLst>
          </p:cNvPr>
          <p:cNvSpPr>
            <a:spLocks noGrp="1"/>
          </p:cNvSpPr>
          <p:nvPr/>
        </p:nvSpPr>
        <p:spPr>
          <a:xfrm>
            <a:off x="1680974" y="2275337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223" name="h-primal-data-2-4">
            <a:extLst>
              <a:ext uri="{FF2B5EF4-FFF2-40B4-BE49-F238E27FC236}">
                <a16:creationId xmlns:a16="http://schemas.microsoft.com/office/drawing/2014/main" id="{4EE58F77-83FE-2A70-96AE-CA0CF68BE43C}"/>
              </a:ext>
            </a:extLst>
          </p:cNvPr>
          <p:cNvSpPr>
            <a:spLocks noGrp="1"/>
          </p:cNvSpPr>
          <p:nvPr/>
        </p:nvSpPr>
        <p:spPr>
          <a:xfrm>
            <a:off x="2938274" y="2275337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225" name="h-primal-data-3-1">
            <a:extLst>
              <a:ext uri="{FF2B5EF4-FFF2-40B4-BE49-F238E27FC236}">
                <a16:creationId xmlns:a16="http://schemas.microsoft.com/office/drawing/2014/main" id="{27875907-C60B-1D0A-68C1-3176FAB0BB34}"/>
              </a:ext>
            </a:extLst>
          </p:cNvPr>
          <p:cNvSpPr>
            <a:spLocks noGrp="1"/>
          </p:cNvSpPr>
          <p:nvPr/>
        </p:nvSpPr>
        <p:spPr>
          <a:xfrm>
            <a:off x="1052324" y="2903987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227" name="h-primal-data-3-3">
            <a:extLst>
              <a:ext uri="{FF2B5EF4-FFF2-40B4-BE49-F238E27FC236}">
                <a16:creationId xmlns:a16="http://schemas.microsoft.com/office/drawing/2014/main" id="{6E486E4D-1065-FFFA-E233-7E1FCD01DF89}"/>
              </a:ext>
            </a:extLst>
          </p:cNvPr>
          <p:cNvSpPr>
            <a:spLocks noGrp="1"/>
          </p:cNvSpPr>
          <p:nvPr/>
        </p:nvSpPr>
        <p:spPr>
          <a:xfrm>
            <a:off x="2309624" y="2903987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229" name="h-primal-data-4-0">
            <a:extLst>
              <a:ext uri="{FF2B5EF4-FFF2-40B4-BE49-F238E27FC236}">
                <a16:creationId xmlns:a16="http://schemas.microsoft.com/office/drawing/2014/main" id="{310A178E-BA4F-3D18-240A-DF82C1106319}"/>
              </a:ext>
            </a:extLst>
          </p:cNvPr>
          <p:cNvSpPr>
            <a:spLocks noGrp="1"/>
          </p:cNvSpPr>
          <p:nvPr/>
        </p:nvSpPr>
        <p:spPr>
          <a:xfrm>
            <a:off x="423674" y="3532637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231" name="h-primal-data-4-2">
            <a:extLst>
              <a:ext uri="{FF2B5EF4-FFF2-40B4-BE49-F238E27FC236}">
                <a16:creationId xmlns:a16="http://schemas.microsoft.com/office/drawing/2014/main" id="{8F1212F3-81BB-A73E-A5E9-A24471DC84A9}"/>
              </a:ext>
            </a:extLst>
          </p:cNvPr>
          <p:cNvSpPr>
            <a:spLocks noGrp="1"/>
          </p:cNvSpPr>
          <p:nvPr/>
        </p:nvSpPr>
        <p:spPr>
          <a:xfrm>
            <a:off x="1680974" y="3532637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233" name="h-primal-data-4-4">
            <a:extLst>
              <a:ext uri="{FF2B5EF4-FFF2-40B4-BE49-F238E27FC236}">
                <a16:creationId xmlns:a16="http://schemas.microsoft.com/office/drawing/2014/main" id="{3C19FE55-2DCE-D5D0-BC56-D855D4C10178}"/>
              </a:ext>
            </a:extLst>
          </p:cNvPr>
          <p:cNvSpPr>
            <a:spLocks noGrp="1"/>
          </p:cNvSpPr>
          <p:nvPr/>
        </p:nvSpPr>
        <p:spPr>
          <a:xfrm>
            <a:off x="2938274" y="3532637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235" name="h-dual-data-0-0">
            <a:extLst>
              <a:ext uri="{FF2B5EF4-FFF2-40B4-BE49-F238E27FC236}">
                <a16:creationId xmlns:a16="http://schemas.microsoft.com/office/drawing/2014/main" id="{73471A8D-90A6-EBF7-39AC-A129758E6050}"/>
              </a:ext>
            </a:extLst>
          </p:cNvPr>
          <p:cNvSpPr>
            <a:spLocks noGrp="1"/>
          </p:cNvSpPr>
          <p:nvPr/>
        </p:nvSpPr>
        <p:spPr>
          <a:xfrm>
            <a:off x="5069308" y="1018037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237" name="h-dual-data-0-2">
            <a:extLst>
              <a:ext uri="{FF2B5EF4-FFF2-40B4-BE49-F238E27FC236}">
                <a16:creationId xmlns:a16="http://schemas.microsoft.com/office/drawing/2014/main" id="{F5A3169A-C473-D0D1-1765-C0BEE67DDDB2}"/>
              </a:ext>
            </a:extLst>
          </p:cNvPr>
          <p:cNvSpPr>
            <a:spLocks noGrp="1"/>
          </p:cNvSpPr>
          <p:nvPr/>
        </p:nvSpPr>
        <p:spPr>
          <a:xfrm>
            <a:off x="6326608" y="1018037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239" name="h-dual-data-0-4">
            <a:extLst>
              <a:ext uri="{FF2B5EF4-FFF2-40B4-BE49-F238E27FC236}">
                <a16:creationId xmlns:a16="http://schemas.microsoft.com/office/drawing/2014/main" id="{D1D12853-A65C-0148-A882-20BE681A31AC}"/>
              </a:ext>
            </a:extLst>
          </p:cNvPr>
          <p:cNvSpPr>
            <a:spLocks noGrp="1"/>
          </p:cNvSpPr>
          <p:nvPr/>
        </p:nvSpPr>
        <p:spPr>
          <a:xfrm>
            <a:off x="7583908" y="1018037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241" name="h-dual-data-1-1">
            <a:extLst>
              <a:ext uri="{FF2B5EF4-FFF2-40B4-BE49-F238E27FC236}">
                <a16:creationId xmlns:a16="http://schemas.microsoft.com/office/drawing/2014/main" id="{CDA0E275-0528-E90B-A368-AA911FD780E3}"/>
              </a:ext>
            </a:extLst>
          </p:cNvPr>
          <p:cNvSpPr>
            <a:spLocks noGrp="1"/>
          </p:cNvSpPr>
          <p:nvPr/>
        </p:nvSpPr>
        <p:spPr>
          <a:xfrm>
            <a:off x="5697958" y="1646687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243" name="h-dual-data-1-3">
            <a:extLst>
              <a:ext uri="{FF2B5EF4-FFF2-40B4-BE49-F238E27FC236}">
                <a16:creationId xmlns:a16="http://schemas.microsoft.com/office/drawing/2014/main" id="{05F4C9ED-47C4-6B4D-AACB-3D59FB4B740A}"/>
              </a:ext>
            </a:extLst>
          </p:cNvPr>
          <p:cNvSpPr>
            <a:spLocks noGrp="1"/>
          </p:cNvSpPr>
          <p:nvPr/>
        </p:nvSpPr>
        <p:spPr>
          <a:xfrm>
            <a:off x="6955258" y="1646687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245" name="h-dual-data-2-0">
            <a:extLst>
              <a:ext uri="{FF2B5EF4-FFF2-40B4-BE49-F238E27FC236}">
                <a16:creationId xmlns:a16="http://schemas.microsoft.com/office/drawing/2014/main" id="{DD8629A7-5B20-CAB1-6439-FAC9C3B9AAB4}"/>
              </a:ext>
            </a:extLst>
          </p:cNvPr>
          <p:cNvSpPr>
            <a:spLocks noGrp="1"/>
          </p:cNvSpPr>
          <p:nvPr/>
        </p:nvSpPr>
        <p:spPr>
          <a:xfrm>
            <a:off x="5069308" y="2275337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247" name="h-dual-data-2-2">
            <a:extLst>
              <a:ext uri="{FF2B5EF4-FFF2-40B4-BE49-F238E27FC236}">
                <a16:creationId xmlns:a16="http://schemas.microsoft.com/office/drawing/2014/main" id="{F786ED7B-CCCD-0882-263E-3FD7A000E082}"/>
              </a:ext>
            </a:extLst>
          </p:cNvPr>
          <p:cNvSpPr>
            <a:spLocks noGrp="1"/>
          </p:cNvSpPr>
          <p:nvPr/>
        </p:nvSpPr>
        <p:spPr>
          <a:xfrm>
            <a:off x="6326608" y="2275337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249" name="h-dual-data-2-4">
            <a:extLst>
              <a:ext uri="{FF2B5EF4-FFF2-40B4-BE49-F238E27FC236}">
                <a16:creationId xmlns:a16="http://schemas.microsoft.com/office/drawing/2014/main" id="{4A9D9711-F170-6DBD-5CF6-6EE770880EFA}"/>
              </a:ext>
            </a:extLst>
          </p:cNvPr>
          <p:cNvSpPr>
            <a:spLocks noGrp="1"/>
          </p:cNvSpPr>
          <p:nvPr/>
        </p:nvSpPr>
        <p:spPr>
          <a:xfrm>
            <a:off x="7583908" y="2275337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251" name="h-dual-data-3-1">
            <a:extLst>
              <a:ext uri="{FF2B5EF4-FFF2-40B4-BE49-F238E27FC236}">
                <a16:creationId xmlns:a16="http://schemas.microsoft.com/office/drawing/2014/main" id="{4F69AA4D-28FF-3820-A792-A3F4279D6350}"/>
              </a:ext>
            </a:extLst>
          </p:cNvPr>
          <p:cNvSpPr>
            <a:spLocks noGrp="1"/>
          </p:cNvSpPr>
          <p:nvPr/>
        </p:nvSpPr>
        <p:spPr>
          <a:xfrm>
            <a:off x="5697958" y="2903987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253" name="h-dual-data-3-3">
            <a:extLst>
              <a:ext uri="{FF2B5EF4-FFF2-40B4-BE49-F238E27FC236}">
                <a16:creationId xmlns:a16="http://schemas.microsoft.com/office/drawing/2014/main" id="{A25EAC10-214F-2E90-D8F3-67DB803DA165}"/>
              </a:ext>
            </a:extLst>
          </p:cNvPr>
          <p:cNvSpPr>
            <a:spLocks noGrp="1"/>
          </p:cNvSpPr>
          <p:nvPr/>
        </p:nvSpPr>
        <p:spPr>
          <a:xfrm>
            <a:off x="6955258" y="2903987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255" name="h-dual-data-4-0">
            <a:extLst>
              <a:ext uri="{FF2B5EF4-FFF2-40B4-BE49-F238E27FC236}">
                <a16:creationId xmlns:a16="http://schemas.microsoft.com/office/drawing/2014/main" id="{EAA5F42C-949F-7664-5D67-49D9BA8A06AA}"/>
              </a:ext>
            </a:extLst>
          </p:cNvPr>
          <p:cNvSpPr>
            <a:spLocks noGrp="1"/>
          </p:cNvSpPr>
          <p:nvPr/>
        </p:nvSpPr>
        <p:spPr>
          <a:xfrm>
            <a:off x="5069308" y="3532637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257" name="h-dual-data-4-2">
            <a:extLst>
              <a:ext uri="{FF2B5EF4-FFF2-40B4-BE49-F238E27FC236}">
                <a16:creationId xmlns:a16="http://schemas.microsoft.com/office/drawing/2014/main" id="{2F799818-318F-6E6A-8F30-441AE4870440}"/>
              </a:ext>
            </a:extLst>
          </p:cNvPr>
          <p:cNvSpPr>
            <a:spLocks noGrp="1"/>
          </p:cNvSpPr>
          <p:nvPr/>
        </p:nvSpPr>
        <p:spPr>
          <a:xfrm>
            <a:off x="6326608" y="3532637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259" name="h-dual-data-4-4">
            <a:extLst>
              <a:ext uri="{FF2B5EF4-FFF2-40B4-BE49-F238E27FC236}">
                <a16:creationId xmlns:a16="http://schemas.microsoft.com/office/drawing/2014/main" id="{6D4CB563-5F17-B5F3-1B28-A55BA7E68027}"/>
              </a:ext>
            </a:extLst>
          </p:cNvPr>
          <p:cNvSpPr>
            <a:spLocks noGrp="1"/>
          </p:cNvSpPr>
          <p:nvPr/>
        </p:nvSpPr>
        <p:spPr>
          <a:xfrm>
            <a:off x="7583908" y="3532637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261" name="h-arrow">
            <a:extLst>
              <a:ext uri="{FF2B5EF4-FFF2-40B4-BE49-F238E27FC236}">
                <a16:creationId xmlns:a16="http://schemas.microsoft.com/office/drawing/2014/main" id="{14975BCA-FACE-BBBB-692B-A3D135168D3A}"/>
              </a:ext>
            </a:extLst>
          </p:cNvPr>
          <p:cNvSpPr>
            <a:spLocks noGrp="1"/>
          </p:cNvSpPr>
          <p:nvPr/>
        </p:nvSpPr>
        <p:spPr>
          <a:xfrm>
            <a:off x="3437976" y="1961012"/>
            <a:ext cx="114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0">
                <a:solidFill>
                  <a:srgbClr val="333333"/>
                </a:solidFill>
              </a:defRPr>
            </a:pPr>
            <a:r>
              <a:rPr sz="3900">
                <a:solidFill>
                  <a:srgbClr val="333333"/>
                </a:solidFill>
              </a:rPr>
              <a:t>⟹</a:t>
            </a:r>
          </a:p>
        </p:txBody>
      </p:sp>
      <p:sp>
        <p:nvSpPr>
          <p:cNvPr id="263" name="h-op">
            <a:extLst>
              <a:ext uri="{FF2B5EF4-FFF2-40B4-BE49-F238E27FC236}">
                <a16:creationId xmlns:a16="http://schemas.microsoft.com/office/drawing/2014/main" id="{2E670173-405A-90AD-CD6F-5389956E6E50}"/>
              </a:ext>
            </a:extLst>
          </p:cNvPr>
          <p:cNvSpPr>
            <a:spLocks noGrp="1"/>
          </p:cNvSpPr>
          <p:nvPr/>
        </p:nvSpPr>
        <p:spPr>
          <a:xfrm>
            <a:off x="3514176" y="1503812"/>
            <a:ext cx="990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333333"/>
                </a:solidFill>
              </a:defRPr>
            </a:pPr>
            <a:r>
              <a:rPr sz="2100" b="1" dirty="0">
                <a:solidFill>
                  <a:srgbClr val="333333"/>
                </a:solidFill>
              </a:rPr>
              <a:t>H⊗ⁿ</a:t>
            </a:r>
          </a:p>
        </p:txBody>
      </p:sp>
      <p:sp>
        <p:nvSpPr>
          <p:cNvPr id="294" name="h-primal-data-0-0">
            <a:extLst>
              <a:ext uri="{FF2B5EF4-FFF2-40B4-BE49-F238E27FC236}">
                <a16:creationId xmlns:a16="http://schemas.microsoft.com/office/drawing/2014/main" id="{A53D7493-FB29-29EE-C7FE-E6C917524C07}"/>
              </a:ext>
            </a:extLst>
          </p:cNvPr>
          <p:cNvSpPr>
            <a:spLocks noGrp="1"/>
          </p:cNvSpPr>
          <p:nvPr/>
        </p:nvSpPr>
        <p:spPr>
          <a:xfrm>
            <a:off x="8539351" y="3618362"/>
            <a:ext cx="171450" cy="171450"/>
          </a:xfrm>
          <a:prstGeom prst="ellipse">
            <a:avLst/>
          </a:prstGeom>
          <a:solidFill>
            <a:srgbClr val="FFF200">
              <a:alpha val="50000"/>
            </a:srgbClr>
          </a:solidFill>
          <a:ln w="20955">
            <a:solidFill>
              <a:schemeClr val="bg1">
                <a:lumMod val="65000"/>
              </a:schemeClr>
            </a:solidFill>
            <a:prstDash val="dash"/>
          </a:ln>
        </p:spPr>
      </p:sp>
      <p:sp>
        <p:nvSpPr>
          <p:cNvPr id="296" name="h-primal-data-0-2">
            <a:extLst>
              <a:ext uri="{FF2B5EF4-FFF2-40B4-BE49-F238E27FC236}">
                <a16:creationId xmlns:a16="http://schemas.microsoft.com/office/drawing/2014/main" id="{D7E4E6C8-85FC-FB00-86C1-7150BA3C9590}"/>
              </a:ext>
            </a:extLst>
          </p:cNvPr>
          <p:cNvSpPr>
            <a:spLocks noGrp="1"/>
          </p:cNvSpPr>
          <p:nvPr/>
        </p:nvSpPr>
        <p:spPr>
          <a:xfrm>
            <a:off x="9796651" y="3618362"/>
            <a:ext cx="171450" cy="171450"/>
          </a:xfrm>
          <a:prstGeom prst="ellipse">
            <a:avLst/>
          </a:prstGeom>
          <a:solidFill>
            <a:srgbClr val="FFF200">
              <a:alpha val="50000"/>
            </a:srgbClr>
          </a:solidFill>
          <a:ln w="20955">
            <a:solidFill>
              <a:schemeClr val="bg1">
                <a:lumMod val="65000"/>
              </a:schemeClr>
            </a:solidFill>
            <a:prstDash val="dash"/>
          </a:ln>
        </p:spPr>
      </p:sp>
      <p:sp>
        <p:nvSpPr>
          <p:cNvPr id="298" name="h-primal-data-0-4">
            <a:extLst>
              <a:ext uri="{FF2B5EF4-FFF2-40B4-BE49-F238E27FC236}">
                <a16:creationId xmlns:a16="http://schemas.microsoft.com/office/drawing/2014/main" id="{F452D2B7-214D-1850-81DA-C3901BA70145}"/>
              </a:ext>
            </a:extLst>
          </p:cNvPr>
          <p:cNvSpPr>
            <a:spLocks noGrp="1"/>
          </p:cNvSpPr>
          <p:nvPr/>
        </p:nvSpPr>
        <p:spPr>
          <a:xfrm>
            <a:off x="11053951" y="3618362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300" name="h-primal-data-1-1">
            <a:extLst>
              <a:ext uri="{FF2B5EF4-FFF2-40B4-BE49-F238E27FC236}">
                <a16:creationId xmlns:a16="http://schemas.microsoft.com/office/drawing/2014/main" id="{6A524815-8927-FFB5-74CC-95086ABE017D}"/>
              </a:ext>
            </a:extLst>
          </p:cNvPr>
          <p:cNvSpPr>
            <a:spLocks noGrp="1"/>
          </p:cNvSpPr>
          <p:nvPr/>
        </p:nvSpPr>
        <p:spPr>
          <a:xfrm>
            <a:off x="9168001" y="4247012"/>
            <a:ext cx="171450" cy="171450"/>
          </a:xfrm>
          <a:prstGeom prst="ellipse">
            <a:avLst/>
          </a:prstGeom>
          <a:solidFill>
            <a:srgbClr val="FFF200">
              <a:alpha val="50000"/>
            </a:srgbClr>
          </a:solidFill>
          <a:ln w="20955">
            <a:solidFill>
              <a:schemeClr val="bg1">
                <a:lumMod val="65000"/>
              </a:schemeClr>
            </a:solidFill>
            <a:prstDash val="dash"/>
          </a:ln>
        </p:spPr>
      </p:sp>
      <p:sp>
        <p:nvSpPr>
          <p:cNvPr id="302" name="h-primal-data-1-3">
            <a:extLst>
              <a:ext uri="{FF2B5EF4-FFF2-40B4-BE49-F238E27FC236}">
                <a16:creationId xmlns:a16="http://schemas.microsoft.com/office/drawing/2014/main" id="{D6787E60-5223-35AE-93D5-FA9B3CC32C30}"/>
              </a:ext>
            </a:extLst>
          </p:cNvPr>
          <p:cNvSpPr>
            <a:spLocks noGrp="1"/>
          </p:cNvSpPr>
          <p:nvPr/>
        </p:nvSpPr>
        <p:spPr>
          <a:xfrm>
            <a:off x="10425301" y="4247012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304" name="h-primal-data-2-0">
            <a:extLst>
              <a:ext uri="{FF2B5EF4-FFF2-40B4-BE49-F238E27FC236}">
                <a16:creationId xmlns:a16="http://schemas.microsoft.com/office/drawing/2014/main" id="{9A20B32A-BBD1-4644-6B81-EFA46D09AA2C}"/>
              </a:ext>
            </a:extLst>
          </p:cNvPr>
          <p:cNvSpPr>
            <a:spLocks noGrp="1"/>
          </p:cNvSpPr>
          <p:nvPr/>
        </p:nvSpPr>
        <p:spPr>
          <a:xfrm>
            <a:off x="8539351" y="4875662"/>
            <a:ext cx="171450" cy="171450"/>
          </a:xfrm>
          <a:prstGeom prst="ellipse">
            <a:avLst/>
          </a:prstGeom>
          <a:solidFill>
            <a:srgbClr val="FFF200">
              <a:alpha val="50000"/>
            </a:srgbClr>
          </a:solidFill>
          <a:ln w="20955">
            <a:solidFill>
              <a:schemeClr val="bg1">
                <a:lumMod val="65000"/>
              </a:schemeClr>
            </a:solidFill>
            <a:prstDash val="dash"/>
          </a:ln>
        </p:spPr>
      </p:sp>
      <p:sp>
        <p:nvSpPr>
          <p:cNvPr id="306" name="h-primal-data-2-2">
            <a:extLst>
              <a:ext uri="{FF2B5EF4-FFF2-40B4-BE49-F238E27FC236}">
                <a16:creationId xmlns:a16="http://schemas.microsoft.com/office/drawing/2014/main" id="{2CD994FA-5FED-837C-F63F-5FA24E4C3649}"/>
              </a:ext>
            </a:extLst>
          </p:cNvPr>
          <p:cNvSpPr>
            <a:spLocks noGrp="1"/>
          </p:cNvSpPr>
          <p:nvPr/>
        </p:nvSpPr>
        <p:spPr>
          <a:xfrm>
            <a:off x="9796651" y="4875662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308" name="h-primal-data-2-4">
            <a:extLst>
              <a:ext uri="{FF2B5EF4-FFF2-40B4-BE49-F238E27FC236}">
                <a16:creationId xmlns:a16="http://schemas.microsoft.com/office/drawing/2014/main" id="{BA635DAF-D6F5-70FC-A51A-C2D2AB85B287}"/>
              </a:ext>
            </a:extLst>
          </p:cNvPr>
          <p:cNvSpPr>
            <a:spLocks noGrp="1"/>
          </p:cNvSpPr>
          <p:nvPr/>
        </p:nvSpPr>
        <p:spPr>
          <a:xfrm>
            <a:off x="11053951" y="4875662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310" name="h-primal-data-3-1">
            <a:extLst>
              <a:ext uri="{FF2B5EF4-FFF2-40B4-BE49-F238E27FC236}">
                <a16:creationId xmlns:a16="http://schemas.microsoft.com/office/drawing/2014/main" id="{ACD7379F-3DDC-8D85-6DE2-83A157A0C113}"/>
              </a:ext>
            </a:extLst>
          </p:cNvPr>
          <p:cNvSpPr>
            <a:spLocks noGrp="1"/>
          </p:cNvSpPr>
          <p:nvPr/>
        </p:nvSpPr>
        <p:spPr>
          <a:xfrm>
            <a:off x="9168001" y="5504312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312" name="h-primal-data-3-3">
            <a:extLst>
              <a:ext uri="{FF2B5EF4-FFF2-40B4-BE49-F238E27FC236}">
                <a16:creationId xmlns:a16="http://schemas.microsoft.com/office/drawing/2014/main" id="{D12F8759-EB9B-F490-D6EB-AE7C3FA74F32}"/>
              </a:ext>
            </a:extLst>
          </p:cNvPr>
          <p:cNvSpPr>
            <a:spLocks noGrp="1"/>
          </p:cNvSpPr>
          <p:nvPr/>
        </p:nvSpPr>
        <p:spPr>
          <a:xfrm>
            <a:off x="10425301" y="5504312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314" name="h-primal-data-4-0">
            <a:extLst>
              <a:ext uri="{FF2B5EF4-FFF2-40B4-BE49-F238E27FC236}">
                <a16:creationId xmlns:a16="http://schemas.microsoft.com/office/drawing/2014/main" id="{199D0E5A-AB03-5FBE-BFD8-87B973F86A50}"/>
              </a:ext>
            </a:extLst>
          </p:cNvPr>
          <p:cNvSpPr>
            <a:spLocks noGrp="1"/>
          </p:cNvSpPr>
          <p:nvPr/>
        </p:nvSpPr>
        <p:spPr>
          <a:xfrm>
            <a:off x="8539351" y="6132962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316" name="h-primal-data-4-2">
            <a:extLst>
              <a:ext uri="{FF2B5EF4-FFF2-40B4-BE49-F238E27FC236}">
                <a16:creationId xmlns:a16="http://schemas.microsoft.com/office/drawing/2014/main" id="{F1D5399B-C59C-6C45-5897-8C5EDA70E51F}"/>
              </a:ext>
            </a:extLst>
          </p:cNvPr>
          <p:cNvSpPr>
            <a:spLocks noGrp="1"/>
          </p:cNvSpPr>
          <p:nvPr/>
        </p:nvSpPr>
        <p:spPr>
          <a:xfrm>
            <a:off x="9796651" y="6132962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318" name="h-primal-data-4-4">
            <a:extLst>
              <a:ext uri="{FF2B5EF4-FFF2-40B4-BE49-F238E27FC236}">
                <a16:creationId xmlns:a16="http://schemas.microsoft.com/office/drawing/2014/main" id="{0B5E5F72-F97B-D7A7-D38D-F02632813584}"/>
              </a:ext>
            </a:extLst>
          </p:cNvPr>
          <p:cNvSpPr>
            <a:spLocks noGrp="1"/>
          </p:cNvSpPr>
          <p:nvPr/>
        </p:nvSpPr>
        <p:spPr>
          <a:xfrm>
            <a:off x="11053951" y="6132962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324" name="h-primal-data-2-4">
            <a:extLst>
              <a:ext uri="{FF2B5EF4-FFF2-40B4-BE49-F238E27FC236}">
                <a16:creationId xmlns:a16="http://schemas.microsoft.com/office/drawing/2014/main" id="{5CE85200-6822-5DCE-C739-B9D8F26CC5EA}"/>
              </a:ext>
            </a:extLst>
          </p:cNvPr>
          <p:cNvSpPr>
            <a:spLocks noGrp="1"/>
          </p:cNvSpPr>
          <p:nvPr/>
        </p:nvSpPr>
        <p:spPr>
          <a:xfrm>
            <a:off x="11277918" y="4882486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326" name="h-primal-data-3-3">
            <a:extLst>
              <a:ext uri="{FF2B5EF4-FFF2-40B4-BE49-F238E27FC236}">
                <a16:creationId xmlns:a16="http://schemas.microsoft.com/office/drawing/2014/main" id="{50172B39-D477-9B6B-5A97-E381FBCCC837}"/>
              </a:ext>
            </a:extLst>
          </p:cNvPr>
          <p:cNvSpPr>
            <a:spLocks noGrp="1"/>
          </p:cNvSpPr>
          <p:nvPr/>
        </p:nvSpPr>
        <p:spPr>
          <a:xfrm>
            <a:off x="10649268" y="5511136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328" name="h-primal-data-4-2">
            <a:extLst>
              <a:ext uri="{FF2B5EF4-FFF2-40B4-BE49-F238E27FC236}">
                <a16:creationId xmlns:a16="http://schemas.microsoft.com/office/drawing/2014/main" id="{FB3FF86A-3C41-8933-9128-8446910921C5}"/>
              </a:ext>
            </a:extLst>
          </p:cNvPr>
          <p:cNvSpPr>
            <a:spLocks noGrp="1"/>
          </p:cNvSpPr>
          <p:nvPr/>
        </p:nvSpPr>
        <p:spPr>
          <a:xfrm>
            <a:off x="10020618" y="6139786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330" name="h-primal-data-4-4">
            <a:extLst>
              <a:ext uri="{FF2B5EF4-FFF2-40B4-BE49-F238E27FC236}">
                <a16:creationId xmlns:a16="http://schemas.microsoft.com/office/drawing/2014/main" id="{E2F40778-4AFE-2B4C-B490-A2F960A4EBF2}"/>
              </a:ext>
            </a:extLst>
          </p:cNvPr>
          <p:cNvSpPr>
            <a:spLocks noGrp="1"/>
          </p:cNvSpPr>
          <p:nvPr/>
        </p:nvSpPr>
        <p:spPr>
          <a:xfrm>
            <a:off x="11277918" y="6139786"/>
            <a:ext cx="171450" cy="171450"/>
          </a:xfrm>
          <a:prstGeom prst="ellipse">
            <a:avLst/>
          </a:prstGeom>
          <a:solidFill>
            <a:srgbClr val="FFF200"/>
          </a:solidFill>
          <a:ln w="20955">
            <a:solidFill>
              <a:srgbClr val="111111"/>
            </a:solidFill>
            <a:prstDash val="solid"/>
          </a:ln>
        </p:spPr>
      </p:sp>
      <p:sp>
        <p:nvSpPr>
          <p:cNvPr id="332" name="h-primal-data-2-4">
            <a:extLst>
              <a:ext uri="{FF2B5EF4-FFF2-40B4-BE49-F238E27FC236}">
                <a16:creationId xmlns:a16="http://schemas.microsoft.com/office/drawing/2014/main" id="{1244DCF1-874A-2F1E-B404-6B21B816959A}"/>
              </a:ext>
            </a:extLst>
          </p:cNvPr>
          <p:cNvSpPr>
            <a:spLocks noGrp="1"/>
          </p:cNvSpPr>
          <p:nvPr/>
        </p:nvSpPr>
        <p:spPr>
          <a:xfrm>
            <a:off x="10984255" y="4834287"/>
            <a:ext cx="540000" cy="252000"/>
          </a:xfrm>
          <a:prstGeom prst="ellipse">
            <a:avLst/>
          </a:prstGeom>
          <a:noFill/>
          <a:ln w="20955">
            <a:solidFill>
              <a:srgbClr val="111111"/>
            </a:solidFill>
            <a:prstDash val="solid"/>
          </a:ln>
        </p:spPr>
      </p:sp>
      <p:sp>
        <p:nvSpPr>
          <p:cNvPr id="334" name="h-primal-data-3-3">
            <a:extLst>
              <a:ext uri="{FF2B5EF4-FFF2-40B4-BE49-F238E27FC236}">
                <a16:creationId xmlns:a16="http://schemas.microsoft.com/office/drawing/2014/main" id="{342FD3FA-B5E2-7028-FDEC-A9A1E7110A59}"/>
              </a:ext>
            </a:extLst>
          </p:cNvPr>
          <p:cNvSpPr>
            <a:spLocks noGrp="1"/>
          </p:cNvSpPr>
          <p:nvPr/>
        </p:nvSpPr>
        <p:spPr>
          <a:xfrm>
            <a:off x="10355605" y="5462937"/>
            <a:ext cx="540000" cy="252000"/>
          </a:xfrm>
          <a:prstGeom prst="ellipse">
            <a:avLst/>
          </a:prstGeom>
          <a:noFill/>
          <a:ln w="20955">
            <a:solidFill>
              <a:srgbClr val="111111"/>
            </a:solidFill>
            <a:prstDash val="solid"/>
          </a:ln>
        </p:spPr>
      </p:sp>
      <p:sp>
        <p:nvSpPr>
          <p:cNvPr id="336" name="h-primal-data-4-2">
            <a:extLst>
              <a:ext uri="{FF2B5EF4-FFF2-40B4-BE49-F238E27FC236}">
                <a16:creationId xmlns:a16="http://schemas.microsoft.com/office/drawing/2014/main" id="{CC3ABCE7-37F1-007C-F871-5E28A67D1156}"/>
              </a:ext>
            </a:extLst>
          </p:cNvPr>
          <p:cNvSpPr>
            <a:spLocks noGrp="1"/>
          </p:cNvSpPr>
          <p:nvPr/>
        </p:nvSpPr>
        <p:spPr>
          <a:xfrm>
            <a:off x="9726955" y="6091587"/>
            <a:ext cx="540000" cy="252000"/>
          </a:xfrm>
          <a:prstGeom prst="ellipse">
            <a:avLst/>
          </a:prstGeom>
          <a:noFill/>
          <a:ln w="20955">
            <a:solidFill>
              <a:srgbClr val="111111"/>
            </a:solidFill>
            <a:prstDash val="solid"/>
          </a:ln>
        </p:spPr>
      </p:sp>
      <p:sp>
        <p:nvSpPr>
          <p:cNvPr id="338" name="h-primal-data-4-4">
            <a:extLst>
              <a:ext uri="{FF2B5EF4-FFF2-40B4-BE49-F238E27FC236}">
                <a16:creationId xmlns:a16="http://schemas.microsoft.com/office/drawing/2014/main" id="{D3A890A9-ED03-3715-4532-51C532E4F00B}"/>
              </a:ext>
            </a:extLst>
          </p:cNvPr>
          <p:cNvSpPr>
            <a:spLocks noGrp="1"/>
          </p:cNvSpPr>
          <p:nvPr/>
        </p:nvSpPr>
        <p:spPr>
          <a:xfrm>
            <a:off x="10984255" y="6091587"/>
            <a:ext cx="540000" cy="252000"/>
          </a:xfrm>
          <a:prstGeom prst="ellipse">
            <a:avLst/>
          </a:prstGeom>
          <a:noFill/>
          <a:ln w="20955">
            <a:solidFill>
              <a:srgbClr val="111111"/>
            </a:solidFill>
            <a:prstDash val="solid"/>
          </a:ln>
        </p:spPr>
      </p:sp>
      <p:cxnSp>
        <p:nvCxnSpPr>
          <p:cNvPr id="344" name="连接符: 曲线 343">
            <a:extLst>
              <a:ext uri="{FF2B5EF4-FFF2-40B4-BE49-F238E27FC236}">
                <a16:creationId xmlns:a16="http://schemas.microsoft.com/office/drawing/2014/main" id="{C48F654E-AE87-F292-E167-8DC9D27D696D}"/>
              </a:ext>
            </a:extLst>
          </p:cNvPr>
          <p:cNvCxnSpPr>
            <a:cxnSpLocks/>
            <a:stCxn id="304" idx="6"/>
            <a:endCxn id="328" idx="0"/>
          </p:cNvCxnSpPr>
          <p:nvPr/>
        </p:nvCxnSpPr>
        <p:spPr>
          <a:xfrm>
            <a:off x="8710801" y="4961387"/>
            <a:ext cx="1395542" cy="1178399"/>
          </a:xfrm>
          <a:prstGeom prst="curvedConnector2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连接符: 曲线 345">
            <a:extLst>
              <a:ext uri="{FF2B5EF4-FFF2-40B4-BE49-F238E27FC236}">
                <a16:creationId xmlns:a16="http://schemas.microsoft.com/office/drawing/2014/main" id="{F2709AAD-664C-7E26-4A2C-ACB2A696F2C7}"/>
              </a:ext>
            </a:extLst>
          </p:cNvPr>
          <p:cNvCxnSpPr>
            <a:stCxn id="300" idx="6"/>
            <a:endCxn id="326" idx="0"/>
          </p:cNvCxnSpPr>
          <p:nvPr/>
        </p:nvCxnSpPr>
        <p:spPr>
          <a:xfrm>
            <a:off x="9339451" y="4332737"/>
            <a:ext cx="1395542" cy="1178399"/>
          </a:xfrm>
          <a:prstGeom prst="curvedConnector2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连接符: 曲线 347">
            <a:extLst>
              <a:ext uri="{FF2B5EF4-FFF2-40B4-BE49-F238E27FC236}">
                <a16:creationId xmlns:a16="http://schemas.microsoft.com/office/drawing/2014/main" id="{80EDFBE6-B3DD-806E-E6F7-2C1E7C87E8D1}"/>
              </a:ext>
            </a:extLst>
          </p:cNvPr>
          <p:cNvCxnSpPr>
            <a:cxnSpLocks/>
            <a:stCxn id="294" idx="6"/>
            <a:endCxn id="330" idx="1"/>
          </p:cNvCxnSpPr>
          <p:nvPr/>
        </p:nvCxnSpPr>
        <p:spPr>
          <a:xfrm>
            <a:off x="8710801" y="3704087"/>
            <a:ext cx="2592225" cy="2460807"/>
          </a:xfrm>
          <a:prstGeom prst="curvedConnector2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连接符: 曲线 350">
            <a:extLst>
              <a:ext uri="{FF2B5EF4-FFF2-40B4-BE49-F238E27FC236}">
                <a16:creationId xmlns:a16="http://schemas.microsoft.com/office/drawing/2014/main" id="{D0999E96-6B0E-C525-8B1D-5AD667DBD62D}"/>
              </a:ext>
            </a:extLst>
          </p:cNvPr>
          <p:cNvCxnSpPr>
            <a:cxnSpLocks/>
            <a:stCxn id="296" idx="6"/>
            <a:endCxn id="324" idx="1"/>
          </p:cNvCxnSpPr>
          <p:nvPr/>
        </p:nvCxnSpPr>
        <p:spPr>
          <a:xfrm>
            <a:off x="9968101" y="3704087"/>
            <a:ext cx="1334925" cy="1203507"/>
          </a:xfrm>
          <a:prstGeom prst="curvedConnector2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5" name="diag-gate-4">
            <a:extLst>
              <a:ext uri="{FF2B5EF4-FFF2-40B4-BE49-F238E27FC236}">
                <a16:creationId xmlns:a16="http://schemas.microsoft.com/office/drawing/2014/main" id="{198D0DBA-2B5F-67C1-23AB-6193BD0D1D73}"/>
              </a:ext>
            </a:extLst>
          </p:cNvPr>
          <p:cNvSpPr>
            <a:spLocks noGrp="1"/>
          </p:cNvSpPr>
          <p:nvPr/>
        </p:nvSpPr>
        <p:spPr>
          <a:xfrm>
            <a:off x="8405599" y="5858452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553C8B"/>
                </a:solidFill>
              </a:defRPr>
            </a:pPr>
            <a:r>
              <a:rPr sz="1500" b="1" dirty="0">
                <a:solidFill>
                  <a:srgbClr val="553C8B"/>
                </a:solidFill>
              </a:rPr>
              <a:t>S</a:t>
            </a:r>
          </a:p>
        </p:txBody>
      </p:sp>
      <p:sp>
        <p:nvSpPr>
          <p:cNvPr id="357" name="diag-gate-3">
            <a:extLst>
              <a:ext uri="{FF2B5EF4-FFF2-40B4-BE49-F238E27FC236}">
                <a16:creationId xmlns:a16="http://schemas.microsoft.com/office/drawing/2014/main" id="{4C5710B3-FBE9-B3B8-FCBF-DACF9A8D0AAF}"/>
              </a:ext>
            </a:extLst>
          </p:cNvPr>
          <p:cNvSpPr>
            <a:spLocks noGrp="1"/>
          </p:cNvSpPr>
          <p:nvPr/>
        </p:nvSpPr>
        <p:spPr>
          <a:xfrm>
            <a:off x="9018959" y="5218141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553C8B"/>
                </a:solidFill>
              </a:defRPr>
            </a:pPr>
            <a:r>
              <a:rPr sz="1500" b="1">
                <a:solidFill>
                  <a:srgbClr val="553C8B"/>
                </a:solidFill>
              </a:rPr>
              <a:t>S†</a:t>
            </a:r>
          </a:p>
        </p:txBody>
      </p:sp>
      <p:sp>
        <p:nvSpPr>
          <p:cNvPr id="359" name="diag-gate-2">
            <a:extLst>
              <a:ext uri="{FF2B5EF4-FFF2-40B4-BE49-F238E27FC236}">
                <a16:creationId xmlns:a16="http://schemas.microsoft.com/office/drawing/2014/main" id="{23E6F928-3AF6-B765-AE28-1ED1A2F66AE5}"/>
              </a:ext>
            </a:extLst>
          </p:cNvPr>
          <p:cNvSpPr>
            <a:spLocks noGrp="1"/>
          </p:cNvSpPr>
          <p:nvPr/>
        </p:nvSpPr>
        <p:spPr>
          <a:xfrm>
            <a:off x="9631653" y="458807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553C8B"/>
                </a:solidFill>
              </a:defRPr>
            </a:pPr>
            <a:r>
              <a:rPr sz="1500" b="1" dirty="0">
                <a:solidFill>
                  <a:srgbClr val="553C8B"/>
                </a:solidFill>
              </a:rPr>
              <a:t>S</a:t>
            </a:r>
          </a:p>
        </p:txBody>
      </p:sp>
      <p:sp>
        <p:nvSpPr>
          <p:cNvPr id="361" name="diag-gate-1">
            <a:extLst>
              <a:ext uri="{FF2B5EF4-FFF2-40B4-BE49-F238E27FC236}">
                <a16:creationId xmlns:a16="http://schemas.microsoft.com/office/drawing/2014/main" id="{D1B56BC5-5A73-1D29-1529-95592AB9307C}"/>
              </a:ext>
            </a:extLst>
          </p:cNvPr>
          <p:cNvSpPr>
            <a:spLocks noGrp="1"/>
          </p:cNvSpPr>
          <p:nvPr/>
        </p:nvSpPr>
        <p:spPr>
          <a:xfrm>
            <a:off x="10313477" y="3943786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553C8B"/>
                </a:solidFill>
              </a:defRPr>
            </a:pPr>
            <a:r>
              <a:rPr sz="1500" b="1" dirty="0">
                <a:solidFill>
                  <a:srgbClr val="553C8B"/>
                </a:solidFill>
              </a:rPr>
              <a:t>S†</a:t>
            </a:r>
          </a:p>
        </p:txBody>
      </p:sp>
      <p:sp>
        <p:nvSpPr>
          <p:cNvPr id="363" name="diag-gate-0">
            <a:extLst>
              <a:ext uri="{FF2B5EF4-FFF2-40B4-BE49-F238E27FC236}">
                <a16:creationId xmlns:a16="http://schemas.microsoft.com/office/drawing/2014/main" id="{B81857E2-8B44-48DB-F9D7-6BF9EBF9EDB2}"/>
              </a:ext>
            </a:extLst>
          </p:cNvPr>
          <p:cNvSpPr>
            <a:spLocks noGrp="1"/>
          </p:cNvSpPr>
          <p:nvPr/>
        </p:nvSpPr>
        <p:spPr>
          <a:xfrm>
            <a:off x="10923611" y="3351662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553C8B"/>
                </a:solidFill>
              </a:defRPr>
            </a:pPr>
            <a:r>
              <a:rPr sz="1500" b="1" dirty="0">
                <a:solidFill>
                  <a:srgbClr val="553C8B"/>
                </a:solidFill>
              </a:rPr>
              <a:t>S</a:t>
            </a:r>
          </a:p>
        </p:txBody>
      </p:sp>
      <p:sp>
        <p:nvSpPr>
          <p:cNvPr id="365" name="菱形 364">
            <a:extLst>
              <a:ext uri="{FF2B5EF4-FFF2-40B4-BE49-F238E27FC236}">
                <a16:creationId xmlns:a16="http://schemas.microsoft.com/office/drawing/2014/main" id="{EBB9ECAA-AC10-99F2-F14A-52852EBF67B3}"/>
              </a:ext>
            </a:extLst>
          </p:cNvPr>
          <p:cNvSpPr>
            <a:spLocks noGrp="1"/>
          </p:cNvSpPr>
          <p:nvPr/>
        </p:nvSpPr>
        <p:spPr>
          <a:xfrm>
            <a:off x="2263539" y="3923162"/>
            <a:ext cx="323850" cy="323850"/>
          </a:xfrm>
          <a:prstGeom prst="diamond">
            <a:avLst/>
          </a:prstGeom>
          <a:solidFill>
            <a:srgbClr val="739EE8"/>
          </a:solidFill>
          <a:ln w="0">
            <a:noFill/>
            <a:prstDash val="solid"/>
          </a:ln>
        </p:spPr>
      </p:sp>
      <p:sp>
        <p:nvSpPr>
          <p:cNvPr id="367" name="legend-x-454-680">
            <a:extLst>
              <a:ext uri="{FF2B5EF4-FFF2-40B4-BE49-F238E27FC236}">
                <a16:creationId xmlns:a16="http://schemas.microsoft.com/office/drawing/2014/main" id="{8499DEA5-D087-1B59-26BE-358C12A1710D}"/>
              </a:ext>
            </a:extLst>
          </p:cNvPr>
          <p:cNvSpPr>
            <a:spLocks noGrp="1"/>
          </p:cNvSpPr>
          <p:nvPr/>
        </p:nvSpPr>
        <p:spPr>
          <a:xfrm>
            <a:off x="2720739" y="3932687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222222"/>
                </a:solidFill>
              </a:defRPr>
            </a:pPr>
            <a:r>
              <a:rPr lang="en-US" altLang="zh-CN" sz="135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sz="135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stabilizer</a:t>
            </a:r>
          </a:p>
        </p:txBody>
      </p:sp>
      <p:sp>
        <p:nvSpPr>
          <p:cNvPr id="369" name="菱形 368">
            <a:extLst>
              <a:ext uri="{FF2B5EF4-FFF2-40B4-BE49-F238E27FC236}">
                <a16:creationId xmlns:a16="http://schemas.microsoft.com/office/drawing/2014/main" id="{740300DB-5FE8-6A2E-B64B-8313A584DC75}"/>
              </a:ext>
            </a:extLst>
          </p:cNvPr>
          <p:cNvSpPr>
            <a:spLocks noGrp="1"/>
          </p:cNvSpPr>
          <p:nvPr/>
        </p:nvSpPr>
        <p:spPr>
          <a:xfrm>
            <a:off x="4549539" y="3923162"/>
            <a:ext cx="323850" cy="323850"/>
          </a:xfrm>
          <a:prstGeom prst="diamond">
            <a:avLst/>
          </a:prstGeom>
          <a:solidFill>
            <a:srgbClr val="EC858B"/>
          </a:solidFill>
          <a:ln w="0">
            <a:noFill/>
            <a:prstDash val="solid"/>
          </a:ln>
        </p:spPr>
      </p:sp>
      <p:sp>
        <p:nvSpPr>
          <p:cNvPr id="371" name="legend-x-694-680">
            <a:extLst>
              <a:ext uri="{FF2B5EF4-FFF2-40B4-BE49-F238E27FC236}">
                <a16:creationId xmlns:a16="http://schemas.microsoft.com/office/drawing/2014/main" id="{D74B50CF-8A02-3DEC-34A1-1C14D3FB2248}"/>
              </a:ext>
            </a:extLst>
          </p:cNvPr>
          <p:cNvSpPr>
            <a:spLocks noGrp="1"/>
          </p:cNvSpPr>
          <p:nvPr/>
        </p:nvSpPr>
        <p:spPr>
          <a:xfrm>
            <a:off x="5006739" y="3932687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222222"/>
                </a:solidFill>
              </a:defRPr>
            </a:pPr>
            <a:r>
              <a:rPr sz="135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stabilizer</a:t>
            </a:r>
          </a:p>
        </p:txBody>
      </p:sp>
    </p:spTree>
    <p:extLst>
      <p:ext uri="{BB962C8B-B14F-4D97-AF65-F5344CB8AC3E}">
        <p14:creationId xmlns:p14="http://schemas.microsoft.com/office/powerpoint/2010/main" val="9538544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B7B72AB-C1C0-810F-B654-1A6FA6E19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3E2FFB3-C5E2-9831-D76F-BAF9847A4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FT IR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80927C2-B73E-04CC-33A9-2CD102C06280}"/>
              </a:ext>
            </a:extLst>
          </p:cNvPr>
          <p:cNvSpPr txBox="1"/>
          <p:nvPr/>
        </p:nvSpPr>
        <p:spPr>
          <a:xfrm>
            <a:off x="391236" y="1105469"/>
            <a:ext cx="3374963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 instructions: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X/Y/Z patch;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Transversal-H patch;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Global-CZ;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 patch[diagonal];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Measurement patch[ancilla, data];</a:t>
            </a:r>
          </a:p>
          <a:p>
            <a:pPr algn="l"/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Patch deformation instructions: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Fold45 patch[up/down];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Align patch[diagonal];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Reflect45 patch;</a:t>
            </a:r>
          </a:p>
          <a:p>
            <a:pPr algn="l"/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Move instructions: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Move patch[ancilla/data/all];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FF88308-62E2-86FF-8A11-F560A39E8287}"/>
                  </a:ext>
                </a:extLst>
              </p:cNvPr>
              <p:cNvSpPr txBox="1"/>
              <p:nvPr/>
            </p:nvSpPr>
            <p:spPr>
              <a:xfrm>
                <a:off x="4970779" y="1277876"/>
                <a:ext cx="5358005" cy="1384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FTIR -&gt; INS | FTIR | </a:t>
                </a:r>
                <a14:m>
                  <m:oMath xmlns:m="http://schemas.openxmlformats.org/officeDocument/2006/math">
                    <m:r>
                      <a:rPr lang="zh-CN" altLang="en-US" sz="140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𝜖</m:t>
                    </m:r>
                  </m:oMath>
                </a14:m>
                <a:endPara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l"/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INS -&gt; GI | PI | IPI</a:t>
                </a:r>
              </a:p>
              <a:p>
                <a:pPr algn="l"/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GI -&gt; global-</a:t>
                </a:r>
                <a:r>
                  <a:rPr lang="en-US" altLang="zh-CN" sz="14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cz</a:t>
                </a:r>
                <a:endPara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l"/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PI -&gt; x | y | z | transversal-h | reflect45 patch</a:t>
                </a:r>
              </a:p>
              <a:p>
                <a:pPr algn="l"/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IPI -&gt; s | measurement | fold45 | align | move patch[GROUP]</a:t>
                </a:r>
              </a:p>
              <a:p>
                <a:pPr algn="l"/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GROUP -&gt; up | down | diagonal | ancilla | data | all</a:t>
                </a:r>
                <a:endPara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FF88308-62E2-86FF-8A11-F560A39E8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0779" y="1277876"/>
                <a:ext cx="5358005" cy="1384995"/>
              </a:xfrm>
              <a:prstGeom prst="rect">
                <a:avLst/>
              </a:prstGeom>
              <a:blipFill>
                <a:blip r:embed="rId2"/>
                <a:stretch>
                  <a:fillRect l="-341" t="-881" b="-3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46082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86E57AC-F1DE-2CD8-55BF-E586E8ED2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E5D693D-6F0C-15F8-8338-5A5233CE4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FT</a:t>
            </a:r>
            <a:r>
              <a:rPr lang="zh-CN" altLang="en-US" dirty="0"/>
              <a:t>编译框架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82FDE68-D21E-A53C-DE32-D6B88913CC52}"/>
              </a:ext>
            </a:extLst>
          </p:cNvPr>
          <p:cNvSpPr txBox="1"/>
          <p:nvPr/>
        </p:nvSpPr>
        <p:spPr>
          <a:xfrm>
            <a:off x="855260" y="1123666"/>
            <a:ext cx="473142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Clifford + T/CCZ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Clifford + magic state</a:t>
            </a:r>
          </a:p>
          <a:p>
            <a:pPr algn="l"/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Code deformation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线路中插入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rotation/folding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操作，满足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CZ/S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门执行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Moving &amp; execution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patch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到正确的位置执行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deformation/gate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Deformation/gate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存在并行机会，需要调度优化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1176F32-B5D0-3112-4F09-79D2EC3B53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843"/>
          <a:stretch>
            <a:fillRect/>
          </a:stretch>
        </p:blipFill>
        <p:spPr>
          <a:xfrm>
            <a:off x="2324669" y="3324321"/>
            <a:ext cx="6190542" cy="298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7674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61248D0-3106-D934-8677-2CB4EC381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E15BCF5-95BD-5B32-8D7E-74B71C81D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Patch rotation problem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1657B12-F665-B100-D753-2C78A7837FF2}"/>
              </a:ext>
            </a:extLst>
          </p:cNvPr>
          <p:cNvSpPr txBox="1"/>
          <p:nvPr/>
        </p:nvSpPr>
        <p:spPr>
          <a:xfrm>
            <a:off x="395786" y="973540"/>
            <a:ext cx="110015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问题背景：在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surface code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编码空间，两个码块的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XZ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稳定子共轭对齐才能执行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transversal 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cz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gate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门会让码块的稳定子在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XZ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之间切换，因此，当执行到逻辑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cz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门时，需要用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AOD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重排一个码块中的量子比特，使得两个逻辑比特的稳定子共轭对齐，这一过程称为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patch rotation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。当两个码块不对齐时，可以旋转其中任意一个来对齐，即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patch rotation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存在不同的决策分支。不同的决策方案所需的旋转次数不同。由于每次旋转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patch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都包含和码距成比例的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AOD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移动代价，因此如何优化编译策略来减少旋转次数是一个重要问题。</a:t>
            </a:r>
          </a:p>
        </p:txBody>
      </p:sp>
      <p:pic>
        <p:nvPicPr>
          <p:cNvPr id="118" name="图片 117">
            <a:extLst>
              <a:ext uri="{FF2B5EF4-FFF2-40B4-BE49-F238E27FC236}">
                <a16:creationId xmlns:a16="http://schemas.microsoft.com/office/drawing/2014/main" id="{A01B1D8A-40CD-AB61-CAF8-370BDA81F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73807"/>
            <a:ext cx="12192000" cy="2710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255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32FB9EF-6756-C2F5-E589-BB45894E3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9A23054-DD07-F969-CE91-7A269A27D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优化旋转次数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7CFE90-3447-BB56-85C6-9922CF0181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69" y="843997"/>
            <a:ext cx="4294496" cy="276074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1C0762C-A5EF-0BF4-5065-8A619C105B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549" y="827551"/>
            <a:ext cx="5191655" cy="279364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90F3F7F-F61F-D5E2-7C85-9A4A4EB676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439" y="3621191"/>
            <a:ext cx="8857397" cy="313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2087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88698A8-8F07-724E-F9C8-A74EE41D0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E7B4C1E-A847-E4BE-F354-3FBC78AE2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0730E9D-1F20-505D-63D4-0A6FA2417A03}"/>
              </a:ext>
            </a:extLst>
          </p:cNvPr>
          <p:cNvSpPr txBox="1"/>
          <p:nvPr/>
        </p:nvSpPr>
        <p:spPr>
          <a:xfrm>
            <a:off x="700585" y="1082722"/>
            <a:ext cx="284815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cycles:</a:t>
            </a:r>
          </a:p>
          <a:p>
            <a:pPr algn="l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Move: patch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移动，直接接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router</a:t>
            </a:r>
          </a:p>
          <a:p>
            <a:pPr algn="l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Deformation: </a:t>
            </a:r>
          </a:p>
          <a:p>
            <a:pPr algn="l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Gate: 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cz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单比特门调度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SE: 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26987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tx1"/>
          </a:solidFill>
        </a:ln>
      </a:spPr>
      <a:bodyPr wrap="square" rtlCol="0" anchor="ctr">
        <a:spAutoFit/>
      </a:bodyPr>
      <a:lstStyle>
        <a:defPPr algn="ctr">
          <a:defRPr dirty="0">
            <a:latin typeface="微软雅黑" pitchFamily="34" charset="-122"/>
            <a:ea typeface="微软雅黑" pitchFamily="34" charset="-122"/>
          </a:defRPr>
        </a:defPPr>
      </a:lstStyle>
    </a:spDef>
    <a:lnDef>
      <a:spPr>
        <a:ln w="19050">
          <a:solidFill>
            <a:schemeClr val="tx1"/>
          </a:solidFill>
          <a:prstDash val="solid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wsh答辩" id="{04017E27-01F6-4C48-BB9D-DAB75066864B}" vid="{0642D14E-0680-BF47-9FE6-EE2E04DFE772}"/>
    </a:ext>
  </a:extLst>
</a:theme>
</file>

<file path=ppt/theme/theme2.xml><?xml version="1.0" encoding="utf-8"?>
<a:theme xmlns:a="http://schemas.openxmlformats.org/drawingml/2006/main" name="毕设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sh答辩" id="{04017E27-01F6-4C48-BB9D-DAB75066864B}" vid="{A580D086-0C03-CD49-BF00-8BBA58F514D6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1_Office 主题​​</Template>
  <TotalTime>8740</TotalTime>
  <Words>2956</Words>
  <Application>Microsoft Office PowerPoint</Application>
  <PresentationFormat>宽屏</PresentationFormat>
  <Paragraphs>381</Paragraphs>
  <Slides>28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等线</vt:lpstr>
      <vt:lpstr>微软雅黑</vt:lpstr>
      <vt:lpstr>Arial</vt:lpstr>
      <vt:lpstr>Cambria Math</vt:lpstr>
      <vt:lpstr>Times New Roman</vt:lpstr>
      <vt:lpstr>Wingdings</vt:lpstr>
      <vt:lpstr>1_Office 主题​​</vt:lpstr>
      <vt:lpstr>毕设</vt:lpstr>
      <vt:lpstr>编译框架</vt:lpstr>
      <vt:lpstr>量子比特路由算法</vt:lpstr>
      <vt:lpstr>SMT v.s. heuristic-优化效果</vt:lpstr>
      <vt:lpstr>SMT v.s. heuristic-扩展性能</vt:lpstr>
      <vt:lpstr>启发式算法-状态/动作空间</vt:lpstr>
      <vt:lpstr>启发式算法-代价函数</vt:lpstr>
      <vt:lpstr>基于蒙特卡洛树搜索的自博弈强化学习(未开始)</vt:lpstr>
      <vt:lpstr>AI v.s. heurisitc</vt:lpstr>
      <vt:lpstr>八月</vt:lpstr>
      <vt:lpstr>分区架构路由</vt:lpstr>
      <vt:lpstr>Site-Bus 架构设计</vt:lpstr>
      <vt:lpstr>编译流程</vt:lpstr>
      <vt:lpstr>Bloqade Site-Bus 架构</vt:lpstr>
      <vt:lpstr>移动</vt:lpstr>
      <vt:lpstr>优化例子</vt:lpstr>
      <vt:lpstr>PowerPoint 演示文稿</vt:lpstr>
      <vt:lpstr>PowerPoint 演示文稿</vt:lpstr>
      <vt:lpstr>Placer 推理网络模型</vt:lpstr>
      <vt:lpstr>Router 推理网络模型</vt:lpstr>
      <vt:lpstr>Router 网络训练框架</vt:lpstr>
      <vt:lpstr>画图素材</vt:lpstr>
      <vt:lpstr>Processor architecture</vt:lpstr>
      <vt:lpstr>Cz, S, H</vt:lpstr>
      <vt:lpstr>FT IR</vt:lpstr>
      <vt:lpstr>FT编译框架</vt:lpstr>
      <vt:lpstr>Patch rotation problem</vt:lpstr>
      <vt:lpstr>优化旋转次数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无数据模型量化论文分享：ZeroQ</dc:title>
  <dc:creator>x338</dc:creator>
  <cp:lastModifiedBy>永尚 李</cp:lastModifiedBy>
  <cp:revision>100</cp:revision>
  <dcterms:created xsi:type="dcterms:W3CDTF">2023-05-31T05:10:39Z</dcterms:created>
  <dcterms:modified xsi:type="dcterms:W3CDTF">2026-08-28T06:11:39Z</dcterms:modified>
</cp:coreProperties>
</file>