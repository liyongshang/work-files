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6" r:id="rId1"/>
    <p:sldMasterId id="2147483673" r:id="rId2"/>
  </p:sldMasterIdLst>
  <p:notesMasterIdLst>
    <p:notesMasterId r:id="rId22"/>
  </p:notesMasterIdLst>
  <p:sldIdLst>
    <p:sldId id="259" r:id="rId3"/>
    <p:sldId id="260" r:id="rId4"/>
    <p:sldId id="256" r:id="rId5"/>
    <p:sldId id="261" r:id="rId6"/>
    <p:sldId id="262" r:id="rId7"/>
    <p:sldId id="258" r:id="rId8"/>
    <p:sldId id="257" r:id="rId9"/>
    <p:sldId id="267" r:id="rId10"/>
    <p:sldId id="263" r:id="rId11"/>
    <p:sldId id="264" r:id="rId12"/>
    <p:sldId id="265" r:id="rId13"/>
    <p:sldId id="266" r:id="rId14"/>
    <p:sldId id="272" r:id="rId15"/>
    <p:sldId id="268" r:id="rId16"/>
    <p:sldId id="269" r:id="rId17"/>
    <p:sldId id="274" r:id="rId18"/>
    <p:sldId id="273" r:id="rId19"/>
    <p:sldId id="270" r:id="rId20"/>
    <p:sldId id="275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28F"/>
    <a:srgbClr val="00CAFF"/>
    <a:srgbClr val="266AB0"/>
    <a:srgbClr val="00B050"/>
    <a:srgbClr val="FFFFFF"/>
    <a:srgbClr val="C5E0B3"/>
    <a:srgbClr val="A5B1CF"/>
    <a:srgbClr val="21C153"/>
    <a:srgbClr val="247D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0534" autoAdjust="0"/>
  </p:normalViewPr>
  <p:slideViewPr>
    <p:cSldViewPr snapToGrid="0">
      <p:cViewPr varScale="1">
        <p:scale>
          <a:sx n="121" d="100"/>
          <a:sy n="121" d="100"/>
        </p:scale>
        <p:origin x="895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711F3E-B30C-42F4-A182-916C2273D750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9ECE30-DA3C-4C43-B4FA-1B84E43DAA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2600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07242D-8BF4-491D-9337-DAF55FE06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6753" y="1726880"/>
            <a:ext cx="8585847" cy="1783082"/>
          </a:xfrm>
          <a:prstGeom prst="rect">
            <a:avLst/>
          </a:prstGeom>
        </p:spPr>
        <p:txBody>
          <a:bodyPr anchor="b"/>
          <a:lstStyle>
            <a:lvl1pPr algn="ctr">
              <a:defRPr sz="4000" b="1">
                <a:solidFill>
                  <a:schemeClr val="accent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746EC9B-BF03-44DF-A8BA-DEC10CF46E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6752" y="3705101"/>
            <a:ext cx="8585847" cy="1552698"/>
          </a:xfrm>
        </p:spPr>
        <p:txBody>
          <a:bodyPr>
            <a:normAutofit/>
          </a:bodyPr>
          <a:lstStyle>
            <a:lvl1pPr marL="0" indent="0" algn="ctr">
              <a:buNone/>
              <a:defRPr sz="2800" b="0">
                <a:solidFill>
                  <a:srgbClr val="4B649F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DCF9BB-E938-4B89-BFD0-F1F7E7F01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969515-F994-4062-90A1-C5AFF8886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36AF07-1610-4396-B004-C0D31EE8D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D9A5DF5-4A92-4DC2-BF60-CF7F5CFD30E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8644" y="4757740"/>
            <a:ext cx="4399359" cy="1243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19">
            <a:extLst>
              <a:ext uri="{FF2B5EF4-FFF2-40B4-BE49-F238E27FC236}">
                <a16:creationId xmlns:a16="http://schemas.microsoft.com/office/drawing/2014/main" id="{3093C588-C891-47DE-AB8C-7210B8F033B9}"/>
              </a:ext>
            </a:extLst>
          </p:cNvPr>
          <p:cNvSpPr/>
          <p:nvPr userDrawn="1"/>
        </p:nvSpPr>
        <p:spPr>
          <a:xfrm>
            <a:off x="1468754" y="1701661"/>
            <a:ext cx="8918627" cy="3650890"/>
          </a:xfrm>
          <a:prstGeom prst="rect">
            <a:avLst/>
          </a:prstGeom>
          <a:noFill/>
          <a:ln w="25400">
            <a:solidFill>
              <a:srgbClr val="4B64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b="0" noProof="1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grpSp>
        <p:nvGrpSpPr>
          <p:cNvPr id="10" name="Group 1">
            <a:extLst>
              <a:ext uri="{FF2B5EF4-FFF2-40B4-BE49-F238E27FC236}">
                <a16:creationId xmlns:a16="http://schemas.microsoft.com/office/drawing/2014/main" id="{699205C8-0229-4279-B618-AEECC6033E62}"/>
              </a:ext>
            </a:extLst>
          </p:cNvPr>
          <p:cNvGrpSpPr/>
          <p:nvPr userDrawn="1"/>
        </p:nvGrpSpPr>
        <p:grpSpPr>
          <a:xfrm>
            <a:off x="10031385" y="4810119"/>
            <a:ext cx="558403" cy="528638"/>
            <a:chOff x="10637838" y="3171860"/>
            <a:chExt cx="744537" cy="704850"/>
          </a:xfrm>
        </p:grpSpPr>
        <p:sp>
          <p:nvSpPr>
            <p:cNvPr id="11" name="矩形 21">
              <a:extLst>
                <a:ext uri="{FF2B5EF4-FFF2-40B4-BE49-F238E27FC236}">
                  <a16:creationId xmlns:a16="http://schemas.microsoft.com/office/drawing/2014/main" id="{7642A93B-C446-461D-84B8-32CA9F4BDCDB}"/>
                </a:ext>
              </a:extLst>
            </p:cNvPr>
            <p:cNvSpPr/>
            <p:nvPr/>
          </p:nvSpPr>
          <p:spPr>
            <a:xfrm>
              <a:off x="10906125" y="3400460"/>
              <a:ext cx="476250" cy="47625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b="0" noProof="1">
                <a:solidFill>
                  <a:prstClr val="white"/>
                </a:solidFill>
                <a:latin typeface="等线"/>
                <a:ea typeface="等线" panose="02010600030101010101" pitchFamily="2" charset="-122"/>
              </a:endParaRPr>
            </a:p>
          </p:txBody>
        </p:sp>
        <p:sp>
          <p:nvSpPr>
            <p:cNvPr id="12" name="矩形 22">
              <a:extLst>
                <a:ext uri="{FF2B5EF4-FFF2-40B4-BE49-F238E27FC236}">
                  <a16:creationId xmlns:a16="http://schemas.microsoft.com/office/drawing/2014/main" id="{B95D439B-E84C-4CE8-B66B-54587B9CC8A0}"/>
                </a:ext>
              </a:extLst>
            </p:cNvPr>
            <p:cNvSpPr/>
            <p:nvPr/>
          </p:nvSpPr>
          <p:spPr>
            <a:xfrm>
              <a:off x="10637838" y="3171860"/>
              <a:ext cx="474662" cy="474662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6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b="0" noProof="1">
                <a:solidFill>
                  <a:prstClr val="white"/>
                </a:solidFill>
                <a:latin typeface="等线"/>
                <a:ea typeface="等线" panose="02010600030101010101" pitchFamily="2" charset="-122"/>
              </a:endParaRPr>
            </a:p>
          </p:txBody>
        </p:sp>
      </p:grpSp>
      <p:grpSp>
        <p:nvGrpSpPr>
          <p:cNvPr id="13" name="Group 3">
            <a:extLst>
              <a:ext uri="{FF2B5EF4-FFF2-40B4-BE49-F238E27FC236}">
                <a16:creationId xmlns:a16="http://schemas.microsoft.com/office/drawing/2014/main" id="{5071832E-9782-4517-ABCE-52744968689D}"/>
              </a:ext>
            </a:extLst>
          </p:cNvPr>
          <p:cNvGrpSpPr/>
          <p:nvPr userDrawn="1"/>
        </p:nvGrpSpPr>
        <p:grpSpPr>
          <a:xfrm>
            <a:off x="1354455" y="1612580"/>
            <a:ext cx="470297" cy="470297"/>
            <a:chOff x="1308100" y="1397035"/>
            <a:chExt cx="627063" cy="627062"/>
          </a:xfrm>
        </p:grpSpPr>
        <p:sp>
          <p:nvSpPr>
            <p:cNvPr id="14" name="矩形 24">
              <a:extLst>
                <a:ext uri="{FF2B5EF4-FFF2-40B4-BE49-F238E27FC236}">
                  <a16:creationId xmlns:a16="http://schemas.microsoft.com/office/drawing/2014/main" id="{20CCC993-F73A-4608-BA4F-ECC09B6A8879}"/>
                </a:ext>
              </a:extLst>
            </p:cNvPr>
            <p:cNvSpPr/>
            <p:nvPr/>
          </p:nvSpPr>
          <p:spPr>
            <a:xfrm>
              <a:off x="1308100" y="1397035"/>
              <a:ext cx="474663" cy="47466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b="0" noProof="1">
                <a:solidFill>
                  <a:prstClr val="white"/>
                </a:solidFill>
                <a:latin typeface="等线"/>
                <a:ea typeface="等线" panose="02010600030101010101" pitchFamily="2" charset="-122"/>
              </a:endParaRPr>
            </a:p>
          </p:txBody>
        </p:sp>
        <p:sp>
          <p:nvSpPr>
            <p:cNvPr id="15" name="矩形 25">
              <a:extLst>
                <a:ext uri="{FF2B5EF4-FFF2-40B4-BE49-F238E27FC236}">
                  <a16:creationId xmlns:a16="http://schemas.microsoft.com/office/drawing/2014/main" id="{05E4C06D-7FAD-47AC-97E6-1CF70EAFAD79}"/>
                </a:ext>
              </a:extLst>
            </p:cNvPr>
            <p:cNvSpPr/>
            <p:nvPr/>
          </p:nvSpPr>
          <p:spPr>
            <a:xfrm>
              <a:off x="1460500" y="1549435"/>
              <a:ext cx="474663" cy="474662"/>
            </a:xfrm>
            <a:prstGeom prst="rect">
              <a:avLst/>
            </a:prstGeom>
            <a:solidFill>
              <a:srgbClr val="4B649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b="0" noProof="1">
                <a:solidFill>
                  <a:prstClr val="white"/>
                </a:solidFill>
                <a:latin typeface="等线"/>
                <a:ea typeface="等线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1833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CE07242D-8BF4-491D-9337-DAF55FE062AD}"/>
              </a:ext>
            </a:extLst>
          </p:cNvPr>
          <p:cNvSpPr txBox="1">
            <a:spLocks/>
          </p:cNvSpPr>
          <p:nvPr userDrawn="1"/>
        </p:nvSpPr>
        <p:spPr>
          <a:xfrm>
            <a:off x="-1556395" y="0"/>
            <a:ext cx="8585847" cy="2047869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accent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endParaRPr lang="zh-CN" altLang="en-US" dirty="0"/>
          </a:p>
        </p:txBody>
      </p:sp>
      <p:pic>
        <p:nvPicPr>
          <p:cNvPr id="8" name="图片 6">
            <a:extLst>
              <a:ext uri="{FF2B5EF4-FFF2-40B4-BE49-F238E27FC236}">
                <a16:creationId xmlns:a16="http://schemas.microsoft.com/office/drawing/2014/main" id="{1D9A5DF5-4A92-4DC2-BF60-CF7F5CFD30E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0543" y="4057650"/>
            <a:ext cx="4399359" cy="1243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19">
            <a:extLst>
              <a:ext uri="{FF2B5EF4-FFF2-40B4-BE49-F238E27FC236}">
                <a16:creationId xmlns:a16="http://schemas.microsoft.com/office/drawing/2014/main" id="{3093C588-C891-47DE-AB8C-7210B8F033B9}"/>
              </a:ext>
            </a:extLst>
          </p:cNvPr>
          <p:cNvSpPr/>
          <p:nvPr userDrawn="1"/>
        </p:nvSpPr>
        <p:spPr>
          <a:xfrm>
            <a:off x="1468754" y="2419350"/>
            <a:ext cx="8918627" cy="2076450"/>
          </a:xfrm>
          <a:prstGeom prst="rect">
            <a:avLst/>
          </a:prstGeom>
          <a:noFill/>
          <a:ln w="25400">
            <a:solidFill>
              <a:srgbClr val="4B64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b="0" noProof="1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grpSp>
        <p:nvGrpSpPr>
          <p:cNvPr id="10" name="Group 1">
            <a:extLst>
              <a:ext uri="{FF2B5EF4-FFF2-40B4-BE49-F238E27FC236}">
                <a16:creationId xmlns:a16="http://schemas.microsoft.com/office/drawing/2014/main" id="{699205C8-0229-4279-B618-AEECC6033E62}"/>
              </a:ext>
            </a:extLst>
          </p:cNvPr>
          <p:cNvGrpSpPr/>
          <p:nvPr userDrawn="1"/>
        </p:nvGrpSpPr>
        <p:grpSpPr>
          <a:xfrm>
            <a:off x="9993285" y="4295769"/>
            <a:ext cx="558403" cy="528638"/>
            <a:chOff x="10637838" y="3171860"/>
            <a:chExt cx="744537" cy="704850"/>
          </a:xfrm>
        </p:grpSpPr>
        <p:sp>
          <p:nvSpPr>
            <p:cNvPr id="11" name="矩形 21">
              <a:extLst>
                <a:ext uri="{FF2B5EF4-FFF2-40B4-BE49-F238E27FC236}">
                  <a16:creationId xmlns:a16="http://schemas.microsoft.com/office/drawing/2014/main" id="{7642A93B-C446-461D-84B8-32CA9F4BDCDB}"/>
                </a:ext>
              </a:extLst>
            </p:cNvPr>
            <p:cNvSpPr/>
            <p:nvPr/>
          </p:nvSpPr>
          <p:spPr>
            <a:xfrm>
              <a:off x="10906125" y="3400460"/>
              <a:ext cx="476250" cy="47625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b="0" noProof="1">
                <a:solidFill>
                  <a:prstClr val="white"/>
                </a:solidFill>
                <a:latin typeface="等线"/>
                <a:ea typeface="等线" panose="02010600030101010101" pitchFamily="2" charset="-122"/>
              </a:endParaRPr>
            </a:p>
          </p:txBody>
        </p:sp>
        <p:sp>
          <p:nvSpPr>
            <p:cNvPr id="12" name="矩形 22">
              <a:extLst>
                <a:ext uri="{FF2B5EF4-FFF2-40B4-BE49-F238E27FC236}">
                  <a16:creationId xmlns:a16="http://schemas.microsoft.com/office/drawing/2014/main" id="{B95D439B-E84C-4CE8-B66B-54587B9CC8A0}"/>
                </a:ext>
              </a:extLst>
            </p:cNvPr>
            <p:cNvSpPr/>
            <p:nvPr/>
          </p:nvSpPr>
          <p:spPr>
            <a:xfrm>
              <a:off x="10637838" y="3171860"/>
              <a:ext cx="474662" cy="474662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6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b="0" noProof="1">
                <a:solidFill>
                  <a:prstClr val="white"/>
                </a:solidFill>
                <a:latin typeface="等线"/>
                <a:ea typeface="等线" panose="02010600030101010101" pitchFamily="2" charset="-122"/>
              </a:endParaRPr>
            </a:p>
          </p:txBody>
        </p:sp>
      </p:grpSp>
      <p:grpSp>
        <p:nvGrpSpPr>
          <p:cNvPr id="13" name="Group 3">
            <a:extLst>
              <a:ext uri="{FF2B5EF4-FFF2-40B4-BE49-F238E27FC236}">
                <a16:creationId xmlns:a16="http://schemas.microsoft.com/office/drawing/2014/main" id="{5071832E-9782-4517-ABCE-52744968689D}"/>
              </a:ext>
            </a:extLst>
          </p:cNvPr>
          <p:cNvGrpSpPr/>
          <p:nvPr userDrawn="1"/>
        </p:nvGrpSpPr>
        <p:grpSpPr>
          <a:xfrm>
            <a:off x="1411604" y="2184201"/>
            <a:ext cx="470297" cy="470297"/>
            <a:chOff x="1308100" y="1397035"/>
            <a:chExt cx="627063" cy="627062"/>
          </a:xfrm>
        </p:grpSpPr>
        <p:sp>
          <p:nvSpPr>
            <p:cNvPr id="14" name="矩形 24">
              <a:extLst>
                <a:ext uri="{FF2B5EF4-FFF2-40B4-BE49-F238E27FC236}">
                  <a16:creationId xmlns:a16="http://schemas.microsoft.com/office/drawing/2014/main" id="{20CCC993-F73A-4608-BA4F-ECC09B6A8879}"/>
                </a:ext>
              </a:extLst>
            </p:cNvPr>
            <p:cNvSpPr/>
            <p:nvPr/>
          </p:nvSpPr>
          <p:spPr>
            <a:xfrm>
              <a:off x="1308100" y="1397035"/>
              <a:ext cx="474663" cy="47466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b="0" noProof="1">
                <a:solidFill>
                  <a:prstClr val="white"/>
                </a:solidFill>
                <a:latin typeface="等线"/>
                <a:ea typeface="等线" panose="02010600030101010101" pitchFamily="2" charset="-122"/>
              </a:endParaRPr>
            </a:p>
          </p:txBody>
        </p:sp>
        <p:sp>
          <p:nvSpPr>
            <p:cNvPr id="15" name="矩形 25">
              <a:extLst>
                <a:ext uri="{FF2B5EF4-FFF2-40B4-BE49-F238E27FC236}">
                  <a16:creationId xmlns:a16="http://schemas.microsoft.com/office/drawing/2014/main" id="{05E4C06D-7FAD-47AC-97E6-1CF70EAFAD79}"/>
                </a:ext>
              </a:extLst>
            </p:cNvPr>
            <p:cNvSpPr/>
            <p:nvPr/>
          </p:nvSpPr>
          <p:spPr>
            <a:xfrm>
              <a:off x="1460500" y="1549435"/>
              <a:ext cx="474663" cy="474662"/>
            </a:xfrm>
            <a:prstGeom prst="rect">
              <a:avLst/>
            </a:prstGeom>
            <a:solidFill>
              <a:srgbClr val="4B649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b="0" noProof="1">
                <a:solidFill>
                  <a:prstClr val="white"/>
                </a:solidFill>
                <a:latin typeface="等线"/>
                <a:ea typeface="等线" panose="02010600030101010101" pitchFamily="2" charset="-122"/>
              </a:endParaRPr>
            </a:p>
          </p:txBody>
        </p:sp>
      </p:grpSp>
      <p:sp>
        <p:nvSpPr>
          <p:cNvPr id="24" name="标题 1">
            <a:extLst>
              <a:ext uri="{FF2B5EF4-FFF2-40B4-BE49-F238E27FC236}">
                <a16:creationId xmlns:a16="http://schemas.microsoft.com/office/drawing/2014/main" id="{CE07242D-8BF4-491D-9337-DAF55FE06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6753" y="2546030"/>
            <a:ext cx="8585847" cy="1783082"/>
          </a:xfrm>
          <a:prstGeom prst="rect">
            <a:avLst/>
          </a:prstGeom>
        </p:spPr>
        <p:txBody>
          <a:bodyPr anchor="ctr" anchorCtr="0"/>
          <a:lstStyle>
            <a:lvl1pPr algn="ctr">
              <a:defRPr sz="4000" b="1">
                <a:solidFill>
                  <a:schemeClr val="accent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0638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90005" y="902526"/>
            <a:ext cx="11792198" cy="5379522"/>
          </a:xfr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  <a:lvl5pPr>
              <a:lnSpc>
                <a:spcPct val="114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9" name="Title Placeholder 10"/>
          <p:cNvSpPr>
            <a:spLocks noGrp="1"/>
          </p:cNvSpPr>
          <p:nvPr>
            <p:ph type="title"/>
          </p:nvPr>
        </p:nvSpPr>
        <p:spPr>
          <a:xfrm>
            <a:off x="166255" y="0"/>
            <a:ext cx="10212779" cy="7388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921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176000" y="6274026"/>
            <a:ext cx="695820" cy="365125"/>
          </a:xfrm>
        </p:spPr>
        <p:txBody>
          <a:bodyPr/>
          <a:lstStyle>
            <a:lvl1pPr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685800">
              <a:defRPr/>
            </a:pPr>
            <a:fld id="{86CFBB55-5383-4680-AC02-FAC14F853CF3}" type="slidenum">
              <a:rPr lang="zh-CN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 defTabSz="685800">
                <a:defRPr/>
              </a:pPr>
              <a:t>‹#›</a:t>
            </a:fld>
            <a:endParaRPr lang="zh-CN" alt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0" y="785813"/>
            <a:ext cx="11176000" cy="0"/>
          </a:xfrm>
          <a:prstGeom prst="line">
            <a:avLst/>
          </a:prstGeom>
          <a:ln w="25400">
            <a:gradFill>
              <a:gsLst>
                <a:gs pos="0">
                  <a:srgbClr val="4B649F"/>
                </a:gs>
                <a:gs pos="100000">
                  <a:srgbClr val="7DB1CD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占位符 2">
            <a:extLst>
              <a:ext uri="{FF2B5EF4-FFF2-40B4-BE49-F238E27FC236}">
                <a16:creationId xmlns:a16="http://schemas.microsoft.com/office/drawing/2014/main" id="{80FC510A-EAAE-41C0-9423-6423A04A3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007" y="878774"/>
            <a:ext cx="11720945" cy="53795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2" name="Title Placeholder 10"/>
          <p:cNvSpPr>
            <a:spLocks noGrp="1"/>
          </p:cNvSpPr>
          <p:nvPr>
            <p:ph type="title"/>
          </p:nvPr>
        </p:nvSpPr>
        <p:spPr>
          <a:xfrm>
            <a:off x="166255" y="0"/>
            <a:ext cx="10212779" cy="7388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260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Placeholder 10"/>
          <p:cNvSpPr>
            <a:spLocks noGrp="1"/>
          </p:cNvSpPr>
          <p:nvPr>
            <p:ph type="title"/>
          </p:nvPr>
        </p:nvSpPr>
        <p:spPr>
          <a:xfrm>
            <a:off x="166255" y="0"/>
            <a:ext cx="10212779" cy="7388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617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BA96EA-D46C-425F-9023-F6E11ED2E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7418F6-77DE-4C93-8786-64C7EB578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7A26F3-B790-4F42-83B8-93E6880F1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F051AD-0767-4DE2-AC0C-E71E58D36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C3F8D-CBB6-4D77-B9DA-1B244EAD3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0157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A3E354F7-F0ED-42AE-82D8-126AC5F22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3082" y="1536333"/>
            <a:ext cx="7965831" cy="1892667"/>
          </a:xfrm>
          <a:prstGeom prst="rect">
            <a:avLst/>
          </a:prstGeom>
        </p:spPr>
        <p:txBody>
          <a:bodyPr anchor="ctr"/>
          <a:lstStyle>
            <a:lvl1pPr algn="ctr">
              <a:defRPr lang="zh-CN" altLang="en-US" sz="4000" b="1" kern="1200" dirty="0" smtClean="0">
                <a:solidFill>
                  <a:schemeClr val="accent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19">
            <a:extLst>
              <a:ext uri="{FF2B5EF4-FFF2-40B4-BE49-F238E27FC236}">
                <a16:creationId xmlns:a16="http://schemas.microsoft.com/office/drawing/2014/main" id="{BC71A19F-F7A3-42EA-A331-F2E4908A384F}"/>
              </a:ext>
            </a:extLst>
          </p:cNvPr>
          <p:cNvSpPr/>
          <p:nvPr userDrawn="1"/>
        </p:nvSpPr>
        <p:spPr>
          <a:xfrm>
            <a:off x="1636686" y="1484784"/>
            <a:ext cx="8918627" cy="3650890"/>
          </a:xfrm>
          <a:prstGeom prst="rect">
            <a:avLst/>
          </a:prstGeom>
          <a:noFill/>
          <a:ln w="25400">
            <a:solidFill>
              <a:srgbClr val="4B64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b="0" noProof="1">
              <a:solidFill>
                <a:prstClr val="white"/>
              </a:solidFill>
              <a:latin typeface="等线"/>
              <a:ea typeface="等线" panose="02010600030101010101" pitchFamily="2" charset="-122"/>
            </a:endParaRPr>
          </a:p>
        </p:txBody>
      </p:sp>
      <p:sp>
        <p:nvSpPr>
          <p:cNvPr id="6" name="副标题 2">
            <a:extLst>
              <a:ext uri="{FF2B5EF4-FFF2-40B4-BE49-F238E27FC236}">
                <a16:creationId xmlns:a16="http://schemas.microsoft.com/office/drawing/2014/main" id="{FC6CC002-1B6C-4F2D-94C7-2E8ACA288B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03075" y="3518817"/>
            <a:ext cx="8585847" cy="155269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800" b="0">
                <a:solidFill>
                  <a:srgbClr val="4B649F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grpSp>
        <p:nvGrpSpPr>
          <p:cNvPr id="7" name="Group 3">
            <a:extLst>
              <a:ext uri="{FF2B5EF4-FFF2-40B4-BE49-F238E27FC236}">
                <a16:creationId xmlns:a16="http://schemas.microsoft.com/office/drawing/2014/main" id="{B197089F-3598-4951-B6D4-54D9A671E5B2}"/>
              </a:ext>
            </a:extLst>
          </p:cNvPr>
          <p:cNvGrpSpPr/>
          <p:nvPr userDrawn="1"/>
        </p:nvGrpSpPr>
        <p:grpSpPr>
          <a:xfrm>
            <a:off x="1506855" y="1331226"/>
            <a:ext cx="470297" cy="470297"/>
            <a:chOff x="1308100" y="1397035"/>
            <a:chExt cx="627063" cy="627062"/>
          </a:xfrm>
        </p:grpSpPr>
        <p:sp>
          <p:nvSpPr>
            <p:cNvPr id="8" name="矩形 24">
              <a:extLst>
                <a:ext uri="{FF2B5EF4-FFF2-40B4-BE49-F238E27FC236}">
                  <a16:creationId xmlns:a16="http://schemas.microsoft.com/office/drawing/2014/main" id="{7EAABA7A-4F6F-438D-9185-86E90C63417E}"/>
                </a:ext>
              </a:extLst>
            </p:cNvPr>
            <p:cNvSpPr/>
            <p:nvPr/>
          </p:nvSpPr>
          <p:spPr>
            <a:xfrm>
              <a:off x="1308100" y="1397035"/>
              <a:ext cx="474663" cy="47466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b="0" noProof="1">
                <a:solidFill>
                  <a:prstClr val="white"/>
                </a:solidFill>
                <a:latin typeface="等线"/>
                <a:ea typeface="等线" panose="02010600030101010101" pitchFamily="2" charset="-122"/>
              </a:endParaRPr>
            </a:p>
          </p:txBody>
        </p:sp>
        <p:sp>
          <p:nvSpPr>
            <p:cNvPr id="9" name="矩形 25">
              <a:extLst>
                <a:ext uri="{FF2B5EF4-FFF2-40B4-BE49-F238E27FC236}">
                  <a16:creationId xmlns:a16="http://schemas.microsoft.com/office/drawing/2014/main" id="{33DD09B7-9822-4566-8A6F-FE8A7FE7079A}"/>
                </a:ext>
              </a:extLst>
            </p:cNvPr>
            <p:cNvSpPr/>
            <p:nvPr/>
          </p:nvSpPr>
          <p:spPr>
            <a:xfrm>
              <a:off x="1460500" y="1549435"/>
              <a:ext cx="474663" cy="474662"/>
            </a:xfrm>
            <a:prstGeom prst="rect">
              <a:avLst/>
            </a:prstGeom>
            <a:solidFill>
              <a:srgbClr val="4B649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b="0" noProof="1">
                <a:solidFill>
                  <a:prstClr val="white"/>
                </a:solidFill>
                <a:latin typeface="等线"/>
                <a:ea typeface="等线" panose="02010600030101010101" pitchFamily="2" charset="-122"/>
              </a:endParaRPr>
            </a:p>
          </p:txBody>
        </p:sp>
      </p:grpSp>
      <p:grpSp>
        <p:nvGrpSpPr>
          <p:cNvPr id="10" name="Group 1">
            <a:extLst>
              <a:ext uri="{FF2B5EF4-FFF2-40B4-BE49-F238E27FC236}">
                <a16:creationId xmlns:a16="http://schemas.microsoft.com/office/drawing/2014/main" id="{E368B615-5657-440B-8D0D-569A4DA40CAA}"/>
              </a:ext>
            </a:extLst>
          </p:cNvPr>
          <p:cNvGrpSpPr/>
          <p:nvPr userDrawn="1"/>
        </p:nvGrpSpPr>
        <p:grpSpPr>
          <a:xfrm>
            <a:off x="10220906" y="4807196"/>
            <a:ext cx="558403" cy="528638"/>
            <a:chOff x="10637838" y="3171860"/>
            <a:chExt cx="744537" cy="704850"/>
          </a:xfrm>
        </p:grpSpPr>
        <p:sp>
          <p:nvSpPr>
            <p:cNvPr id="11" name="矩形 21">
              <a:extLst>
                <a:ext uri="{FF2B5EF4-FFF2-40B4-BE49-F238E27FC236}">
                  <a16:creationId xmlns:a16="http://schemas.microsoft.com/office/drawing/2014/main" id="{3328BEBE-9CD5-4A86-8914-3E9049EFB455}"/>
                </a:ext>
              </a:extLst>
            </p:cNvPr>
            <p:cNvSpPr/>
            <p:nvPr/>
          </p:nvSpPr>
          <p:spPr>
            <a:xfrm>
              <a:off x="10906125" y="3400460"/>
              <a:ext cx="476250" cy="47625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b="0" noProof="1">
                <a:solidFill>
                  <a:prstClr val="white"/>
                </a:solidFill>
                <a:latin typeface="等线"/>
                <a:ea typeface="等线" panose="02010600030101010101" pitchFamily="2" charset="-122"/>
              </a:endParaRPr>
            </a:p>
          </p:txBody>
        </p:sp>
        <p:sp>
          <p:nvSpPr>
            <p:cNvPr id="12" name="矩形 22">
              <a:extLst>
                <a:ext uri="{FF2B5EF4-FFF2-40B4-BE49-F238E27FC236}">
                  <a16:creationId xmlns:a16="http://schemas.microsoft.com/office/drawing/2014/main" id="{F9774E07-744E-411E-9128-3DDE00D3E509}"/>
                </a:ext>
              </a:extLst>
            </p:cNvPr>
            <p:cNvSpPr/>
            <p:nvPr/>
          </p:nvSpPr>
          <p:spPr>
            <a:xfrm>
              <a:off x="10637838" y="3171860"/>
              <a:ext cx="474662" cy="474662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6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 b="0" noProof="1">
                <a:solidFill>
                  <a:prstClr val="white"/>
                </a:solidFill>
                <a:latin typeface="等线"/>
                <a:ea typeface="等线" panose="02010600030101010101" pitchFamily="2" charset="-122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CDB66F6E-3F5E-4D6E-AAEE-FAA482896727}"/>
              </a:ext>
            </a:extLst>
          </p:cNvPr>
          <p:cNvGrpSpPr/>
          <p:nvPr userDrawn="1"/>
        </p:nvGrpSpPr>
        <p:grpSpPr>
          <a:xfrm>
            <a:off x="9523" y="0"/>
            <a:ext cx="981077" cy="1003300"/>
            <a:chOff x="9523" y="0"/>
            <a:chExt cx="981077" cy="1003300"/>
          </a:xfrm>
        </p:grpSpPr>
        <p:sp>
          <p:nvSpPr>
            <p:cNvPr id="16" name="等腰三角形 15">
              <a:extLst>
                <a:ext uri="{FF2B5EF4-FFF2-40B4-BE49-F238E27FC236}">
                  <a16:creationId xmlns:a16="http://schemas.microsoft.com/office/drawing/2014/main" id="{6B801437-7D3B-43D3-882E-DFA97626D4E2}"/>
                </a:ext>
              </a:extLst>
            </p:cNvPr>
            <p:cNvSpPr/>
            <p:nvPr userDrawn="1"/>
          </p:nvSpPr>
          <p:spPr>
            <a:xfrm>
              <a:off x="336548" y="501650"/>
              <a:ext cx="654050" cy="501650"/>
            </a:xfrm>
            <a:prstGeom prst="triangle">
              <a:avLst/>
            </a:prstGeom>
            <a:solidFill>
              <a:srgbClr val="C5E0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>
              <a:extLst>
                <a:ext uri="{FF2B5EF4-FFF2-40B4-BE49-F238E27FC236}">
                  <a16:creationId xmlns:a16="http://schemas.microsoft.com/office/drawing/2014/main" id="{F7CAEB83-20FB-427B-9E60-CC51F816B235}"/>
                </a:ext>
              </a:extLst>
            </p:cNvPr>
            <p:cNvSpPr/>
            <p:nvPr userDrawn="1"/>
          </p:nvSpPr>
          <p:spPr>
            <a:xfrm rot="10800000">
              <a:off x="336550" y="0"/>
              <a:ext cx="654050" cy="501650"/>
            </a:xfrm>
            <a:prstGeom prst="triangle">
              <a:avLst/>
            </a:prstGeom>
            <a:solidFill>
              <a:srgbClr val="A5B1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等腰三角形 18">
              <a:extLst>
                <a:ext uri="{FF2B5EF4-FFF2-40B4-BE49-F238E27FC236}">
                  <a16:creationId xmlns:a16="http://schemas.microsoft.com/office/drawing/2014/main" id="{24C93EC3-1E98-4286-A723-6E340DC8745F}"/>
                </a:ext>
              </a:extLst>
            </p:cNvPr>
            <p:cNvSpPr/>
            <p:nvPr userDrawn="1"/>
          </p:nvSpPr>
          <p:spPr>
            <a:xfrm>
              <a:off x="9523" y="0"/>
              <a:ext cx="654050" cy="501650"/>
            </a:xfrm>
            <a:prstGeom prst="triangle">
              <a:avLst/>
            </a:prstGeom>
            <a:solidFill>
              <a:srgbClr val="266A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>
              <a:extLst>
                <a:ext uri="{FF2B5EF4-FFF2-40B4-BE49-F238E27FC236}">
                  <a16:creationId xmlns:a16="http://schemas.microsoft.com/office/drawing/2014/main" id="{52B555B4-4495-49D5-9D51-D9D40D38EDFB}"/>
                </a:ext>
              </a:extLst>
            </p:cNvPr>
            <p:cNvSpPr/>
            <p:nvPr userDrawn="1"/>
          </p:nvSpPr>
          <p:spPr>
            <a:xfrm rot="10800000">
              <a:off x="9523" y="501650"/>
              <a:ext cx="654050" cy="501650"/>
            </a:xfrm>
            <a:prstGeom prst="triangl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56077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普通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B82FB95-47FB-4938-A121-2227E0BDAC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84649" y="6341810"/>
            <a:ext cx="4114800" cy="365125"/>
          </a:xfrm>
          <a:prstGeom prst="rect">
            <a:avLst/>
          </a:prstGeom>
          <a:noFill/>
        </p:spPr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algn="ctr"/>
            <a:endParaRPr lang="zh-CN" alt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A3D5BA1-327D-4FFB-8604-622C04783FB7}"/>
              </a:ext>
            </a:extLst>
          </p:cNvPr>
          <p:cNvCxnSpPr>
            <a:cxnSpLocks/>
          </p:cNvCxnSpPr>
          <p:nvPr userDrawn="1"/>
        </p:nvCxnSpPr>
        <p:spPr>
          <a:xfrm>
            <a:off x="0" y="785813"/>
            <a:ext cx="10175631" cy="0"/>
          </a:xfrm>
          <a:prstGeom prst="line">
            <a:avLst/>
          </a:prstGeom>
          <a:ln w="25400">
            <a:gradFill>
              <a:gsLst>
                <a:gs pos="0">
                  <a:srgbClr val="4B649F"/>
                </a:gs>
                <a:gs pos="100000">
                  <a:srgbClr val="7DB1CD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占位符 2">
            <a:extLst>
              <a:ext uri="{FF2B5EF4-FFF2-40B4-BE49-F238E27FC236}">
                <a16:creationId xmlns:a16="http://schemas.microsoft.com/office/drawing/2014/main" id="{0A90AC45-33B8-467E-8109-A6BDBB3864A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235527" y="919698"/>
            <a:ext cx="11721523" cy="52969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560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90000"/>
              <a:buFont typeface="Wingdings" pitchFamily="2" charset="2"/>
              <a:buChar char="q"/>
              <a:defRPr sz="2800" b="1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defRPr>
            </a:lvl1pPr>
            <a:lvl2pPr marL="685800" indent="-2349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90000"/>
              <a:buFont typeface="Wingdings" pitchFamily="2" charset="2"/>
              <a:buChar char="n"/>
              <a:defRPr sz="24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985838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itchFamily="2" charset="2"/>
              <a:buChar char="v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26206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1524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6" name="平行四边形 15">
            <a:extLst>
              <a:ext uri="{FF2B5EF4-FFF2-40B4-BE49-F238E27FC236}">
                <a16:creationId xmlns:a16="http://schemas.microsoft.com/office/drawing/2014/main" id="{B1201DA1-814D-477D-93C1-4CE97B76CA07}"/>
              </a:ext>
            </a:extLst>
          </p:cNvPr>
          <p:cNvSpPr/>
          <p:nvPr userDrawn="1"/>
        </p:nvSpPr>
        <p:spPr>
          <a:xfrm>
            <a:off x="4803932" y="6418197"/>
            <a:ext cx="78730" cy="212350"/>
          </a:xfrm>
          <a:prstGeom prst="parallelogram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平行四边形 16">
            <a:extLst>
              <a:ext uri="{FF2B5EF4-FFF2-40B4-BE49-F238E27FC236}">
                <a16:creationId xmlns:a16="http://schemas.microsoft.com/office/drawing/2014/main" id="{CF070881-46C6-4933-90A8-CFF40A0FBF12}"/>
              </a:ext>
            </a:extLst>
          </p:cNvPr>
          <p:cNvSpPr/>
          <p:nvPr userDrawn="1"/>
        </p:nvSpPr>
        <p:spPr>
          <a:xfrm>
            <a:off x="7388871" y="6418197"/>
            <a:ext cx="78730" cy="212350"/>
          </a:xfrm>
          <a:prstGeom prst="parallelogram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标题 21">
            <a:extLst>
              <a:ext uri="{FF2B5EF4-FFF2-40B4-BE49-F238E27FC236}">
                <a16:creationId xmlns:a16="http://schemas.microsoft.com/office/drawing/2014/main" id="{F17CA559-8F3D-43C4-844D-C9BA2F653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" y="1"/>
            <a:ext cx="9340850" cy="709424"/>
          </a:xfrm>
          <a:prstGeom prst="rect">
            <a:avLst/>
          </a:prstGeom>
        </p:spPr>
        <p:txBody>
          <a:bodyPr anchor="ctr"/>
          <a:lstStyle>
            <a:lvl1pPr algn="l">
              <a:defRPr lang="zh-CN" altLang="en-US" sz="4000" b="1" kern="1200" dirty="0" smtClean="0">
                <a:solidFill>
                  <a:srgbClr val="4B649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2353B46D-92D7-43F6-B39F-D17490099C0E}"/>
              </a:ext>
            </a:extLst>
          </p:cNvPr>
          <p:cNvSpPr/>
          <p:nvPr userDrawn="1"/>
        </p:nvSpPr>
        <p:spPr>
          <a:xfrm>
            <a:off x="11556957" y="6251928"/>
            <a:ext cx="455007" cy="4550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2587977E-2C10-420F-BE86-C0F891FE5212}" type="slidenum">
              <a:rPr lang="zh-CN" altLang="en-US" sz="12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‹#›</a:t>
            </a:fld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8381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FC510A-EAAE-41C0-9423-6423A04A3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5007" y="890649"/>
            <a:ext cx="11720945" cy="53676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00C973-F94C-48B5-B69A-DF371E842A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8959F7-3E4A-4CAE-B5F7-1BCE614C75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F0037F-8DF7-47E7-A2E9-7112F040D9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466BE2-40FE-4A59-82BB-128E7E394AE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直接连接符 6"/>
          <p:cNvCxnSpPr/>
          <p:nvPr userDrawn="1"/>
        </p:nvCxnSpPr>
        <p:spPr>
          <a:xfrm>
            <a:off x="0" y="785813"/>
            <a:ext cx="11176000" cy="0"/>
          </a:xfrm>
          <a:prstGeom prst="line">
            <a:avLst/>
          </a:prstGeom>
          <a:ln w="25400">
            <a:gradFill>
              <a:gsLst>
                <a:gs pos="0">
                  <a:srgbClr val="4B649F"/>
                </a:gs>
                <a:gs pos="100000">
                  <a:srgbClr val="7DB1CD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Placeholder 10"/>
          <p:cNvSpPr>
            <a:spLocks noGrp="1"/>
          </p:cNvSpPr>
          <p:nvPr>
            <p:ph type="title"/>
          </p:nvPr>
        </p:nvSpPr>
        <p:spPr>
          <a:xfrm>
            <a:off x="166255" y="0"/>
            <a:ext cx="10212779" cy="7388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43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4B649F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55600" indent="-355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90000"/>
        <a:buFont typeface="Wingdings" pitchFamily="2" charset="2"/>
        <a:buChar char="q"/>
        <a:defRPr sz="2800" b="1" kern="1200">
          <a:solidFill>
            <a:schemeClr val="tx1"/>
          </a:solidFill>
          <a:latin typeface="微软雅黑" pitchFamily="34" charset="-122"/>
          <a:ea typeface="微软雅黑" pitchFamily="34" charset="-122"/>
          <a:cs typeface="Times New Roman" pitchFamily="18" charset="0"/>
        </a:defRPr>
      </a:lvl1pPr>
      <a:lvl2pPr marL="685800" indent="-23495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 typeface="Wingdings" pitchFamily="2" charset="2"/>
        <a:buChar char="n"/>
        <a:defRPr sz="2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985838" indent="-27305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itchFamily="2" charset="2"/>
        <a:buChar char="v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262063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itchFamily="2" charset="2"/>
        <a:buChar char="ü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1524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itchFamily="2" charset="2"/>
        <a:buChar char="§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7956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B21DE5B-ECAD-BC4F-8849-AEE213293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EF44EC3-3B85-46FD-F4E3-E132D7BFB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FT compiling framework</a:t>
            </a:r>
            <a:endParaRPr lang="zh-CN" altLang="en-US" dirty="0"/>
          </a:p>
        </p:txBody>
      </p:sp>
      <p:sp>
        <p:nvSpPr>
          <p:cNvPr id="4" name="矩形: 折角 3">
            <a:extLst>
              <a:ext uri="{FF2B5EF4-FFF2-40B4-BE49-F238E27FC236}">
                <a16:creationId xmlns:a16="http://schemas.microsoft.com/office/drawing/2014/main" id="{0FB728A0-6223-BC7E-1AD3-3E39F3B97029}"/>
              </a:ext>
            </a:extLst>
          </p:cNvPr>
          <p:cNvSpPr/>
          <p:nvPr/>
        </p:nvSpPr>
        <p:spPr>
          <a:xfrm>
            <a:off x="812533" y="1245344"/>
            <a:ext cx="2656572" cy="404261"/>
          </a:xfrm>
          <a:prstGeom prst="foldedCorner">
            <a:avLst>
              <a:gd name="adj" fmla="val 38095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 anchor="t" anchorCtr="1">
            <a:noAutofit/>
          </a:bodyPr>
          <a:lstStyle/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Quantum algorithm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: 折角 5">
            <a:extLst>
              <a:ext uri="{FF2B5EF4-FFF2-40B4-BE49-F238E27FC236}">
                <a16:creationId xmlns:a16="http://schemas.microsoft.com/office/drawing/2014/main" id="{DCC4D227-A2C8-2794-740B-B1E1A113A30B}"/>
              </a:ext>
            </a:extLst>
          </p:cNvPr>
          <p:cNvSpPr/>
          <p:nvPr/>
        </p:nvSpPr>
        <p:spPr>
          <a:xfrm>
            <a:off x="812533" y="3138992"/>
            <a:ext cx="2656572" cy="404261"/>
          </a:xfrm>
          <a:prstGeom prst="foldedCorner">
            <a:avLst>
              <a:gd name="adj" fmla="val 38095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 anchor="t" anchorCtr="1">
            <a:noAutofit/>
          </a:bodyPr>
          <a:lstStyle/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Clifford + T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: 折角 7">
            <a:extLst>
              <a:ext uri="{FF2B5EF4-FFF2-40B4-BE49-F238E27FC236}">
                <a16:creationId xmlns:a16="http://schemas.microsoft.com/office/drawing/2014/main" id="{7F0CB6E6-2422-F223-397C-D23E0147E69A}"/>
              </a:ext>
            </a:extLst>
          </p:cNvPr>
          <p:cNvSpPr/>
          <p:nvPr/>
        </p:nvSpPr>
        <p:spPr>
          <a:xfrm>
            <a:off x="812533" y="5032640"/>
            <a:ext cx="2656572" cy="404261"/>
          </a:xfrm>
          <a:prstGeom prst="foldedCorner">
            <a:avLst>
              <a:gd name="adj" fmla="val 38095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 anchor="t" anchorCtr="1">
            <a:noAutofit/>
          </a:bodyPr>
          <a:lstStyle/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Clifford circuit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579F47D-B43F-6983-4020-B8CE3329EFC3}"/>
              </a:ext>
            </a:extLst>
          </p:cNvPr>
          <p:cNvSpPr/>
          <p:nvPr/>
        </p:nvSpPr>
        <p:spPr>
          <a:xfrm>
            <a:off x="812533" y="1876560"/>
            <a:ext cx="2656571" cy="40426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Circuit synthesis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4054509-DF7D-1F75-A48C-B738CED7499C}"/>
              </a:ext>
            </a:extLst>
          </p:cNvPr>
          <p:cNvSpPr/>
          <p:nvPr/>
        </p:nvSpPr>
        <p:spPr>
          <a:xfrm>
            <a:off x="812533" y="2507776"/>
            <a:ext cx="2656571" cy="40426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Logical circuit opt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1FEF0F7-FCB8-3A5B-6030-993D7A033D75}"/>
              </a:ext>
            </a:extLst>
          </p:cNvPr>
          <p:cNvSpPr/>
          <p:nvPr/>
        </p:nvSpPr>
        <p:spPr>
          <a:xfrm>
            <a:off x="812533" y="4401424"/>
            <a:ext cx="2656571" cy="40426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|T&gt;/|S&gt; preparation 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67DF4AA-9C7F-936D-E830-A128A5860CE2}"/>
              </a:ext>
            </a:extLst>
          </p:cNvPr>
          <p:cNvSpPr/>
          <p:nvPr/>
        </p:nvSpPr>
        <p:spPr>
          <a:xfrm>
            <a:off x="812533" y="5663855"/>
            <a:ext cx="2656571" cy="57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Clifford gate decomposition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AA54277-9FB5-5CE6-D8E9-BD2133DA116B}"/>
              </a:ext>
            </a:extLst>
          </p:cNvPr>
          <p:cNvSpPr/>
          <p:nvPr/>
        </p:nvSpPr>
        <p:spPr>
          <a:xfrm>
            <a:off x="812533" y="3770208"/>
            <a:ext cx="2656571" cy="40426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Code selection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E321911A-5548-462D-9ED7-629C523471E9}"/>
              </a:ext>
            </a:extLst>
          </p:cNvPr>
          <p:cNvCxnSpPr>
            <a:stCxn id="4" idx="2"/>
            <a:endCxn id="15" idx="0"/>
          </p:cNvCxnSpPr>
          <p:nvPr/>
        </p:nvCxnSpPr>
        <p:spPr>
          <a:xfrm>
            <a:off x="2140819" y="1649605"/>
            <a:ext cx="0" cy="22695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7E4B596F-401D-187E-A3BB-5D5C5E898D91}"/>
              </a:ext>
            </a:extLst>
          </p:cNvPr>
          <p:cNvCxnSpPr>
            <a:stCxn id="15" idx="2"/>
            <a:endCxn id="17" idx="0"/>
          </p:cNvCxnSpPr>
          <p:nvPr/>
        </p:nvCxnSpPr>
        <p:spPr>
          <a:xfrm>
            <a:off x="2140819" y="2280821"/>
            <a:ext cx="0" cy="22695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F575A907-0B99-A658-0F23-372343A5A1F3}"/>
              </a:ext>
            </a:extLst>
          </p:cNvPr>
          <p:cNvCxnSpPr>
            <a:stCxn id="17" idx="2"/>
            <a:endCxn id="6" idx="0"/>
          </p:cNvCxnSpPr>
          <p:nvPr/>
        </p:nvCxnSpPr>
        <p:spPr>
          <a:xfrm>
            <a:off x="2140819" y="2912037"/>
            <a:ext cx="0" cy="22695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A48DF75A-C023-7C48-E6C8-75F68D15F927}"/>
              </a:ext>
            </a:extLst>
          </p:cNvPr>
          <p:cNvCxnSpPr>
            <a:stCxn id="6" idx="2"/>
            <a:endCxn id="23" idx="0"/>
          </p:cNvCxnSpPr>
          <p:nvPr/>
        </p:nvCxnSpPr>
        <p:spPr>
          <a:xfrm>
            <a:off x="2140819" y="3543253"/>
            <a:ext cx="0" cy="22695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84216E33-6E26-714F-DB84-3D9E3F25A7C6}"/>
              </a:ext>
            </a:extLst>
          </p:cNvPr>
          <p:cNvCxnSpPr>
            <a:stCxn id="23" idx="2"/>
            <a:endCxn id="19" idx="0"/>
          </p:cNvCxnSpPr>
          <p:nvPr/>
        </p:nvCxnSpPr>
        <p:spPr>
          <a:xfrm>
            <a:off x="2140819" y="4174469"/>
            <a:ext cx="0" cy="22695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52E0AA3C-65DC-3C12-8183-391207E2F0F7}"/>
              </a:ext>
            </a:extLst>
          </p:cNvPr>
          <p:cNvCxnSpPr>
            <a:stCxn id="19" idx="2"/>
            <a:endCxn id="8" idx="0"/>
          </p:cNvCxnSpPr>
          <p:nvPr/>
        </p:nvCxnSpPr>
        <p:spPr>
          <a:xfrm>
            <a:off x="2140819" y="4805685"/>
            <a:ext cx="0" cy="22695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764DB2CB-7157-DC18-8014-E9456A28AC6D}"/>
              </a:ext>
            </a:extLst>
          </p:cNvPr>
          <p:cNvCxnSpPr>
            <a:stCxn id="8" idx="2"/>
            <a:endCxn id="21" idx="0"/>
          </p:cNvCxnSpPr>
          <p:nvPr/>
        </p:nvCxnSpPr>
        <p:spPr>
          <a:xfrm>
            <a:off x="2140819" y="5436901"/>
            <a:ext cx="0" cy="22695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: 折角 9">
            <a:extLst>
              <a:ext uri="{FF2B5EF4-FFF2-40B4-BE49-F238E27FC236}">
                <a16:creationId xmlns:a16="http://schemas.microsoft.com/office/drawing/2014/main" id="{DD7B60FC-7AC4-886D-E3D4-4E9B386768DA}"/>
              </a:ext>
            </a:extLst>
          </p:cNvPr>
          <p:cNvSpPr/>
          <p:nvPr/>
        </p:nvSpPr>
        <p:spPr>
          <a:xfrm>
            <a:off x="4754879" y="5754683"/>
            <a:ext cx="2656572" cy="404261"/>
          </a:xfrm>
          <a:prstGeom prst="foldedCorner">
            <a:avLst>
              <a:gd name="adj" fmla="val 38095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 anchor="t" anchorCtr="1">
            <a:noAutofit/>
          </a:bodyPr>
          <a:lstStyle/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FT IR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BED9A29-4CEF-0E8B-0E66-40E084DCB746}"/>
              </a:ext>
            </a:extLst>
          </p:cNvPr>
          <p:cNvSpPr/>
          <p:nvPr/>
        </p:nvSpPr>
        <p:spPr>
          <a:xfrm>
            <a:off x="4754883" y="3542947"/>
            <a:ext cx="2656571" cy="40426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FT IR scheduling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F1F9179-9106-0748-41DF-FE2258842A95}"/>
              </a:ext>
            </a:extLst>
          </p:cNvPr>
          <p:cNvSpPr/>
          <p:nvPr/>
        </p:nvSpPr>
        <p:spPr>
          <a:xfrm>
            <a:off x="4754879" y="1159474"/>
            <a:ext cx="2656571" cy="57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Physical circuit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syn&amp;opt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C51D07B-651E-6D97-EAA2-595F0407668D}"/>
              </a:ext>
            </a:extLst>
          </p:cNvPr>
          <p:cNvSpPr/>
          <p:nvPr/>
        </p:nvSpPr>
        <p:spPr>
          <a:xfrm>
            <a:off x="4754880" y="2437080"/>
            <a:ext cx="2656571" cy="40426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SE insertion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92B76FB-3D2E-7A63-0A00-D8C1C8033574}"/>
              </a:ext>
            </a:extLst>
          </p:cNvPr>
          <p:cNvSpPr/>
          <p:nvPr/>
        </p:nvSpPr>
        <p:spPr>
          <a:xfrm>
            <a:off x="4754879" y="4648814"/>
            <a:ext cx="2656571" cy="40426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L qubit placement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50342A4C-C2FA-548D-B4C7-7A1AA9B94B2A}"/>
              </a:ext>
            </a:extLst>
          </p:cNvPr>
          <p:cNvCxnSpPr>
            <a:stCxn id="10" idx="0"/>
            <a:endCxn id="35" idx="2"/>
          </p:cNvCxnSpPr>
          <p:nvPr/>
        </p:nvCxnSpPr>
        <p:spPr>
          <a:xfrm flipV="1">
            <a:off x="6083165" y="5053075"/>
            <a:ext cx="0" cy="7016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4450E03E-E04C-CDC3-07E7-D4825677B88A}"/>
              </a:ext>
            </a:extLst>
          </p:cNvPr>
          <p:cNvCxnSpPr>
            <a:stCxn id="35" idx="0"/>
            <a:endCxn id="25" idx="2"/>
          </p:cNvCxnSpPr>
          <p:nvPr/>
        </p:nvCxnSpPr>
        <p:spPr>
          <a:xfrm flipV="1">
            <a:off x="6083165" y="3947208"/>
            <a:ext cx="4" cy="7016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D11731D5-D13B-2AE3-103C-C7D46D961AD2}"/>
              </a:ext>
            </a:extLst>
          </p:cNvPr>
          <p:cNvCxnSpPr>
            <a:stCxn id="25" idx="0"/>
            <a:endCxn id="33" idx="2"/>
          </p:cNvCxnSpPr>
          <p:nvPr/>
        </p:nvCxnSpPr>
        <p:spPr>
          <a:xfrm flipH="1" flipV="1">
            <a:off x="6083166" y="2841341"/>
            <a:ext cx="3" cy="7016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C1A447BF-780C-B052-3394-7B9D03F84E63}"/>
              </a:ext>
            </a:extLst>
          </p:cNvPr>
          <p:cNvCxnSpPr>
            <a:stCxn id="33" idx="0"/>
            <a:endCxn id="27" idx="2"/>
          </p:cNvCxnSpPr>
          <p:nvPr/>
        </p:nvCxnSpPr>
        <p:spPr>
          <a:xfrm flipH="1" flipV="1">
            <a:off x="6083165" y="1735474"/>
            <a:ext cx="1" cy="7016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折角 11">
            <a:extLst>
              <a:ext uri="{FF2B5EF4-FFF2-40B4-BE49-F238E27FC236}">
                <a16:creationId xmlns:a16="http://schemas.microsoft.com/office/drawing/2014/main" id="{637F968B-4692-97C4-BEEC-6149DF872388}"/>
              </a:ext>
            </a:extLst>
          </p:cNvPr>
          <p:cNvSpPr/>
          <p:nvPr/>
        </p:nvSpPr>
        <p:spPr>
          <a:xfrm>
            <a:off x="8697228" y="1245344"/>
            <a:ext cx="2656572" cy="404261"/>
          </a:xfrm>
          <a:prstGeom prst="foldedCorner">
            <a:avLst>
              <a:gd name="adj" fmla="val 38095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 anchor="t" anchorCtr="1">
            <a:noAutofit/>
          </a:bodyPr>
          <a:lstStyle/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Physical circuit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矩形: 折角 13">
            <a:extLst>
              <a:ext uri="{FF2B5EF4-FFF2-40B4-BE49-F238E27FC236}">
                <a16:creationId xmlns:a16="http://schemas.microsoft.com/office/drawing/2014/main" id="{66A2C0B8-5084-64C4-F29A-CC01CED63C97}"/>
              </a:ext>
            </a:extLst>
          </p:cNvPr>
          <p:cNvSpPr/>
          <p:nvPr/>
        </p:nvSpPr>
        <p:spPr>
          <a:xfrm>
            <a:off x="8697228" y="5749725"/>
            <a:ext cx="2656572" cy="404261"/>
          </a:xfrm>
          <a:prstGeom prst="foldedCorner">
            <a:avLst>
              <a:gd name="adj" fmla="val 38095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 anchor="t" anchorCtr="1">
            <a:noAutofit/>
          </a:bodyPr>
          <a:lstStyle/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Hardware IR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BE1D745-E9CF-013C-B05D-5E4074268336}"/>
              </a:ext>
            </a:extLst>
          </p:cNvPr>
          <p:cNvSpPr/>
          <p:nvPr/>
        </p:nvSpPr>
        <p:spPr>
          <a:xfrm>
            <a:off x="8697228" y="3947972"/>
            <a:ext cx="2656571" cy="40426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 qubit placement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88F7C57-F9AE-7DA5-CB43-8198AC82F217}"/>
              </a:ext>
            </a:extLst>
          </p:cNvPr>
          <p:cNvSpPr/>
          <p:nvPr/>
        </p:nvSpPr>
        <p:spPr>
          <a:xfrm>
            <a:off x="8697229" y="2146220"/>
            <a:ext cx="2656571" cy="40426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Physic gate scheduling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82B6876-0FCB-B546-4751-903DB995438B}"/>
              </a:ext>
            </a:extLst>
          </p:cNvPr>
          <p:cNvSpPr/>
          <p:nvPr/>
        </p:nvSpPr>
        <p:spPr>
          <a:xfrm>
            <a:off x="8697229" y="4848848"/>
            <a:ext cx="2656571" cy="40426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Qubit routing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" name="矩形: 折角 42">
            <a:extLst>
              <a:ext uri="{FF2B5EF4-FFF2-40B4-BE49-F238E27FC236}">
                <a16:creationId xmlns:a16="http://schemas.microsoft.com/office/drawing/2014/main" id="{1D03A0C1-5FAF-EFAD-C5ED-9CDF5A4D4B59}"/>
              </a:ext>
            </a:extLst>
          </p:cNvPr>
          <p:cNvSpPr/>
          <p:nvPr/>
        </p:nvSpPr>
        <p:spPr>
          <a:xfrm>
            <a:off x="8697228" y="3047096"/>
            <a:ext cx="2656572" cy="404261"/>
          </a:xfrm>
          <a:prstGeom prst="foldedCorner">
            <a:avLst>
              <a:gd name="adj" fmla="val 38095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 anchor="t" anchorCtr="1">
            <a:noAutofit/>
          </a:bodyPr>
          <a:lstStyle/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1q/2q/M block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89CE22E4-C702-C878-4E81-1F6EEF32A9A3}"/>
              </a:ext>
            </a:extLst>
          </p:cNvPr>
          <p:cNvCxnSpPr>
            <a:stCxn id="39" idx="2"/>
            <a:endCxn id="43" idx="0"/>
          </p:cNvCxnSpPr>
          <p:nvPr/>
        </p:nvCxnSpPr>
        <p:spPr>
          <a:xfrm flipH="1">
            <a:off x="10025514" y="2550481"/>
            <a:ext cx="1" cy="49661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92EB80D2-E358-ACF0-3388-9D78BE0AABD6}"/>
              </a:ext>
            </a:extLst>
          </p:cNvPr>
          <p:cNvCxnSpPr>
            <a:stCxn id="41" idx="2"/>
            <a:endCxn id="14" idx="0"/>
          </p:cNvCxnSpPr>
          <p:nvPr/>
        </p:nvCxnSpPr>
        <p:spPr>
          <a:xfrm flipH="1">
            <a:off x="10025514" y="5253109"/>
            <a:ext cx="1" cy="4966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连接符: 肘形 85">
            <a:extLst>
              <a:ext uri="{FF2B5EF4-FFF2-40B4-BE49-F238E27FC236}">
                <a16:creationId xmlns:a16="http://schemas.microsoft.com/office/drawing/2014/main" id="{4FA30D18-2826-A76E-7DEE-027F4616C16D}"/>
              </a:ext>
            </a:extLst>
          </p:cNvPr>
          <p:cNvCxnSpPr>
            <a:stCxn id="21" idx="2"/>
            <a:endCxn id="10" idx="2"/>
          </p:cNvCxnSpPr>
          <p:nvPr/>
        </p:nvCxnSpPr>
        <p:spPr>
          <a:xfrm rot="5400000" flipH="1" flipV="1">
            <a:off x="4071536" y="4228227"/>
            <a:ext cx="80911" cy="3942346"/>
          </a:xfrm>
          <a:prstGeom prst="bentConnector3">
            <a:avLst>
              <a:gd name="adj1" fmla="val -28253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连接符: 肘形 87">
            <a:extLst>
              <a:ext uri="{FF2B5EF4-FFF2-40B4-BE49-F238E27FC236}">
                <a16:creationId xmlns:a16="http://schemas.microsoft.com/office/drawing/2014/main" id="{895F36D8-43C1-4CEF-7A20-AE50559F5240}"/>
              </a:ext>
            </a:extLst>
          </p:cNvPr>
          <p:cNvCxnSpPr>
            <a:stCxn id="27" idx="0"/>
            <a:endCxn id="12" idx="0"/>
          </p:cNvCxnSpPr>
          <p:nvPr/>
        </p:nvCxnSpPr>
        <p:spPr>
          <a:xfrm rot="16200000" flipH="1">
            <a:off x="8011404" y="-768765"/>
            <a:ext cx="85870" cy="3942349"/>
          </a:xfrm>
          <a:prstGeom prst="bentConnector3">
            <a:avLst>
              <a:gd name="adj1" fmla="val -266216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6B0644D4-D3F5-AFCB-E20B-C6C7B08A2F8B}"/>
              </a:ext>
            </a:extLst>
          </p:cNvPr>
          <p:cNvCxnSpPr>
            <a:stCxn id="12" idx="2"/>
            <a:endCxn id="39" idx="0"/>
          </p:cNvCxnSpPr>
          <p:nvPr/>
        </p:nvCxnSpPr>
        <p:spPr>
          <a:xfrm>
            <a:off x="10025514" y="1649605"/>
            <a:ext cx="1" cy="49661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E5E7E0D-772A-9108-2349-438150BA5A45}"/>
              </a:ext>
            </a:extLst>
          </p:cNvPr>
          <p:cNvCxnSpPr>
            <a:stCxn id="43" idx="2"/>
            <a:endCxn id="37" idx="0"/>
          </p:cNvCxnSpPr>
          <p:nvPr/>
        </p:nvCxnSpPr>
        <p:spPr>
          <a:xfrm>
            <a:off x="10025514" y="3451357"/>
            <a:ext cx="0" cy="49661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71262D4E-B535-6AE8-D795-557881726ACD}"/>
              </a:ext>
            </a:extLst>
          </p:cNvPr>
          <p:cNvCxnSpPr>
            <a:stCxn id="37" idx="2"/>
            <a:endCxn id="41" idx="0"/>
          </p:cNvCxnSpPr>
          <p:nvPr/>
        </p:nvCxnSpPr>
        <p:spPr>
          <a:xfrm>
            <a:off x="10025514" y="4352233"/>
            <a:ext cx="1" cy="496615"/>
          </a:xfrm>
          <a:prstGeom prst="line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5275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553F47-AA2D-AC8F-ECB2-D0AB2BCB6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D9E36E4-F8EA-54A1-244F-EEA4AB5F0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1q/2q/M block</a:t>
            </a:r>
            <a:endParaRPr lang="zh-CN" altLang="en-US" dirty="0"/>
          </a:p>
        </p:txBody>
      </p:sp>
      <p:pic>
        <p:nvPicPr>
          <p:cNvPr id="74" name="图片 73" descr="optimized circuit">
            <a:extLst>
              <a:ext uri="{FF2B5EF4-FFF2-40B4-BE49-F238E27FC236}">
                <a16:creationId xmlns:a16="http://schemas.microsoft.com/office/drawing/2014/main" id="{F387FB54-4702-67F7-DA34-1BEBCC8F8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749" y="883272"/>
            <a:ext cx="9182502" cy="4410924"/>
          </a:xfrm>
          <a:prstGeom prst="rect">
            <a:avLst/>
          </a:prstGeom>
        </p:spPr>
      </p:pic>
      <p:sp>
        <p:nvSpPr>
          <p:cNvPr id="76" name="矩形 75">
            <a:extLst>
              <a:ext uri="{FF2B5EF4-FFF2-40B4-BE49-F238E27FC236}">
                <a16:creationId xmlns:a16="http://schemas.microsoft.com/office/drawing/2014/main" id="{6C18C8D3-A30A-55A2-0F59-6E318D553245}"/>
              </a:ext>
            </a:extLst>
          </p:cNvPr>
          <p:cNvSpPr/>
          <p:nvPr/>
        </p:nvSpPr>
        <p:spPr>
          <a:xfrm>
            <a:off x="3031957" y="5438575"/>
            <a:ext cx="612000" cy="3531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1q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9B56BD1B-7583-9D91-DD65-AA58B8956526}"/>
              </a:ext>
            </a:extLst>
          </p:cNvPr>
          <p:cNvSpPr/>
          <p:nvPr/>
        </p:nvSpPr>
        <p:spPr>
          <a:xfrm>
            <a:off x="9676200" y="5438573"/>
            <a:ext cx="612000" cy="3531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M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734E580C-2ABB-2488-681F-F3D0560EA87F}"/>
              </a:ext>
            </a:extLst>
          </p:cNvPr>
          <p:cNvSpPr/>
          <p:nvPr/>
        </p:nvSpPr>
        <p:spPr>
          <a:xfrm>
            <a:off x="3869355" y="5438574"/>
            <a:ext cx="612000" cy="3531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2q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6807A71C-705F-6988-C867-2F5F5DB10F79}"/>
              </a:ext>
            </a:extLst>
          </p:cNvPr>
          <p:cNvSpPr/>
          <p:nvPr/>
        </p:nvSpPr>
        <p:spPr>
          <a:xfrm>
            <a:off x="6014184" y="5438576"/>
            <a:ext cx="612000" cy="3531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1q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2BDD0C8E-5AA4-3F8A-F36E-77155DB1636D}"/>
              </a:ext>
            </a:extLst>
          </p:cNvPr>
          <p:cNvSpPr/>
          <p:nvPr/>
        </p:nvSpPr>
        <p:spPr>
          <a:xfrm>
            <a:off x="6851582" y="5438575"/>
            <a:ext cx="612000" cy="3531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2q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7768F4B5-99E0-40A6-FD27-A4352DDF48C0}"/>
              </a:ext>
            </a:extLst>
          </p:cNvPr>
          <p:cNvSpPr/>
          <p:nvPr/>
        </p:nvSpPr>
        <p:spPr>
          <a:xfrm>
            <a:off x="8349913" y="5438573"/>
            <a:ext cx="612000" cy="3531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1q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7FFB7A48-63C5-8EAD-905D-35609AACFEA6}"/>
              </a:ext>
            </a:extLst>
          </p:cNvPr>
          <p:cNvSpPr/>
          <p:nvPr/>
        </p:nvSpPr>
        <p:spPr>
          <a:xfrm>
            <a:off x="2040556" y="2483318"/>
            <a:ext cx="404261" cy="866274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0204178F-B3CA-F266-BFFA-D25260E2DED7}"/>
              </a:ext>
            </a:extLst>
          </p:cNvPr>
          <p:cNvCxnSpPr>
            <a:cxnSpLocks/>
            <a:endCxn id="76" idx="0"/>
          </p:cNvCxnSpPr>
          <p:nvPr/>
        </p:nvCxnSpPr>
        <p:spPr>
          <a:xfrm>
            <a:off x="2242686" y="3349592"/>
            <a:ext cx="1095271" cy="20889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矩形 91">
            <a:extLst>
              <a:ext uri="{FF2B5EF4-FFF2-40B4-BE49-F238E27FC236}">
                <a16:creationId xmlns:a16="http://schemas.microsoft.com/office/drawing/2014/main" id="{41788A51-4348-26E9-3C40-C1D233E11592}"/>
              </a:ext>
            </a:extLst>
          </p:cNvPr>
          <p:cNvSpPr/>
          <p:nvPr/>
        </p:nvSpPr>
        <p:spPr>
          <a:xfrm>
            <a:off x="2379848" y="981776"/>
            <a:ext cx="2865920" cy="2447223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99005B57-CE8A-11E2-C9F3-AC437B552617}"/>
              </a:ext>
            </a:extLst>
          </p:cNvPr>
          <p:cNvSpPr/>
          <p:nvPr/>
        </p:nvSpPr>
        <p:spPr>
          <a:xfrm>
            <a:off x="9264317" y="2310062"/>
            <a:ext cx="1422934" cy="2692049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E694D1C3-D786-932E-FB30-712A637C21DD}"/>
              </a:ext>
            </a:extLst>
          </p:cNvPr>
          <p:cNvCxnSpPr>
            <a:endCxn id="80" idx="0"/>
          </p:cNvCxnSpPr>
          <p:nvPr/>
        </p:nvCxnSpPr>
        <p:spPr>
          <a:xfrm>
            <a:off x="3869355" y="3429000"/>
            <a:ext cx="306000" cy="200957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8964B1B0-3A0D-894F-7474-42AAF1DDEF17}"/>
              </a:ext>
            </a:extLst>
          </p:cNvPr>
          <p:cNvCxnSpPr>
            <a:stCxn id="94" idx="2"/>
            <a:endCxn id="78" idx="0"/>
          </p:cNvCxnSpPr>
          <p:nvPr/>
        </p:nvCxnSpPr>
        <p:spPr>
          <a:xfrm>
            <a:off x="9975784" y="5002111"/>
            <a:ext cx="6416" cy="4364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1454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DD248B-4F38-A46D-978A-B60AC1B03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C3F8D-CBB6-4D77-B9DA-1B244EAD3A6E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185488D9-4A0C-AE00-5BD8-C6D2F9881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状态</a:t>
            </a:r>
            <a:r>
              <a:rPr lang="en-US" altLang="zh-CN" dirty="0"/>
              <a:t>&amp;</a:t>
            </a:r>
            <a:r>
              <a:rPr lang="zh-CN" altLang="en-US" dirty="0"/>
              <a:t>动作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18EF35A-3BAA-A010-10C2-3EE2EB1773B0}"/>
              </a:ext>
            </a:extLst>
          </p:cNvPr>
          <p:cNvSpPr/>
          <p:nvPr/>
        </p:nvSpPr>
        <p:spPr>
          <a:xfrm>
            <a:off x="981776" y="1437190"/>
            <a:ext cx="1058779" cy="3531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1q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625F660-5094-F7F8-EFFB-912932B2D54A}"/>
              </a:ext>
            </a:extLst>
          </p:cNvPr>
          <p:cNvSpPr/>
          <p:nvPr/>
        </p:nvSpPr>
        <p:spPr>
          <a:xfrm>
            <a:off x="981776" y="2262276"/>
            <a:ext cx="1058779" cy="3531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M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29903E4-B8E4-22A0-6E7E-82DCB1718B2F}"/>
              </a:ext>
            </a:extLst>
          </p:cNvPr>
          <p:cNvSpPr/>
          <p:nvPr/>
        </p:nvSpPr>
        <p:spPr>
          <a:xfrm>
            <a:off x="981776" y="3087362"/>
            <a:ext cx="1058779" cy="3531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cz block</a:t>
            </a:r>
            <a:endParaRPr lang="zh-CN" altLang="en-US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A6E44D2-2B5C-0AE4-CC20-F038E9536EAD}"/>
              </a:ext>
            </a:extLst>
          </p:cNvPr>
          <p:cNvSpPr/>
          <p:nvPr/>
        </p:nvSpPr>
        <p:spPr>
          <a:xfrm>
            <a:off x="981776" y="1847728"/>
            <a:ext cx="1058779" cy="3531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2q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CDBEFCC-32E9-2E9D-0BD6-46017A14FC26}"/>
              </a:ext>
            </a:extLst>
          </p:cNvPr>
          <p:cNvSpPr/>
          <p:nvPr/>
        </p:nvSpPr>
        <p:spPr>
          <a:xfrm>
            <a:off x="981776" y="2674819"/>
            <a:ext cx="1058779" cy="3531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cz block</a:t>
            </a:r>
            <a:endParaRPr lang="zh-CN" altLang="en-US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62F8496-7D30-78F3-E3B0-E147D3310A48}"/>
              </a:ext>
            </a:extLst>
          </p:cNvPr>
          <p:cNvSpPr/>
          <p:nvPr/>
        </p:nvSpPr>
        <p:spPr>
          <a:xfrm>
            <a:off x="981776" y="3499903"/>
            <a:ext cx="1058779" cy="3531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cz block</a:t>
            </a:r>
            <a:endParaRPr lang="zh-CN" altLang="en-US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361FA00-F94A-87F9-AFC6-8F3E83F56BB0}"/>
              </a:ext>
            </a:extLst>
          </p:cNvPr>
          <p:cNvSpPr/>
          <p:nvPr/>
        </p:nvSpPr>
        <p:spPr>
          <a:xfrm>
            <a:off x="981776" y="3912444"/>
            <a:ext cx="1058779" cy="3531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cz block</a:t>
            </a:r>
            <a:endParaRPr lang="zh-CN" altLang="en-US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4057716-3784-495D-3D46-ED483C10D3CA}"/>
              </a:ext>
            </a:extLst>
          </p:cNvPr>
          <p:cNvSpPr/>
          <p:nvPr/>
        </p:nvSpPr>
        <p:spPr>
          <a:xfrm>
            <a:off x="856648" y="1354818"/>
            <a:ext cx="1299411" cy="2145085"/>
          </a:xfrm>
          <a:prstGeom prst="rect">
            <a:avLst/>
          </a:prstGeom>
          <a:ln w="22225">
            <a:solidFill>
              <a:srgbClr val="C0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8842491-0A14-3C50-770F-1F2C6C965D46}"/>
              </a:ext>
            </a:extLst>
          </p:cNvPr>
          <p:cNvSpPr txBox="1"/>
          <p:nvPr/>
        </p:nvSpPr>
        <p:spPr>
          <a:xfrm rot="-5400000">
            <a:off x="-473172" y="2217802"/>
            <a:ext cx="23210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Look forward window</a:t>
            </a:r>
            <a:endParaRPr lang="zh-CN" altLang="en-US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ADC7EC0B-2F9D-9A03-669C-2A1ED06ED669}"/>
              </a:ext>
            </a:extLst>
          </p:cNvPr>
          <p:cNvSpPr>
            <a:spLocks noChangeAspect="1"/>
          </p:cNvSpPr>
          <p:nvPr/>
        </p:nvSpPr>
        <p:spPr>
          <a:xfrm>
            <a:off x="2610119" y="1453132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AABB49B1-C32D-1BE1-6C49-F728288482B0}"/>
              </a:ext>
            </a:extLst>
          </p:cNvPr>
          <p:cNvSpPr>
            <a:spLocks noChangeAspect="1"/>
          </p:cNvSpPr>
          <p:nvPr/>
        </p:nvSpPr>
        <p:spPr>
          <a:xfrm>
            <a:off x="2754119" y="144714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ABD8EA60-4363-E03D-50FA-FA4597D85EC9}"/>
              </a:ext>
            </a:extLst>
          </p:cNvPr>
          <p:cNvSpPr>
            <a:spLocks noChangeAspect="1"/>
          </p:cNvSpPr>
          <p:nvPr/>
        </p:nvSpPr>
        <p:spPr>
          <a:xfrm>
            <a:off x="3052467" y="1453132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ACB2F462-C5C6-483E-6703-8B0B5C4054CE}"/>
              </a:ext>
            </a:extLst>
          </p:cNvPr>
          <p:cNvSpPr>
            <a:spLocks noChangeAspect="1"/>
          </p:cNvSpPr>
          <p:nvPr/>
        </p:nvSpPr>
        <p:spPr>
          <a:xfrm>
            <a:off x="3196467" y="144714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3F7511AA-E251-60BE-F018-2A45FF8E9CDF}"/>
              </a:ext>
            </a:extLst>
          </p:cNvPr>
          <p:cNvSpPr>
            <a:spLocks noChangeAspect="1"/>
          </p:cNvSpPr>
          <p:nvPr/>
        </p:nvSpPr>
        <p:spPr>
          <a:xfrm>
            <a:off x="3494815" y="1453132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9D04BF68-251A-880B-931F-318C04C328B4}"/>
              </a:ext>
            </a:extLst>
          </p:cNvPr>
          <p:cNvSpPr>
            <a:spLocks noChangeAspect="1"/>
          </p:cNvSpPr>
          <p:nvPr/>
        </p:nvSpPr>
        <p:spPr>
          <a:xfrm>
            <a:off x="3638815" y="144714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B7E7A8B6-B544-001A-AB37-A79E53DDA155}"/>
              </a:ext>
            </a:extLst>
          </p:cNvPr>
          <p:cNvSpPr>
            <a:spLocks noChangeAspect="1"/>
          </p:cNvSpPr>
          <p:nvPr/>
        </p:nvSpPr>
        <p:spPr>
          <a:xfrm>
            <a:off x="3937164" y="1453132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0E6D3712-18F7-13C7-C20C-B871867459EA}"/>
              </a:ext>
            </a:extLst>
          </p:cNvPr>
          <p:cNvSpPr>
            <a:spLocks noChangeAspect="1"/>
          </p:cNvSpPr>
          <p:nvPr/>
        </p:nvSpPr>
        <p:spPr>
          <a:xfrm>
            <a:off x="4081164" y="144714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511D25E7-97DC-30BC-34A1-DF1154C26A2C}"/>
              </a:ext>
            </a:extLst>
          </p:cNvPr>
          <p:cNvSpPr>
            <a:spLocks noChangeAspect="1"/>
          </p:cNvSpPr>
          <p:nvPr/>
        </p:nvSpPr>
        <p:spPr>
          <a:xfrm>
            <a:off x="2610119" y="2584250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E80FC29E-4C92-AA64-E515-03C9A9358D9F}"/>
              </a:ext>
            </a:extLst>
          </p:cNvPr>
          <p:cNvSpPr>
            <a:spLocks noChangeAspect="1"/>
          </p:cNvSpPr>
          <p:nvPr/>
        </p:nvSpPr>
        <p:spPr>
          <a:xfrm>
            <a:off x="2846740" y="2584250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70478D61-BE29-8AFD-E95D-864F6D737F06}"/>
              </a:ext>
            </a:extLst>
          </p:cNvPr>
          <p:cNvSpPr>
            <a:spLocks noChangeAspect="1"/>
          </p:cNvSpPr>
          <p:nvPr/>
        </p:nvSpPr>
        <p:spPr>
          <a:xfrm>
            <a:off x="3083361" y="2584250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36C28A7D-D98B-ED87-B352-58B9B7067DCD}"/>
              </a:ext>
            </a:extLst>
          </p:cNvPr>
          <p:cNvSpPr>
            <a:spLocks noChangeAspect="1"/>
          </p:cNvSpPr>
          <p:nvPr/>
        </p:nvSpPr>
        <p:spPr>
          <a:xfrm>
            <a:off x="3319982" y="2584250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98F5540F-F2BE-132D-1A69-A962C6B91C8F}"/>
              </a:ext>
            </a:extLst>
          </p:cNvPr>
          <p:cNvSpPr>
            <a:spLocks noChangeAspect="1"/>
          </p:cNvSpPr>
          <p:nvPr/>
        </p:nvSpPr>
        <p:spPr>
          <a:xfrm>
            <a:off x="3556603" y="2584250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3B7472B4-F7EA-60FF-2B8F-48B4F01BA1BE}"/>
              </a:ext>
            </a:extLst>
          </p:cNvPr>
          <p:cNvSpPr>
            <a:spLocks noChangeAspect="1"/>
          </p:cNvSpPr>
          <p:nvPr/>
        </p:nvSpPr>
        <p:spPr>
          <a:xfrm>
            <a:off x="3785643" y="2584250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7B9E447E-F189-F95D-59AC-96340636687C}"/>
              </a:ext>
            </a:extLst>
          </p:cNvPr>
          <p:cNvSpPr>
            <a:spLocks noChangeAspect="1"/>
          </p:cNvSpPr>
          <p:nvPr/>
        </p:nvSpPr>
        <p:spPr>
          <a:xfrm>
            <a:off x="4022264" y="2584250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1FF787B1-E960-B4E5-2C82-79095B15989B}"/>
              </a:ext>
            </a:extLst>
          </p:cNvPr>
          <p:cNvSpPr>
            <a:spLocks noChangeAspect="1"/>
          </p:cNvSpPr>
          <p:nvPr/>
        </p:nvSpPr>
        <p:spPr>
          <a:xfrm>
            <a:off x="2610119" y="2886678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DA32F427-954B-F703-746F-A2E3C08A259E}"/>
              </a:ext>
            </a:extLst>
          </p:cNvPr>
          <p:cNvSpPr>
            <a:spLocks noChangeAspect="1"/>
          </p:cNvSpPr>
          <p:nvPr/>
        </p:nvSpPr>
        <p:spPr>
          <a:xfrm>
            <a:off x="2846740" y="2886678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AD084377-4AB4-75F8-45AB-FCAEF3AC86B6}"/>
              </a:ext>
            </a:extLst>
          </p:cNvPr>
          <p:cNvSpPr>
            <a:spLocks noChangeAspect="1"/>
          </p:cNvSpPr>
          <p:nvPr/>
        </p:nvSpPr>
        <p:spPr>
          <a:xfrm>
            <a:off x="3083361" y="2886678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5237AC31-95D0-5ED5-D3CA-86A2BDC35151}"/>
              </a:ext>
            </a:extLst>
          </p:cNvPr>
          <p:cNvSpPr>
            <a:spLocks noChangeAspect="1"/>
          </p:cNvSpPr>
          <p:nvPr/>
        </p:nvSpPr>
        <p:spPr>
          <a:xfrm>
            <a:off x="3319982" y="2886678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D6E2E59D-A3E6-6D64-AB6B-18E2A6BA0265}"/>
              </a:ext>
            </a:extLst>
          </p:cNvPr>
          <p:cNvSpPr>
            <a:spLocks noChangeAspect="1"/>
          </p:cNvSpPr>
          <p:nvPr/>
        </p:nvSpPr>
        <p:spPr>
          <a:xfrm>
            <a:off x="3556603" y="2886678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490AA02E-2170-209F-C49F-113293F84AA1}"/>
              </a:ext>
            </a:extLst>
          </p:cNvPr>
          <p:cNvSpPr>
            <a:spLocks noChangeAspect="1"/>
          </p:cNvSpPr>
          <p:nvPr/>
        </p:nvSpPr>
        <p:spPr>
          <a:xfrm>
            <a:off x="3785643" y="2886678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6" name="椭圆 75">
            <a:extLst>
              <a:ext uri="{FF2B5EF4-FFF2-40B4-BE49-F238E27FC236}">
                <a16:creationId xmlns:a16="http://schemas.microsoft.com/office/drawing/2014/main" id="{68A9C3FB-09EE-CE51-A905-A20583CCD3AB}"/>
              </a:ext>
            </a:extLst>
          </p:cNvPr>
          <p:cNvSpPr>
            <a:spLocks noChangeAspect="1"/>
          </p:cNvSpPr>
          <p:nvPr/>
        </p:nvSpPr>
        <p:spPr>
          <a:xfrm>
            <a:off x="4022264" y="2886678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id="{0CDFA139-CBBA-9FBD-BF62-64F64CD72946}"/>
              </a:ext>
            </a:extLst>
          </p:cNvPr>
          <p:cNvSpPr>
            <a:spLocks noChangeAspect="1"/>
          </p:cNvSpPr>
          <p:nvPr/>
        </p:nvSpPr>
        <p:spPr>
          <a:xfrm>
            <a:off x="2610119" y="3631868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15EBAA7C-2FA2-D826-783E-F68659DF3B3E}"/>
              </a:ext>
            </a:extLst>
          </p:cNvPr>
          <p:cNvSpPr>
            <a:spLocks noChangeAspect="1"/>
          </p:cNvSpPr>
          <p:nvPr/>
        </p:nvSpPr>
        <p:spPr>
          <a:xfrm>
            <a:off x="2846740" y="3631868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55D3B476-C1DE-7036-3F10-237F563E2106}"/>
              </a:ext>
            </a:extLst>
          </p:cNvPr>
          <p:cNvSpPr>
            <a:spLocks noChangeAspect="1"/>
          </p:cNvSpPr>
          <p:nvPr/>
        </p:nvSpPr>
        <p:spPr>
          <a:xfrm>
            <a:off x="3083361" y="3631868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C3C0B18E-B75D-BEB8-1FE3-29E1E2BB3067}"/>
              </a:ext>
            </a:extLst>
          </p:cNvPr>
          <p:cNvSpPr>
            <a:spLocks noChangeAspect="1"/>
          </p:cNvSpPr>
          <p:nvPr/>
        </p:nvSpPr>
        <p:spPr>
          <a:xfrm>
            <a:off x="3319982" y="3631868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9D977B8D-FD37-E06D-6250-4D526FC7851B}"/>
              </a:ext>
            </a:extLst>
          </p:cNvPr>
          <p:cNvSpPr>
            <a:spLocks noChangeAspect="1"/>
          </p:cNvSpPr>
          <p:nvPr/>
        </p:nvSpPr>
        <p:spPr>
          <a:xfrm>
            <a:off x="3556603" y="3631868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282CF53E-5554-70D7-1798-D0FE3A34C768}"/>
              </a:ext>
            </a:extLst>
          </p:cNvPr>
          <p:cNvSpPr>
            <a:spLocks noChangeAspect="1"/>
          </p:cNvSpPr>
          <p:nvPr/>
        </p:nvSpPr>
        <p:spPr>
          <a:xfrm>
            <a:off x="3785643" y="3631868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CE48D7CE-1EAA-BD97-7CAD-AAF649262D0F}"/>
              </a:ext>
            </a:extLst>
          </p:cNvPr>
          <p:cNvSpPr>
            <a:spLocks noChangeAspect="1"/>
          </p:cNvSpPr>
          <p:nvPr/>
        </p:nvSpPr>
        <p:spPr>
          <a:xfrm>
            <a:off x="4022264" y="3631868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2C99837D-317D-C804-D535-4D519612EEF0}"/>
              </a:ext>
            </a:extLst>
          </p:cNvPr>
          <p:cNvSpPr>
            <a:spLocks noChangeAspect="1"/>
          </p:cNvSpPr>
          <p:nvPr/>
        </p:nvSpPr>
        <p:spPr>
          <a:xfrm>
            <a:off x="2610119" y="3934296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7" name="椭圆 86">
            <a:extLst>
              <a:ext uri="{FF2B5EF4-FFF2-40B4-BE49-F238E27FC236}">
                <a16:creationId xmlns:a16="http://schemas.microsoft.com/office/drawing/2014/main" id="{EC4FCE2D-AD85-5444-DF25-B23D3490FFF8}"/>
              </a:ext>
            </a:extLst>
          </p:cNvPr>
          <p:cNvSpPr>
            <a:spLocks noChangeAspect="1"/>
          </p:cNvSpPr>
          <p:nvPr/>
        </p:nvSpPr>
        <p:spPr>
          <a:xfrm>
            <a:off x="2846740" y="3934296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BA8A198B-D8E4-D550-3814-FEF5F854C04F}"/>
              </a:ext>
            </a:extLst>
          </p:cNvPr>
          <p:cNvSpPr>
            <a:spLocks noChangeAspect="1"/>
          </p:cNvSpPr>
          <p:nvPr/>
        </p:nvSpPr>
        <p:spPr>
          <a:xfrm>
            <a:off x="3083361" y="3934296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972FB0AE-1E7F-50A1-7EE8-ED8D7D54EEA6}"/>
              </a:ext>
            </a:extLst>
          </p:cNvPr>
          <p:cNvSpPr>
            <a:spLocks noChangeAspect="1"/>
          </p:cNvSpPr>
          <p:nvPr/>
        </p:nvSpPr>
        <p:spPr>
          <a:xfrm>
            <a:off x="3319982" y="3934296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BC35876E-E154-D927-4B00-F34141DC59B2}"/>
              </a:ext>
            </a:extLst>
          </p:cNvPr>
          <p:cNvSpPr>
            <a:spLocks noChangeAspect="1"/>
          </p:cNvSpPr>
          <p:nvPr/>
        </p:nvSpPr>
        <p:spPr>
          <a:xfrm>
            <a:off x="3556603" y="3934296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5D8745C5-926B-D021-8511-2425EB8AEF28}"/>
              </a:ext>
            </a:extLst>
          </p:cNvPr>
          <p:cNvSpPr>
            <a:spLocks noChangeAspect="1"/>
          </p:cNvSpPr>
          <p:nvPr/>
        </p:nvSpPr>
        <p:spPr>
          <a:xfrm>
            <a:off x="3785643" y="3934296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ED7CE8B9-D327-5E93-B963-1514B125F6B2}"/>
              </a:ext>
            </a:extLst>
          </p:cNvPr>
          <p:cNvSpPr>
            <a:spLocks noChangeAspect="1"/>
          </p:cNvSpPr>
          <p:nvPr/>
        </p:nvSpPr>
        <p:spPr>
          <a:xfrm>
            <a:off x="4022264" y="3934296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79115B46-BA9C-C22D-43BC-36E51264E280}"/>
              </a:ext>
            </a:extLst>
          </p:cNvPr>
          <p:cNvSpPr>
            <a:spLocks noChangeAspect="1"/>
          </p:cNvSpPr>
          <p:nvPr/>
        </p:nvSpPr>
        <p:spPr>
          <a:xfrm>
            <a:off x="2610119" y="1749573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3" name="椭圆 102">
            <a:extLst>
              <a:ext uri="{FF2B5EF4-FFF2-40B4-BE49-F238E27FC236}">
                <a16:creationId xmlns:a16="http://schemas.microsoft.com/office/drawing/2014/main" id="{1D15EAF9-6D2D-508B-9BCD-8B0C8BDD4F0C}"/>
              </a:ext>
            </a:extLst>
          </p:cNvPr>
          <p:cNvSpPr>
            <a:spLocks noChangeAspect="1"/>
          </p:cNvSpPr>
          <p:nvPr/>
        </p:nvSpPr>
        <p:spPr>
          <a:xfrm>
            <a:off x="2754119" y="1743586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3E5262D7-2C06-0871-E6BD-760D102FDBE8}"/>
              </a:ext>
            </a:extLst>
          </p:cNvPr>
          <p:cNvSpPr>
            <a:spLocks noChangeAspect="1"/>
          </p:cNvSpPr>
          <p:nvPr/>
        </p:nvSpPr>
        <p:spPr>
          <a:xfrm>
            <a:off x="3052467" y="1749573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EB428D69-BED9-BD8E-DB17-16DCC8F23522}"/>
              </a:ext>
            </a:extLst>
          </p:cNvPr>
          <p:cNvSpPr>
            <a:spLocks noChangeAspect="1"/>
          </p:cNvSpPr>
          <p:nvPr/>
        </p:nvSpPr>
        <p:spPr>
          <a:xfrm>
            <a:off x="3196467" y="1743586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5FC3526E-5A47-E0EA-0176-E58AA7BDED29}"/>
              </a:ext>
            </a:extLst>
          </p:cNvPr>
          <p:cNvSpPr>
            <a:spLocks noChangeAspect="1"/>
          </p:cNvSpPr>
          <p:nvPr/>
        </p:nvSpPr>
        <p:spPr>
          <a:xfrm>
            <a:off x="3494815" y="1749573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9" name="椭圆 108">
            <a:extLst>
              <a:ext uri="{FF2B5EF4-FFF2-40B4-BE49-F238E27FC236}">
                <a16:creationId xmlns:a16="http://schemas.microsoft.com/office/drawing/2014/main" id="{97715A7C-61B0-F494-5ABC-D7A1CC6B42D2}"/>
              </a:ext>
            </a:extLst>
          </p:cNvPr>
          <p:cNvSpPr>
            <a:spLocks noChangeAspect="1"/>
          </p:cNvSpPr>
          <p:nvPr/>
        </p:nvSpPr>
        <p:spPr>
          <a:xfrm>
            <a:off x="3638815" y="1743586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1" name="椭圆 110">
            <a:extLst>
              <a:ext uri="{FF2B5EF4-FFF2-40B4-BE49-F238E27FC236}">
                <a16:creationId xmlns:a16="http://schemas.microsoft.com/office/drawing/2014/main" id="{083A5875-6279-041F-9900-23FA0630D165}"/>
              </a:ext>
            </a:extLst>
          </p:cNvPr>
          <p:cNvSpPr>
            <a:spLocks noChangeAspect="1"/>
          </p:cNvSpPr>
          <p:nvPr/>
        </p:nvSpPr>
        <p:spPr>
          <a:xfrm>
            <a:off x="3937164" y="1749573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2" name="椭圆 111">
            <a:extLst>
              <a:ext uri="{FF2B5EF4-FFF2-40B4-BE49-F238E27FC236}">
                <a16:creationId xmlns:a16="http://schemas.microsoft.com/office/drawing/2014/main" id="{D932510B-994C-C21D-CD95-878696949FAD}"/>
              </a:ext>
            </a:extLst>
          </p:cNvPr>
          <p:cNvSpPr>
            <a:spLocks noChangeAspect="1"/>
          </p:cNvSpPr>
          <p:nvPr/>
        </p:nvSpPr>
        <p:spPr>
          <a:xfrm>
            <a:off x="4081164" y="1743586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33E411D9-5020-B6FD-98CC-D5AC33DB5BC3}"/>
              </a:ext>
            </a:extLst>
          </p:cNvPr>
          <p:cNvSpPr/>
          <p:nvPr/>
        </p:nvSpPr>
        <p:spPr>
          <a:xfrm>
            <a:off x="2494614" y="1354818"/>
            <a:ext cx="1867303" cy="595423"/>
          </a:xfrm>
          <a:prstGeom prst="rect">
            <a:avLst/>
          </a:prstGeom>
          <a:ln w="15875">
            <a:solidFill>
              <a:schemeClr val="accent2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2E3F1682-558B-B455-F35F-FCEBDAEFF110}"/>
              </a:ext>
            </a:extLst>
          </p:cNvPr>
          <p:cNvSpPr/>
          <p:nvPr/>
        </p:nvSpPr>
        <p:spPr>
          <a:xfrm>
            <a:off x="2494614" y="2477615"/>
            <a:ext cx="1867303" cy="639403"/>
          </a:xfrm>
          <a:prstGeom prst="rect">
            <a:avLst/>
          </a:prstGeom>
          <a:ln w="15875">
            <a:solidFill>
              <a:schemeClr val="accent5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5230E342-38C4-9956-97AD-39446726C236}"/>
              </a:ext>
            </a:extLst>
          </p:cNvPr>
          <p:cNvSpPr txBox="1"/>
          <p:nvPr/>
        </p:nvSpPr>
        <p:spPr>
          <a:xfrm>
            <a:off x="1192004" y="4169194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 …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7" name="矩形: 折角 116">
            <a:extLst>
              <a:ext uri="{FF2B5EF4-FFF2-40B4-BE49-F238E27FC236}">
                <a16:creationId xmlns:a16="http://schemas.microsoft.com/office/drawing/2014/main" id="{89804C6F-94CA-1897-6D10-F5E430EFD364}"/>
              </a:ext>
            </a:extLst>
          </p:cNvPr>
          <p:cNvSpPr/>
          <p:nvPr/>
        </p:nvSpPr>
        <p:spPr>
          <a:xfrm>
            <a:off x="837863" y="4681917"/>
            <a:ext cx="744203" cy="738893"/>
          </a:xfrm>
          <a:prstGeom prst="foldedCorner">
            <a:avLst/>
          </a:prstGeom>
          <a:ln w="1905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AOD</a:t>
            </a:r>
          </a:p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move</a:t>
            </a:r>
          </a:p>
        </p:txBody>
      </p:sp>
      <p:sp>
        <p:nvSpPr>
          <p:cNvPr id="119" name="矩形: 折角 118">
            <a:extLst>
              <a:ext uri="{FF2B5EF4-FFF2-40B4-BE49-F238E27FC236}">
                <a16:creationId xmlns:a16="http://schemas.microsoft.com/office/drawing/2014/main" id="{DF70DBA7-38EB-7E66-D57F-7C63E375CADB}"/>
              </a:ext>
            </a:extLst>
          </p:cNvPr>
          <p:cNvSpPr/>
          <p:nvPr/>
        </p:nvSpPr>
        <p:spPr>
          <a:xfrm>
            <a:off x="2632277" y="4681917"/>
            <a:ext cx="744203" cy="738893"/>
          </a:xfrm>
          <a:prstGeom prst="foldedCorner">
            <a:avLst/>
          </a:prstGeom>
          <a:ln w="1905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execute</a:t>
            </a:r>
          </a:p>
        </p:txBody>
      </p:sp>
      <p:sp>
        <p:nvSpPr>
          <p:cNvPr id="121" name="矩形: 折角 120">
            <a:extLst>
              <a:ext uri="{FF2B5EF4-FFF2-40B4-BE49-F238E27FC236}">
                <a16:creationId xmlns:a16="http://schemas.microsoft.com/office/drawing/2014/main" id="{40D8C03E-096A-E285-4D88-F6F3B0791EE6}"/>
              </a:ext>
            </a:extLst>
          </p:cNvPr>
          <p:cNvSpPr/>
          <p:nvPr/>
        </p:nvSpPr>
        <p:spPr>
          <a:xfrm>
            <a:off x="1742403" y="4681917"/>
            <a:ext cx="744203" cy="738893"/>
          </a:xfrm>
          <a:prstGeom prst="foldedCorner">
            <a:avLst/>
          </a:prstGeom>
          <a:ln w="1905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AOD</a:t>
            </a:r>
          </a:p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move</a:t>
            </a:r>
          </a:p>
        </p:txBody>
      </p:sp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357BC6AD-D6D3-45ED-FCE7-6220AEE1938A}"/>
              </a:ext>
            </a:extLst>
          </p:cNvPr>
          <p:cNvCxnSpPr>
            <a:stCxn id="117" idx="3"/>
            <a:endCxn id="121" idx="1"/>
          </p:cNvCxnSpPr>
          <p:nvPr/>
        </p:nvCxnSpPr>
        <p:spPr>
          <a:xfrm>
            <a:off x="1582066" y="5051364"/>
            <a:ext cx="16033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9B66EA08-3BE4-0CA6-5F9D-97A4214EBC9A}"/>
              </a:ext>
            </a:extLst>
          </p:cNvPr>
          <p:cNvCxnSpPr>
            <a:stCxn id="121" idx="3"/>
            <a:endCxn id="119" idx="1"/>
          </p:cNvCxnSpPr>
          <p:nvPr/>
        </p:nvCxnSpPr>
        <p:spPr>
          <a:xfrm>
            <a:off x="2486606" y="5051364"/>
            <a:ext cx="14567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箭头连接符 126">
            <a:extLst>
              <a:ext uri="{FF2B5EF4-FFF2-40B4-BE49-F238E27FC236}">
                <a16:creationId xmlns:a16="http://schemas.microsoft.com/office/drawing/2014/main" id="{C3682F91-2FED-4621-22E8-BC839C2A2DF3}"/>
              </a:ext>
            </a:extLst>
          </p:cNvPr>
          <p:cNvCxnSpPr>
            <a:stCxn id="103" idx="0"/>
            <a:endCxn id="34" idx="4"/>
          </p:cNvCxnSpPr>
          <p:nvPr/>
        </p:nvCxnSpPr>
        <p:spPr>
          <a:xfrm flipV="1">
            <a:off x="2826119" y="1591145"/>
            <a:ext cx="0" cy="1524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箭头连接符 128">
            <a:extLst>
              <a:ext uri="{FF2B5EF4-FFF2-40B4-BE49-F238E27FC236}">
                <a16:creationId xmlns:a16="http://schemas.microsoft.com/office/drawing/2014/main" id="{26C901A0-5085-7656-4613-C1C1BE3A4A85}"/>
              </a:ext>
            </a:extLst>
          </p:cNvPr>
          <p:cNvCxnSpPr>
            <a:cxnSpLocks/>
            <a:stCxn id="40" idx="0"/>
            <a:endCxn id="105" idx="4"/>
          </p:cNvCxnSpPr>
          <p:nvPr/>
        </p:nvCxnSpPr>
        <p:spPr>
          <a:xfrm flipH="1" flipV="1">
            <a:off x="3124467" y="1893573"/>
            <a:ext cx="30894" cy="69067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14F9DF45-AF52-7ADA-DE47-325A8E7401FB}"/>
              </a:ext>
            </a:extLst>
          </p:cNvPr>
          <p:cNvCxnSpPr>
            <a:stCxn id="42" idx="0"/>
            <a:endCxn id="106" idx="4"/>
          </p:cNvCxnSpPr>
          <p:nvPr/>
        </p:nvCxnSpPr>
        <p:spPr>
          <a:xfrm flipH="1" flipV="1">
            <a:off x="3268467" y="1887586"/>
            <a:ext cx="123515" cy="696664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矩形: 折角 133">
            <a:extLst>
              <a:ext uri="{FF2B5EF4-FFF2-40B4-BE49-F238E27FC236}">
                <a16:creationId xmlns:a16="http://schemas.microsoft.com/office/drawing/2014/main" id="{FE2396A4-DF51-5BC8-6686-6C35342D8E77}"/>
              </a:ext>
            </a:extLst>
          </p:cNvPr>
          <p:cNvSpPr/>
          <p:nvPr/>
        </p:nvSpPr>
        <p:spPr>
          <a:xfrm>
            <a:off x="3543074" y="4681917"/>
            <a:ext cx="744203" cy="738893"/>
          </a:xfrm>
          <a:prstGeom prst="foldedCorner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AOD</a:t>
            </a:r>
          </a:p>
          <a:p>
            <a:pPr algn="ctr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move</a:t>
            </a:r>
          </a:p>
        </p:txBody>
      </p: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CF7DEF09-91E3-158E-7C3D-53AB4A145EAD}"/>
              </a:ext>
            </a:extLst>
          </p:cNvPr>
          <p:cNvCxnSpPr>
            <a:stCxn id="119" idx="3"/>
            <a:endCxn id="134" idx="1"/>
          </p:cNvCxnSpPr>
          <p:nvPr/>
        </p:nvCxnSpPr>
        <p:spPr>
          <a:xfrm>
            <a:off x="3376480" y="5051364"/>
            <a:ext cx="166594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文本框 136">
            <a:extLst>
              <a:ext uri="{FF2B5EF4-FFF2-40B4-BE49-F238E27FC236}">
                <a16:creationId xmlns:a16="http://schemas.microsoft.com/office/drawing/2014/main" id="{16D33623-941E-BA90-4837-DA5459A629C6}"/>
              </a:ext>
            </a:extLst>
          </p:cNvPr>
          <p:cNvSpPr txBox="1"/>
          <p:nvPr/>
        </p:nvSpPr>
        <p:spPr>
          <a:xfrm rot="10800000">
            <a:off x="437753" y="4670169"/>
            <a:ext cx="400110" cy="76238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l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Output 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03C541D-51CF-7375-E786-E05FC1F1FDF0}"/>
              </a:ext>
            </a:extLst>
          </p:cNvPr>
          <p:cNvSpPr txBox="1"/>
          <p:nvPr/>
        </p:nvSpPr>
        <p:spPr>
          <a:xfrm>
            <a:off x="6708508" y="1331629"/>
            <a:ext cx="380418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move 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移动一个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qubit</a:t>
            </a: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next stage: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进入下一个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AOD stage</a:t>
            </a: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execute 1q/2q/M: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执行门或测量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FA4237-398B-6C18-2671-AEBD9E005D37}"/>
              </a:ext>
            </a:extLst>
          </p:cNvPr>
          <p:cNvSpPr/>
          <p:nvPr/>
        </p:nvSpPr>
        <p:spPr>
          <a:xfrm>
            <a:off x="2494614" y="3525491"/>
            <a:ext cx="1867303" cy="639403"/>
          </a:xfrm>
          <a:prstGeom prst="rect">
            <a:avLst/>
          </a:prstGeom>
          <a:ln w="15875">
            <a:solidFill>
              <a:srgbClr val="00B05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0E29CB84-DFA4-9776-D2F3-7E6481028EB6}"/>
              </a:ext>
            </a:extLst>
          </p:cNvPr>
          <p:cNvCxnSpPr>
            <a:stCxn id="71" idx="4"/>
            <a:endCxn id="79" idx="0"/>
          </p:cNvCxnSpPr>
          <p:nvPr/>
        </p:nvCxnSpPr>
        <p:spPr>
          <a:xfrm>
            <a:off x="2918740" y="3030678"/>
            <a:ext cx="0" cy="60119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9108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1F8ADAE-C04F-C775-F8D8-B42A3C0F1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5E9389D-DCDA-FB26-048A-506D978D3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X/Y channel</a:t>
            </a:r>
            <a:endParaRPr lang="zh-CN" altLang="en-US" dirty="0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66ADE13A-7872-85A0-5414-24AA982163DE}"/>
              </a:ext>
            </a:extLst>
          </p:cNvPr>
          <p:cNvSpPr>
            <a:spLocks noChangeAspect="1"/>
          </p:cNvSpPr>
          <p:nvPr/>
        </p:nvSpPr>
        <p:spPr>
          <a:xfrm>
            <a:off x="790944" y="1306552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E903263-120F-61CA-51D6-E0EE5A40E447}"/>
              </a:ext>
            </a:extLst>
          </p:cNvPr>
          <p:cNvSpPr>
            <a:spLocks noChangeAspect="1"/>
          </p:cNvSpPr>
          <p:nvPr/>
        </p:nvSpPr>
        <p:spPr>
          <a:xfrm>
            <a:off x="1027565" y="1306552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E6F4B53-5B62-AA97-7E4C-9E8704E8C117}"/>
              </a:ext>
            </a:extLst>
          </p:cNvPr>
          <p:cNvSpPr>
            <a:spLocks noChangeAspect="1"/>
          </p:cNvSpPr>
          <p:nvPr/>
        </p:nvSpPr>
        <p:spPr>
          <a:xfrm>
            <a:off x="1264186" y="1306552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E573E9D-C74E-E86D-AEF9-9008DB9D00E1}"/>
              </a:ext>
            </a:extLst>
          </p:cNvPr>
          <p:cNvSpPr>
            <a:spLocks noChangeAspect="1"/>
          </p:cNvSpPr>
          <p:nvPr/>
        </p:nvSpPr>
        <p:spPr>
          <a:xfrm>
            <a:off x="1500807" y="1306552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F0BC973A-09CE-11FF-1359-F718266B43B0}"/>
              </a:ext>
            </a:extLst>
          </p:cNvPr>
          <p:cNvSpPr>
            <a:spLocks noChangeAspect="1"/>
          </p:cNvSpPr>
          <p:nvPr/>
        </p:nvSpPr>
        <p:spPr>
          <a:xfrm>
            <a:off x="1737428" y="1306552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2F6039E-701A-F352-F38B-CA58F4E84849}"/>
              </a:ext>
            </a:extLst>
          </p:cNvPr>
          <p:cNvSpPr>
            <a:spLocks noChangeAspect="1"/>
          </p:cNvSpPr>
          <p:nvPr/>
        </p:nvSpPr>
        <p:spPr>
          <a:xfrm>
            <a:off x="1966468" y="1306552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9D89892A-3624-9D58-22D4-1E26AF68087B}"/>
              </a:ext>
            </a:extLst>
          </p:cNvPr>
          <p:cNvSpPr>
            <a:spLocks noChangeAspect="1"/>
          </p:cNvSpPr>
          <p:nvPr/>
        </p:nvSpPr>
        <p:spPr>
          <a:xfrm>
            <a:off x="2203089" y="1306552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ACD90CE3-68AB-096F-C2B7-497BF075B4A6}"/>
              </a:ext>
            </a:extLst>
          </p:cNvPr>
          <p:cNvSpPr>
            <a:spLocks noChangeAspect="1"/>
          </p:cNvSpPr>
          <p:nvPr/>
        </p:nvSpPr>
        <p:spPr>
          <a:xfrm>
            <a:off x="790944" y="1608980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5DDFF39-91F8-9B0C-0600-FB6E403D6B1A}"/>
              </a:ext>
            </a:extLst>
          </p:cNvPr>
          <p:cNvSpPr>
            <a:spLocks noChangeAspect="1"/>
          </p:cNvSpPr>
          <p:nvPr/>
        </p:nvSpPr>
        <p:spPr>
          <a:xfrm>
            <a:off x="1027565" y="1608980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8D7C4887-C501-9647-A1B9-4B4BE518E66A}"/>
              </a:ext>
            </a:extLst>
          </p:cNvPr>
          <p:cNvSpPr>
            <a:spLocks noChangeAspect="1"/>
          </p:cNvSpPr>
          <p:nvPr/>
        </p:nvSpPr>
        <p:spPr>
          <a:xfrm>
            <a:off x="1264186" y="1608980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FAE0D46-A8B8-D4B6-7D22-3C1D21E3C14B}"/>
              </a:ext>
            </a:extLst>
          </p:cNvPr>
          <p:cNvSpPr>
            <a:spLocks noChangeAspect="1"/>
          </p:cNvSpPr>
          <p:nvPr/>
        </p:nvSpPr>
        <p:spPr>
          <a:xfrm>
            <a:off x="1500807" y="1608980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B7D41187-F592-7F8B-1D1D-B3455E992E36}"/>
              </a:ext>
            </a:extLst>
          </p:cNvPr>
          <p:cNvSpPr>
            <a:spLocks noChangeAspect="1"/>
          </p:cNvSpPr>
          <p:nvPr/>
        </p:nvSpPr>
        <p:spPr>
          <a:xfrm>
            <a:off x="1737428" y="1608980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706149D-432B-6BFD-B644-55EAFFA5F34B}"/>
              </a:ext>
            </a:extLst>
          </p:cNvPr>
          <p:cNvSpPr>
            <a:spLocks noChangeAspect="1"/>
          </p:cNvSpPr>
          <p:nvPr/>
        </p:nvSpPr>
        <p:spPr>
          <a:xfrm>
            <a:off x="1966468" y="1608980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118DF0F0-11D4-AFD8-4C2B-0C03D1C15541}"/>
              </a:ext>
            </a:extLst>
          </p:cNvPr>
          <p:cNvSpPr>
            <a:spLocks noChangeAspect="1"/>
          </p:cNvSpPr>
          <p:nvPr/>
        </p:nvSpPr>
        <p:spPr>
          <a:xfrm>
            <a:off x="2203089" y="1608980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B711E644-2B89-AE44-8438-E273B9A348D1}"/>
              </a:ext>
            </a:extLst>
          </p:cNvPr>
          <p:cNvSpPr>
            <a:spLocks noChangeAspect="1"/>
          </p:cNvSpPr>
          <p:nvPr/>
        </p:nvSpPr>
        <p:spPr>
          <a:xfrm>
            <a:off x="790944" y="2354170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A95D711-11D8-B18A-B8B0-98691EBAB75F}"/>
              </a:ext>
            </a:extLst>
          </p:cNvPr>
          <p:cNvSpPr>
            <a:spLocks noChangeAspect="1"/>
          </p:cNvSpPr>
          <p:nvPr/>
        </p:nvSpPr>
        <p:spPr>
          <a:xfrm>
            <a:off x="1027565" y="2354170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6FBA2B5-3EA8-C3E2-8AE6-05CE1666DF3B}"/>
              </a:ext>
            </a:extLst>
          </p:cNvPr>
          <p:cNvSpPr>
            <a:spLocks noChangeAspect="1"/>
          </p:cNvSpPr>
          <p:nvPr/>
        </p:nvSpPr>
        <p:spPr>
          <a:xfrm>
            <a:off x="1264186" y="2354170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B8A3D96E-3F6F-0097-174A-97D58425EBD6}"/>
              </a:ext>
            </a:extLst>
          </p:cNvPr>
          <p:cNvSpPr>
            <a:spLocks noChangeAspect="1"/>
          </p:cNvSpPr>
          <p:nvPr/>
        </p:nvSpPr>
        <p:spPr>
          <a:xfrm>
            <a:off x="1500807" y="2354170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1579E921-726A-2507-0AEB-92881FB6109D}"/>
              </a:ext>
            </a:extLst>
          </p:cNvPr>
          <p:cNvSpPr>
            <a:spLocks noChangeAspect="1"/>
          </p:cNvSpPr>
          <p:nvPr/>
        </p:nvSpPr>
        <p:spPr>
          <a:xfrm>
            <a:off x="1737428" y="2354170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0FBED75E-27E3-9321-4717-E9E52AAD637B}"/>
              </a:ext>
            </a:extLst>
          </p:cNvPr>
          <p:cNvSpPr>
            <a:spLocks noChangeAspect="1"/>
          </p:cNvSpPr>
          <p:nvPr/>
        </p:nvSpPr>
        <p:spPr>
          <a:xfrm>
            <a:off x="1966468" y="2354170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644E6B54-682E-73B8-4DBE-6571B9E639C5}"/>
              </a:ext>
            </a:extLst>
          </p:cNvPr>
          <p:cNvSpPr>
            <a:spLocks noChangeAspect="1"/>
          </p:cNvSpPr>
          <p:nvPr/>
        </p:nvSpPr>
        <p:spPr>
          <a:xfrm>
            <a:off x="2203089" y="2354170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FD269697-0417-404F-DE7E-B60DE6E13540}"/>
              </a:ext>
            </a:extLst>
          </p:cNvPr>
          <p:cNvSpPr>
            <a:spLocks noChangeAspect="1"/>
          </p:cNvSpPr>
          <p:nvPr/>
        </p:nvSpPr>
        <p:spPr>
          <a:xfrm>
            <a:off x="790944" y="2656598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51165037-62F6-F1E9-FBD8-C5C0065DF1A9}"/>
              </a:ext>
            </a:extLst>
          </p:cNvPr>
          <p:cNvSpPr>
            <a:spLocks noChangeAspect="1"/>
          </p:cNvSpPr>
          <p:nvPr/>
        </p:nvSpPr>
        <p:spPr>
          <a:xfrm>
            <a:off x="1027565" y="2656598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D8FD67DE-8215-C12A-6B8C-CFDAB77A5108}"/>
              </a:ext>
            </a:extLst>
          </p:cNvPr>
          <p:cNvSpPr>
            <a:spLocks noChangeAspect="1"/>
          </p:cNvSpPr>
          <p:nvPr/>
        </p:nvSpPr>
        <p:spPr>
          <a:xfrm>
            <a:off x="1264186" y="2656598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70CD0392-668C-D8C3-0A30-6E76FED9AEEE}"/>
              </a:ext>
            </a:extLst>
          </p:cNvPr>
          <p:cNvSpPr>
            <a:spLocks noChangeAspect="1"/>
          </p:cNvSpPr>
          <p:nvPr/>
        </p:nvSpPr>
        <p:spPr>
          <a:xfrm>
            <a:off x="1500807" y="2656598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642901EF-35B2-B3BD-3B67-B6B6E49B02A9}"/>
              </a:ext>
            </a:extLst>
          </p:cNvPr>
          <p:cNvSpPr>
            <a:spLocks noChangeAspect="1"/>
          </p:cNvSpPr>
          <p:nvPr/>
        </p:nvSpPr>
        <p:spPr>
          <a:xfrm>
            <a:off x="1737428" y="2656598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C3116ABC-A15E-D6A1-4D8D-660C2FE18B86}"/>
              </a:ext>
            </a:extLst>
          </p:cNvPr>
          <p:cNvSpPr>
            <a:spLocks noChangeAspect="1"/>
          </p:cNvSpPr>
          <p:nvPr/>
        </p:nvSpPr>
        <p:spPr>
          <a:xfrm>
            <a:off x="1966468" y="2656598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A6F5261D-F2A9-03C8-025C-41B55DAB41F1}"/>
              </a:ext>
            </a:extLst>
          </p:cNvPr>
          <p:cNvSpPr>
            <a:spLocks noChangeAspect="1"/>
          </p:cNvSpPr>
          <p:nvPr/>
        </p:nvSpPr>
        <p:spPr>
          <a:xfrm>
            <a:off x="2203089" y="2656598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DC0036E-F5C4-AC2B-5EA7-EC07D97556E3}"/>
              </a:ext>
            </a:extLst>
          </p:cNvPr>
          <p:cNvSpPr txBox="1"/>
          <p:nvPr/>
        </p:nvSpPr>
        <p:spPr>
          <a:xfrm>
            <a:off x="572237" y="3240218"/>
            <a:ext cx="21451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x/y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轴坐标离散化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轴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0,1,2,…,X-1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轴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0,1,2,…,Y-1</a:t>
            </a:r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C417D428-6EE8-2DA6-6491-3A12A62FEED2}"/>
              </a:ext>
            </a:extLst>
          </p:cNvPr>
          <p:cNvSpPr>
            <a:spLocks noChangeAspect="1"/>
          </p:cNvSpPr>
          <p:nvPr/>
        </p:nvSpPr>
        <p:spPr>
          <a:xfrm>
            <a:off x="5382679" y="4163548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2229C2BF-2B51-21BA-EA8B-DDAEFDF51E42}"/>
              </a:ext>
            </a:extLst>
          </p:cNvPr>
          <p:cNvSpPr>
            <a:spLocks noChangeAspect="1"/>
          </p:cNvSpPr>
          <p:nvPr/>
        </p:nvSpPr>
        <p:spPr>
          <a:xfrm>
            <a:off x="5619300" y="4163548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97579799-5CCB-E4B2-D0ED-7881E12F146C}"/>
              </a:ext>
            </a:extLst>
          </p:cNvPr>
          <p:cNvSpPr>
            <a:spLocks noChangeAspect="1"/>
          </p:cNvSpPr>
          <p:nvPr/>
        </p:nvSpPr>
        <p:spPr>
          <a:xfrm>
            <a:off x="5855921" y="4163548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20E59921-0F2E-334B-1C50-1BDB9E82B753}"/>
              </a:ext>
            </a:extLst>
          </p:cNvPr>
          <p:cNvSpPr>
            <a:spLocks noChangeAspect="1"/>
          </p:cNvSpPr>
          <p:nvPr/>
        </p:nvSpPr>
        <p:spPr>
          <a:xfrm>
            <a:off x="6092542" y="4163548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119E054D-BACB-3AAE-16A4-081556AEFDBC}"/>
              </a:ext>
            </a:extLst>
          </p:cNvPr>
          <p:cNvSpPr>
            <a:spLocks noChangeAspect="1"/>
          </p:cNvSpPr>
          <p:nvPr/>
        </p:nvSpPr>
        <p:spPr>
          <a:xfrm>
            <a:off x="6329163" y="4163548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1CE6C7EC-8218-578D-B6C1-59646BB64AB6}"/>
              </a:ext>
            </a:extLst>
          </p:cNvPr>
          <p:cNvSpPr>
            <a:spLocks noChangeAspect="1"/>
          </p:cNvSpPr>
          <p:nvPr/>
        </p:nvSpPr>
        <p:spPr>
          <a:xfrm>
            <a:off x="6558203" y="4163548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E96F2680-1D7D-A4E2-703C-CEE222F7544D}"/>
              </a:ext>
            </a:extLst>
          </p:cNvPr>
          <p:cNvSpPr>
            <a:spLocks noChangeAspect="1"/>
          </p:cNvSpPr>
          <p:nvPr/>
        </p:nvSpPr>
        <p:spPr>
          <a:xfrm>
            <a:off x="6794824" y="4163548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17ACA773-9C67-577A-8DD2-0FC83F8A60F0}"/>
              </a:ext>
            </a:extLst>
          </p:cNvPr>
          <p:cNvSpPr>
            <a:spLocks noChangeAspect="1"/>
          </p:cNvSpPr>
          <p:nvPr/>
        </p:nvSpPr>
        <p:spPr>
          <a:xfrm>
            <a:off x="5382679" y="4465976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40AC1303-FF69-39FF-175A-1ED056258DEE}"/>
              </a:ext>
            </a:extLst>
          </p:cNvPr>
          <p:cNvSpPr>
            <a:spLocks noChangeAspect="1"/>
          </p:cNvSpPr>
          <p:nvPr/>
        </p:nvSpPr>
        <p:spPr>
          <a:xfrm>
            <a:off x="5619300" y="4465976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68D1979B-3C97-DB08-7E20-7907B0B16123}"/>
              </a:ext>
            </a:extLst>
          </p:cNvPr>
          <p:cNvSpPr>
            <a:spLocks noChangeAspect="1"/>
          </p:cNvSpPr>
          <p:nvPr/>
        </p:nvSpPr>
        <p:spPr>
          <a:xfrm>
            <a:off x="5855921" y="4465976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03598DAA-A65B-7A78-7A2D-948DF1EAB86D}"/>
              </a:ext>
            </a:extLst>
          </p:cNvPr>
          <p:cNvSpPr>
            <a:spLocks noChangeAspect="1"/>
          </p:cNvSpPr>
          <p:nvPr/>
        </p:nvSpPr>
        <p:spPr>
          <a:xfrm>
            <a:off x="6092542" y="4465976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0A91F2AD-D199-6A8B-EEB4-A1AF5FE80A91}"/>
              </a:ext>
            </a:extLst>
          </p:cNvPr>
          <p:cNvSpPr>
            <a:spLocks noChangeAspect="1"/>
          </p:cNvSpPr>
          <p:nvPr/>
        </p:nvSpPr>
        <p:spPr>
          <a:xfrm>
            <a:off x="6329163" y="4465976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7FA45D6D-69D1-D6F2-8C3E-4EBA32BE6A13}"/>
              </a:ext>
            </a:extLst>
          </p:cNvPr>
          <p:cNvSpPr>
            <a:spLocks noChangeAspect="1"/>
          </p:cNvSpPr>
          <p:nvPr/>
        </p:nvSpPr>
        <p:spPr>
          <a:xfrm>
            <a:off x="6558203" y="4465976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C3225744-B9E6-0C16-5E44-4C87AE0D312F}"/>
              </a:ext>
            </a:extLst>
          </p:cNvPr>
          <p:cNvSpPr>
            <a:spLocks noChangeAspect="1"/>
          </p:cNvSpPr>
          <p:nvPr/>
        </p:nvSpPr>
        <p:spPr>
          <a:xfrm>
            <a:off x="6794824" y="4465976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E7ACEC30-7FE0-663A-5D93-D32DD56CA398}"/>
              </a:ext>
            </a:extLst>
          </p:cNvPr>
          <p:cNvSpPr>
            <a:spLocks noChangeAspect="1"/>
          </p:cNvSpPr>
          <p:nvPr/>
        </p:nvSpPr>
        <p:spPr>
          <a:xfrm>
            <a:off x="5382679" y="5211166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40EBA2CF-9F0D-CA91-40E6-441BAA1552A3}"/>
              </a:ext>
            </a:extLst>
          </p:cNvPr>
          <p:cNvSpPr>
            <a:spLocks noChangeAspect="1"/>
          </p:cNvSpPr>
          <p:nvPr/>
        </p:nvSpPr>
        <p:spPr>
          <a:xfrm>
            <a:off x="5619300" y="5211166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546EF177-38E6-2972-1B20-4187EEBC2481}"/>
              </a:ext>
            </a:extLst>
          </p:cNvPr>
          <p:cNvSpPr>
            <a:spLocks noChangeAspect="1"/>
          </p:cNvSpPr>
          <p:nvPr/>
        </p:nvSpPr>
        <p:spPr>
          <a:xfrm>
            <a:off x="5855921" y="5211166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164BD4BF-8A05-7601-E7DB-E88E61B42050}"/>
              </a:ext>
            </a:extLst>
          </p:cNvPr>
          <p:cNvSpPr>
            <a:spLocks noChangeAspect="1"/>
          </p:cNvSpPr>
          <p:nvPr/>
        </p:nvSpPr>
        <p:spPr>
          <a:xfrm>
            <a:off x="6092542" y="5211166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C71DB183-C715-B21B-8E1E-6B1EE6F474BA}"/>
              </a:ext>
            </a:extLst>
          </p:cNvPr>
          <p:cNvSpPr>
            <a:spLocks noChangeAspect="1"/>
          </p:cNvSpPr>
          <p:nvPr/>
        </p:nvSpPr>
        <p:spPr>
          <a:xfrm>
            <a:off x="6329163" y="5211166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5D1286DA-DEF6-1251-CC92-8576636921BA}"/>
              </a:ext>
            </a:extLst>
          </p:cNvPr>
          <p:cNvSpPr>
            <a:spLocks noChangeAspect="1"/>
          </p:cNvSpPr>
          <p:nvPr/>
        </p:nvSpPr>
        <p:spPr>
          <a:xfrm>
            <a:off x="6558203" y="5211166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AE222678-7FE9-6A46-193B-06DECA57EFC4}"/>
              </a:ext>
            </a:extLst>
          </p:cNvPr>
          <p:cNvSpPr>
            <a:spLocks noChangeAspect="1"/>
          </p:cNvSpPr>
          <p:nvPr/>
        </p:nvSpPr>
        <p:spPr>
          <a:xfrm>
            <a:off x="6794824" y="5211166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23C71D26-8BAF-029A-3678-C7226F89EA18}"/>
              </a:ext>
            </a:extLst>
          </p:cNvPr>
          <p:cNvSpPr>
            <a:spLocks noChangeAspect="1"/>
          </p:cNvSpPr>
          <p:nvPr/>
        </p:nvSpPr>
        <p:spPr>
          <a:xfrm>
            <a:off x="5382679" y="5513594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8FA9704E-D816-D79B-16E1-E1189F25F67A}"/>
              </a:ext>
            </a:extLst>
          </p:cNvPr>
          <p:cNvSpPr>
            <a:spLocks noChangeAspect="1"/>
          </p:cNvSpPr>
          <p:nvPr/>
        </p:nvSpPr>
        <p:spPr>
          <a:xfrm>
            <a:off x="5619300" y="5513594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99DF1052-D2DD-2D31-45A7-F645063BB414}"/>
              </a:ext>
            </a:extLst>
          </p:cNvPr>
          <p:cNvSpPr>
            <a:spLocks noChangeAspect="1"/>
          </p:cNvSpPr>
          <p:nvPr/>
        </p:nvSpPr>
        <p:spPr>
          <a:xfrm>
            <a:off x="5855921" y="5513594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5046E58C-A0A9-FA1E-CABA-A3E92B9978ED}"/>
              </a:ext>
            </a:extLst>
          </p:cNvPr>
          <p:cNvSpPr>
            <a:spLocks noChangeAspect="1"/>
          </p:cNvSpPr>
          <p:nvPr/>
        </p:nvSpPr>
        <p:spPr>
          <a:xfrm>
            <a:off x="6092542" y="5513594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08568722-EBE5-93F8-252C-DBD1936FEE04}"/>
              </a:ext>
            </a:extLst>
          </p:cNvPr>
          <p:cNvSpPr>
            <a:spLocks noChangeAspect="1"/>
          </p:cNvSpPr>
          <p:nvPr/>
        </p:nvSpPr>
        <p:spPr>
          <a:xfrm>
            <a:off x="6329163" y="5513594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13296758-D137-40FE-05FE-95D2BEFB8FD1}"/>
              </a:ext>
            </a:extLst>
          </p:cNvPr>
          <p:cNvSpPr>
            <a:spLocks noChangeAspect="1"/>
          </p:cNvSpPr>
          <p:nvPr/>
        </p:nvSpPr>
        <p:spPr>
          <a:xfrm>
            <a:off x="6558203" y="5513594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64FFAC53-789C-9C27-3519-D932DACD29FB}"/>
              </a:ext>
            </a:extLst>
          </p:cNvPr>
          <p:cNvSpPr>
            <a:spLocks noChangeAspect="1"/>
          </p:cNvSpPr>
          <p:nvPr/>
        </p:nvSpPr>
        <p:spPr>
          <a:xfrm>
            <a:off x="6794824" y="5513594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52AF3C4F-6A3D-3B60-B4C8-381E6F49DFE8}"/>
              </a:ext>
            </a:extLst>
          </p:cNvPr>
          <p:cNvCxnSpPr>
            <a:stCxn id="42" idx="5"/>
            <a:endCxn id="59" idx="1"/>
          </p:cNvCxnSpPr>
          <p:nvPr/>
        </p:nvCxnSpPr>
        <p:spPr>
          <a:xfrm>
            <a:off x="5742212" y="4286460"/>
            <a:ext cx="608039" cy="945794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CEA1FA9D-D2D6-A2A3-F8AE-531F06B164E6}"/>
              </a:ext>
            </a:extLst>
          </p:cNvPr>
          <p:cNvCxnSpPr/>
          <p:nvPr/>
        </p:nvCxnSpPr>
        <p:spPr>
          <a:xfrm>
            <a:off x="5742212" y="4033740"/>
            <a:ext cx="730951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2E8001BB-AA51-8761-8638-C0926D7C68B3}"/>
              </a:ext>
            </a:extLst>
          </p:cNvPr>
          <p:cNvCxnSpPr/>
          <p:nvPr/>
        </p:nvCxnSpPr>
        <p:spPr>
          <a:xfrm>
            <a:off x="5265503" y="4286460"/>
            <a:ext cx="0" cy="1068706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74">
            <a:extLst>
              <a:ext uri="{FF2B5EF4-FFF2-40B4-BE49-F238E27FC236}">
                <a16:creationId xmlns:a16="http://schemas.microsoft.com/office/drawing/2014/main" id="{FB352AE5-4711-80FB-A91B-122EAD4773FA}"/>
              </a:ext>
            </a:extLst>
          </p:cNvPr>
          <p:cNvSpPr txBox="1"/>
          <p:nvPr/>
        </p:nvSpPr>
        <p:spPr>
          <a:xfrm>
            <a:off x="849366" y="897321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(1,0)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54D59B45-EAE8-EFBC-6FF6-0D165FA0D138}"/>
                  </a:ext>
                </a:extLst>
              </p:cNvPr>
              <p:cNvSpPr txBox="1"/>
              <p:nvPr/>
            </p:nvSpPr>
            <p:spPr>
              <a:xfrm>
                <a:off x="4283242" y="1145406"/>
                <a:ext cx="7257449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任意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move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都可拆分为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轴方向的移动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l"/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l"/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由于坐标轴被离散化，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轴存在 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X×(X-1)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个移动向量，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轴 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Y×(Y-1)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l"/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将这些移动向量成为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channel</a:t>
                </a:r>
              </a:p>
              <a:p>
                <a:pPr algn="l"/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l"/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channel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是否被占用表征局势中已有的移动，共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𝑋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𝑌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channel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54D59B45-EAE8-EFBC-6FF6-0D165FA0D1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242" y="1145406"/>
                <a:ext cx="7257449" cy="2031325"/>
              </a:xfrm>
              <a:prstGeom prst="rect">
                <a:avLst/>
              </a:prstGeom>
              <a:blipFill>
                <a:blip r:embed="rId2"/>
                <a:stretch>
                  <a:fillRect l="-756" t="-1802" r="-252" b="-39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" name="文本框 128">
            <a:extLst>
              <a:ext uri="{FF2B5EF4-FFF2-40B4-BE49-F238E27FC236}">
                <a16:creationId xmlns:a16="http://schemas.microsoft.com/office/drawing/2014/main" id="{0B4B8EBA-5985-7CE9-8FC6-3FF47B9376EA}"/>
              </a:ext>
            </a:extLst>
          </p:cNvPr>
          <p:cNvSpPr txBox="1"/>
          <p:nvPr/>
        </p:nvSpPr>
        <p:spPr>
          <a:xfrm>
            <a:off x="5742212" y="3522846"/>
            <a:ext cx="1720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x1-&gt;x4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被占用</a:t>
            </a: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B8F94E48-B90D-49A2-23FF-EBF3CB280AC4}"/>
              </a:ext>
            </a:extLst>
          </p:cNvPr>
          <p:cNvSpPr txBox="1"/>
          <p:nvPr/>
        </p:nvSpPr>
        <p:spPr>
          <a:xfrm>
            <a:off x="3498849" y="4636147"/>
            <a:ext cx="1729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y0-&gt;y2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被占用</a:t>
            </a: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137A5FA4-9BF3-3263-DE63-F1D72DB62CD2}"/>
              </a:ext>
            </a:extLst>
          </p:cNvPr>
          <p:cNvCxnSpPr>
            <a:cxnSpLocks/>
            <a:stCxn id="50" idx="5"/>
          </p:cNvCxnSpPr>
          <p:nvPr/>
        </p:nvCxnSpPr>
        <p:spPr>
          <a:xfrm>
            <a:off x="5978833" y="4588888"/>
            <a:ext cx="959991" cy="1017794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42337976-2128-8321-42CA-752305548449}"/>
              </a:ext>
            </a:extLst>
          </p:cNvPr>
          <p:cNvSpPr txBox="1"/>
          <p:nvPr/>
        </p:nvSpPr>
        <p:spPr>
          <a:xfrm>
            <a:off x="8316227" y="3320716"/>
            <a:ext cx="18758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x1-&gt;x2, x3-&gt;x4</a:t>
            </a:r>
          </a:p>
          <a:p>
            <a:pPr algn="l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x1&gt;x3, x2&gt;x4</a:t>
            </a:r>
          </a:p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X1=x3, =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40437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F93F79C-8992-4B87-893C-25359ECCB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DEB33A5-BE2A-2980-B3EA-5279A40D7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 descr="User attachment">
            <a:extLst>
              <a:ext uri="{FF2B5EF4-FFF2-40B4-BE49-F238E27FC236}">
                <a16:creationId xmlns:a16="http://schemas.microsoft.com/office/drawing/2014/main" id="{7E8437A1-6E59-245D-05AE-863963B1B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55" y="927143"/>
            <a:ext cx="3930718" cy="5240957"/>
          </a:xfrm>
          <a:prstGeom prst="rect">
            <a:avLst/>
          </a:prstGeom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FCA7BEF5-0C25-AF10-1021-DB33ED292477}"/>
              </a:ext>
            </a:extLst>
          </p:cNvPr>
          <p:cNvSpPr>
            <a:spLocks noChangeAspect="1"/>
          </p:cNvSpPr>
          <p:nvPr/>
        </p:nvSpPr>
        <p:spPr>
          <a:xfrm>
            <a:off x="9164923" y="2240897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B84FEDE3-1B5B-038B-41E3-75B4FFC3834B}"/>
              </a:ext>
            </a:extLst>
          </p:cNvPr>
          <p:cNvSpPr>
            <a:spLocks noChangeAspect="1"/>
          </p:cNvSpPr>
          <p:nvPr/>
        </p:nvSpPr>
        <p:spPr>
          <a:xfrm>
            <a:off x="9308923" y="2234910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27CB9D2-CBA4-1D72-B6A7-76EA29165490}"/>
              </a:ext>
            </a:extLst>
          </p:cNvPr>
          <p:cNvSpPr>
            <a:spLocks noChangeAspect="1"/>
          </p:cNvSpPr>
          <p:nvPr/>
        </p:nvSpPr>
        <p:spPr>
          <a:xfrm>
            <a:off x="9607271" y="2240897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3DF5DCA8-21AB-5100-6F5C-16E3836BC5B3}"/>
              </a:ext>
            </a:extLst>
          </p:cNvPr>
          <p:cNvSpPr>
            <a:spLocks noChangeAspect="1"/>
          </p:cNvSpPr>
          <p:nvPr/>
        </p:nvSpPr>
        <p:spPr>
          <a:xfrm>
            <a:off x="9751271" y="2234910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A8EE0E3-3965-E6DF-04A0-2402DC40A37D}"/>
              </a:ext>
            </a:extLst>
          </p:cNvPr>
          <p:cNvSpPr>
            <a:spLocks noChangeAspect="1"/>
          </p:cNvSpPr>
          <p:nvPr/>
        </p:nvSpPr>
        <p:spPr>
          <a:xfrm>
            <a:off x="10049619" y="2240897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C455165-DEE1-60BA-5C92-F29360BA7E3D}"/>
              </a:ext>
            </a:extLst>
          </p:cNvPr>
          <p:cNvSpPr>
            <a:spLocks noChangeAspect="1"/>
          </p:cNvSpPr>
          <p:nvPr/>
        </p:nvSpPr>
        <p:spPr>
          <a:xfrm>
            <a:off x="10193619" y="2234910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4AE07A3E-31F7-C7A5-EA17-BDF58DD6941E}"/>
              </a:ext>
            </a:extLst>
          </p:cNvPr>
          <p:cNvSpPr>
            <a:spLocks noChangeAspect="1"/>
          </p:cNvSpPr>
          <p:nvPr/>
        </p:nvSpPr>
        <p:spPr>
          <a:xfrm>
            <a:off x="10491968" y="2240897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410BA73-CBB0-CA57-C5B5-4555180DD3F4}"/>
              </a:ext>
            </a:extLst>
          </p:cNvPr>
          <p:cNvSpPr>
            <a:spLocks noChangeAspect="1"/>
          </p:cNvSpPr>
          <p:nvPr/>
        </p:nvSpPr>
        <p:spPr>
          <a:xfrm>
            <a:off x="10635968" y="2234910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2BC98FF3-9F33-0BF3-23E0-CB62EC0B51D8}"/>
              </a:ext>
            </a:extLst>
          </p:cNvPr>
          <p:cNvSpPr>
            <a:spLocks noChangeAspect="1"/>
          </p:cNvSpPr>
          <p:nvPr/>
        </p:nvSpPr>
        <p:spPr>
          <a:xfrm>
            <a:off x="9164923" y="3372015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B0F3BDD3-9404-D0AD-8493-5D93AE218871}"/>
              </a:ext>
            </a:extLst>
          </p:cNvPr>
          <p:cNvSpPr>
            <a:spLocks noChangeAspect="1"/>
          </p:cNvSpPr>
          <p:nvPr/>
        </p:nvSpPr>
        <p:spPr>
          <a:xfrm>
            <a:off x="9401544" y="3372015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2A3CA984-9B2B-683D-E760-17B713135436}"/>
              </a:ext>
            </a:extLst>
          </p:cNvPr>
          <p:cNvSpPr>
            <a:spLocks noChangeAspect="1"/>
          </p:cNvSpPr>
          <p:nvPr/>
        </p:nvSpPr>
        <p:spPr>
          <a:xfrm>
            <a:off x="9638165" y="3372015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EB25DF03-6B91-9014-7D38-0C53AE133EBB}"/>
              </a:ext>
            </a:extLst>
          </p:cNvPr>
          <p:cNvSpPr>
            <a:spLocks noChangeAspect="1"/>
          </p:cNvSpPr>
          <p:nvPr/>
        </p:nvSpPr>
        <p:spPr>
          <a:xfrm>
            <a:off x="9874786" y="3372015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D9B4945B-7C73-777E-2AA6-0DBF16F9BBBE}"/>
              </a:ext>
            </a:extLst>
          </p:cNvPr>
          <p:cNvSpPr>
            <a:spLocks noChangeAspect="1"/>
          </p:cNvSpPr>
          <p:nvPr/>
        </p:nvSpPr>
        <p:spPr>
          <a:xfrm>
            <a:off x="10111407" y="337201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BC070F56-C65C-890D-5D07-593707DEF18E}"/>
              </a:ext>
            </a:extLst>
          </p:cNvPr>
          <p:cNvSpPr>
            <a:spLocks noChangeAspect="1"/>
          </p:cNvSpPr>
          <p:nvPr/>
        </p:nvSpPr>
        <p:spPr>
          <a:xfrm>
            <a:off x="10340447" y="337201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D7E48CA9-49A7-8D0F-9C03-5C7C8248CC00}"/>
              </a:ext>
            </a:extLst>
          </p:cNvPr>
          <p:cNvSpPr>
            <a:spLocks noChangeAspect="1"/>
          </p:cNvSpPr>
          <p:nvPr/>
        </p:nvSpPr>
        <p:spPr>
          <a:xfrm>
            <a:off x="10577068" y="337201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24293787-14A2-6C57-4460-C6670CD32A47}"/>
              </a:ext>
            </a:extLst>
          </p:cNvPr>
          <p:cNvSpPr>
            <a:spLocks noChangeAspect="1"/>
          </p:cNvSpPr>
          <p:nvPr/>
        </p:nvSpPr>
        <p:spPr>
          <a:xfrm>
            <a:off x="9164923" y="3674443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45CFB5DD-BA46-3759-7BA4-12CAAC00B680}"/>
              </a:ext>
            </a:extLst>
          </p:cNvPr>
          <p:cNvSpPr>
            <a:spLocks noChangeAspect="1"/>
          </p:cNvSpPr>
          <p:nvPr/>
        </p:nvSpPr>
        <p:spPr>
          <a:xfrm>
            <a:off x="9401544" y="3674443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3B940A87-735B-493D-FF31-62D4AF4FD5A6}"/>
              </a:ext>
            </a:extLst>
          </p:cNvPr>
          <p:cNvSpPr>
            <a:spLocks noChangeAspect="1"/>
          </p:cNvSpPr>
          <p:nvPr/>
        </p:nvSpPr>
        <p:spPr>
          <a:xfrm>
            <a:off x="9638165" y="3674443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5C7ABF9C-753B-4D0B-CE8A-3A6F5E5A5122}"/>
              </a:ext>
            </a:extLst>
          </p:cNvPr>
          <p:cNvSpPr>
            <a:spLocks noChangeAspect="1"/>
          </p:cNvSpPr>
          <p:nvPr/>
        </p:nvSpPr>
        <p:spPr>
          <a:xfrm>
            <a:off x="9874786" y="3674443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A738254E-04EB-9635-8ED0-AF06F04B977A}"/>
              </a:ext>
            </a:extLst>
          </p:cNvPr>
          <p:cNvSpPr>
            <a:spLocks noChangeAspect="1"/>
          </p:cNvSpPr>
          <p:nvPr/>
        </p:nvSpPr>
        <p:spPr>
          <a:xfrm>
            <a:off x="10111407" y="3674443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C78C5894-F1B3-CA07-1971-B4F95E2963DC}"/>
              </a:ext>
            </a:extLst>
          </p:cNvPr>
          <p:cNvSpPr>
            <a:spLocks noChangeAspect="1"/>
          </p:cNvSpPr>
          <p:nvPr/>
        </p:nvSpPr>
        <p:spPr>
          <a:xfrm>
            <a:off x="10340447" y="3674443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7D15C664-38B8-E486-3346-5DDBFD85B4E0}"/>
              </a:ext>
            </a:extLst>
          </p:cNvPr>
          <p:cNvSpPr>
            <a:spLocks noChangeAspect="1"/>
          </p:cNvSpPr>
          <p:nvPr/>
        </p:nvSpPr>
        <p:spPr>
          <a:xfrm>
            <a:off x="10577068" y="3674443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4210B897-7655-133F-3AD3-47C40064649F}"/>
              </a:ext>
            </a:extLst>
          </p:cNvPr>
          <p:cNvSpPr>
            <a:spLocks noChangeAspect="1"/>
          </p:cNvSpPr>
          <p:nvPr/>
        </p:nvSpPr>
        <p:spPr>
          <a:xfrm>
            <a:off x="9164923" y="4419633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3598388A-BAF7-DF31-360D-6B7284FBE794}"/>
              </a:ext>
            </a:extLst>
          </p:cNvPr>
          <p:cNvSpPr>
            <a:spLocks noChangeAspect="1"/>
          </p:cNvSpPr>
          <p:nvPr/>
        </p:nvSpPr>
        <p:spPr>
          <a:xfrm>
            <a:off x="9401544" y="4419633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2EF2ABA4-8D83-0BF5-9C49-4F3C188D2C5C}"/>
              </a:ext>
            </a:extLst>
          </p:cNvPr>
          <p:cNvSpPr>
            <a:spLocks noChangeAspect="1"/>
          </p:cNvSpPr>
          <p:nvPr/>
        </p:nvSpPr>
        <p:spPr>
          <a:xfrm>
            <a:off x="9638165" y="4419633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9657C333-3D7C-8F8D-6648-676E4601BE49}"/>
              </a:ext>
            </a:extLst>
          </p:cNvPr>
          <p:cNvSpPr>
            <a:spLocks noChangeAspect="1"/>
          </p:cNvSpPr>
          <p:nvPr/>
        </p:nvSpPr>
        <p:spPr>
          <a:xfrm>
            <a:off x="9874786" y="4419633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65411993-AF65-5F53-F878-784E0CC99F5F}"/>
              </a:ext>
            </a:extLst>
          </p:cNvPr>
          <p:cNvSpPr>
            <a:spLocks noChangeAspect="1"/>
          </p:cNvSpPr>
          <p:nvPr/>
        </p:nvSpPr>
        <p:spPr>
          <a:xfrm>
            <a:off x="10111407" y="4419633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ED146407-5163-E4DA-DE95-20DA85687636}"/>
              </a:ext>
            </a:extLst>
          </p:cNvPr>
          <p:cNvSpPr>
            <a:spLocks noChangeAspect="1"/>
          </p:cNvSpPr>
          <p:nvPr/>
        </p:nvSpPr>
        <p:spPr>
          <a:xfrm>
            <a:off x="10340447" y="4419633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B0F15FB0-C91D-29C3-97C7-75D44BB3D3F9}"/>
              </a:ext>
            </a:extLst>
          </p:cNvPr>
          <p:cNvSpPr>
            <a:spLocks noChangeAspect="1"/>
          </p:cNvSpPr>
          <p:nvPr/>
        </p:nvSpPr>
        <p:spPr>
          <a:xfrm>
            <a:off x="10577068" y="4419633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2D9763A0-DC58-3B76-2363-601C5F62371D}"/>
              </a:ext>
            </a:extLst>
          </p:cNvPr>
          <p:cNvSpPr>
            <a:spLocks noChangeAspect="1"/>
          </p:cNvSpPr>
          <p:nvPr/>
        </p:nvSpPr>
        <p:spPr>
          <a:xfrm>
            <a:off x="9164923" y="4722061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18F68C61-C381-B89D-236B-5B07D825D9B3}"/>
              </a:ext>
            </a:extLst>
          </p:cNvPr>
          <p:cNvSpPr>
            <a:spLocks noChangeAspect="1"/>
          </p:cNvSpPr>
          <p:nvPr/>
        </p:nvSpPr>
        <p:spPr>
          <a:xfrm>
            <a:off x="9401544" y="4722061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FA67FC84-6F79-9577-5232-84FD7BD73364}"/>
              </a:ext>
            </a:extLst>
          </p:cNvPr>
          <p:cNvSpPr>
            <a:spLocks noChangeAspect="1"/>
          </p:cNvSpPr>
          <p:nvPr/>
        </p:nvSpPr>
        <p:spPr>
          <a:xfrm>
            <a:off x="9638165" y="4722061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7B41A981-89B6-5CE1-F66B-E858A04E51D3}"/>
              </a:ext>
            </a:extLst>
          </p:cNvPr>
          <p:cNvSpPr>
            <a:spLocks noChangeAspect="1"/>
          </p:cNvSpPr>
          <p:nvPr/>
        </p:nvSpPr>
        <p:spPr>
          <a:xfrm>
            <a:off x="9874786" y="4722061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C83B9130-7E5E-F11A-FA6E-4CA18BB48FD2}"/>
              </a:ext>
            </a:extLst>
          </p:cNvPr>
          <p:cNvSpPr>
            <a:spLocks noChangeAspect="1"/>
          </p:cNvSpPr>
          <p:nvPr/>
        </p:nvSpPr>
        <p:spPr>
          <a:xfrm>
            <a:off x="10111407" y="4722061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1EC24EE4-05F4-6E40-290C-B10F3A275F1A}"/>
              </a:ext>
            </a:extLst>
          </p:cNvPr>
          <p:cNvSpPr>
            <a:spLocks noChangeAspect="1"/>
          </p:cNvSpPr>
          <p:nvPr/>
        </p:nvSpPr>
        <p:spPr>
          <a:xfrm>
            <a:off x="10340447" y="4722061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E4CC574C-F97C-19C6-00B2-BDF59E40BAB5}"/>
              </a:ext>
            </a:extLst>
          </p:cNvPr>
          <p:cNvSpPr>
            <a:spLocks noChangeAspect="1"/>
          </p:cNvSpPr>
          <p:nvPr/>
        </p:nvSpPr>
        <p:spPr>
          <a:xfrm>
            <a:off x="10577068" y="4722061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C59EF76A-F65C-3765-F1ED-99467554BF83}"/>
              </a:ext>
            </a:extLst>
          </p:cNvPr>
          <p:cNvSpPr>
            <a:spLocks noChangeAspect="1"/>
          </p:cNvSpPr>
          <p:nvPr/>
        </p:nvSpPr>
        <p:spPr>
          <a:xfrm>
            <a:off x="9164923" y="2537338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0C089E3C-A48A-A135-1F3C-4E778FE0DF0C}"/>
              </a:ext>
            </a:extLst>
          </p:cNvPr>
          <p:cNvSpPr>
            <a:spLocks noChangeAspect="1"/>
          </p:cNvSpPr>
          <p:nvPr/>
        </p:nvSpPr>
        <p:spPr>
          <a:xfrm>
            <a:off x="9308923" y="2531351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F673A2AB-FF8C-848D-F399-1911DCCDFB2B}"/>
              </a:ext>
            </a:extLst>
          </p:cNvPr>
          <p:cNvSpPr>
            <a:spLocks noChangeAspect="1"/>
          </p:cNvSpPr>
          <p:nvPr/>
        </p:nvSpPr>
        <p:spPr>
          <a:xfrm>
            <a:off x="9607271" y="2537338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E2163F47-6105-8056-1EC5-0AC4D4EAD980}"/>
              </a:ext>
            </a:extLst>
          </p:cNvPr>
          <p:cNvSpPr>
            <a:spLocks noChangeAspect="1"/>
          </p:cNvSpPr>
          <p:nvPr/>
        </p:nvSpPr>
        <p:spPr>
          <a:xfrm>
            <a:off x="9751271" y="2531351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D591E00B-A5F3-CD8C-C7E8-4A6C0D32A5E7}"/>
              </a:ext>
            </a:extLst>
          </p:cNvPr>
          <p:cNvSpPr>
            <a:spLocks noChangeAspect="1"/>
          </p:cNvSpPr>
          <p:nvPr/>
        </p:nvSpPr>
        <p:spPr>
          <a:xfrm>
            <a:off x="10049619" y="2537338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55FB35AE-4EBC-D32F-4F1B-937CF4EE3BFC}"/>
              </a:ext>
            </a:extLst>
          </p:cNvPr>
          <p:cNvSpPr>
            <a:spLocks noChangeAspect="1"/>
          </p:cNvSpPr>
          <p:nvPr/>
        </p:nvSpPr>
        <p:spPr>
          <a:xfrm>
            <a:off x="10193619" y="2531351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C8D35BEC-3B33-DEEA-5071-42FEDD6DC340}"/>
              </a:ext>
            </a:extLst>
          </p:cNvPr>
          <p:cNvSpPr>
            <a:spLocks noChangeAspect="1"/>
          </p:cNvSpPr>
          <p:nvPr/>
        </p:nvSpPr>
        <p:spPr>
          <a:xfrm>
            <a:off x="10491968" y="2537338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E4EBA6B4-EEEE-70CB-326F-70A67C58FD35}"/>
              </a:ext>
            </a:extLst>
          </p:cNvPr>
          <p:cNvSpPr>
            <a:spLocks noChangeAspect="1"/>
          </p:cNvSpPr>
          <p:nvPr/>
        </p:nvSpPr>
        <p:spPr>
          <a:xfrm>
            <a:off x="10635968" y="2531351"/>
            <a:ext cx="144000" cy="144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5E3C8C2E-C8F9-A3E7-953A-944A93C2BE77}"/>
              </a:ext>
            </a:extLst>
          </p:cNvPr>
          <p:cNvSpPr/>
          <p:nvPr/>
        </p:nvSpPr>
        <p:spPr>
          <a:xfrm>
            <a:off x="9049418" y="2142583"/>
            <a:ext cx="1867303" cy="595423"/>
          </a:xfrm>
          <a:prstGeom prst="rect">
            <a:avLst/>
          </a:prstGeom>
          <a:ln w="15875">
            <a:solidFill>
              <a:schemeClr val="accent2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5B2A169-78DB-4340-4D93-F3F2EF93261F}"/>
              </a:ext>
            </a:extLst>
          </p:cNvPr>
          <p:cNvSpPr/>
          <p:nvPr/>
        </p:nvSpPr>
        <p:spPr>
          <a:xfrm>
            <a:off x="9049418" y="3265380"/>
            <a:ext cx="1867303" cy="639403"/>
          </a:xfrm>
          <a:prstGeom prst="rect">
            <a:avLst/>
          </a:prstGeom>
          <a:ln w="15875">
            <a:solidFill>
              <a:schemeClr val="accent5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BD093861-42BA-0207-D7EA-1F20535A9337}"/>
              </a:ext>
            </a:extLst>
          </p:cNvPr>
          <p:cNvCxnSpPr>
            <a:stCxn id="44" idx="0"/>
            <a:endCxn id="8" idx="4"/>
          </p:cNvCxnSpPr>
          <p:nvPr/>
        </p:nvCxnSpPr>
        <p:spPr>
          <a:xfrm flipV="1">
            <a:off x="9380923" y="2378910"/>
            <a:ext cx="0" cy="1524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9FA6A4A3-BCD0-317F-C0E0-0E271C0834C5}"/>
              </a:ext>
            </a:extLst>
          </p:cNvPr>
          <p:cNvCxnSpPr>
            <a:cxnSpLocks/>
            <a:stCxn id="17" idx="0"/>
            <a:endCxn id="45" idx="4"/>
          </p:cNvCxnSpPr>
          <p:nvPr/>
        </p:nvCxnSpPr>
        <p:spPr>
          <a:xfrm flipH="1" flipV="1">
            <a:off x="9679271" y="2681338"/>
            <a:ext cx="30894" cy="69067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5A9A293E-B459-A052-A998-1A7136CC237F}"/>
              </a:ext>
            </a:extLst>
          </p:cNvPr>
          <p:cNvCxnSpPr>
            <a:stCxn id="18" idx="0"/>
            <a:endCxn id="46" idx="4"/>
          </p:cNvCxnSpPr>
          <p:nvPr/>
        </p:nvCxnSpPr>
        <p:spPr>
          <a:xfrm flipH="1" flipV="1">
            <a:off x="9823271" y="2675351"/>
            <a:ext cx="123515" cy="696664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A5E0FF4A-6E65-086C-E94E-2E9A9A63F552}"/>
              </a:ext>
            </a:extLst>
          </p:cNvPr>
          <p:cNvSpPr/>
          <p:nvPr/>
        </p:nvSpPr>
        <p:spPr>
          <a:xfrm>
            <a:off x="9049418" y="4313256"/>
            <a:ext cx="1867303" cy="639403"/>
          </a:xfrm>
          <a:prstGeom prst="rect">
            <a:avLst/>
          </a:prstGeom>
          <a:ln w="15875">
            <a:solidFill>
              <a:srgbClr val="00B05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3A1595E8-0D2E-C494-BD6D-28B214023726}"/>
              </a:ext>
            </a:extLst>
          </p:cNvPr>
          <p:cNvCxnSpPr>
            <a:stCxn id="23" idx="4"/>
            <a:endCxn id="30" idx="0"/>
          </p:cNvCxnSpPr>
          <p:nvPr/>
        </p:nvCxnSpPr>
        <p:spPr>
          <a:xfrm>
            <a:off x="9473544" y="3818443"/>
            <a:ext cx="0" cy="60119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椭圆 57">
            <a:extLst>
              <a:ext uri="{FF2B5EF4-FFF2-40B4-BE49-F238E27FC236}">
                <a16:creationId xmlns:a16="http://schemas.microsoft.com/office/drawing/2014/main" id="{E354F5F9-D823-75A7-6744-9C0605B734C3}"/>
              </a:ext>
            </a:extLst>
          </p:cNvPr>
          <p:cNvSpPr/>
          <p:nvPr/>
        </p:nvSpPr>
        <p:spPr>
          <a:xfrm>
            <a:off x="392635" y="5309992"/>
            <a:ext cx="360000" cy="36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车</a:t>
            </a:r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8FDA0E71-F507-25E1-30CA-CC4484E22D36}"/>
              </a:ext>
            </a:extLst>
          </p:cNvPr>
          <p:cNvCxnSpPr>
            <a:cxnSpLocks/>
          </p:cNvCxnSpPr>
          <p:nvPr/>
        </p:nvCxnSpPr>
        <p:spPr>
          <a:xfrm flipV="1">
            <a:off x="572635" y="1626669"/>
            <a:ext cx="0" cy="368332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6C8FCA1F-1B2C-84ED-63BA-FF2C07B0788C}"/>
              </a:ext>
            </a:extLst>
          </p:cNvPr>
          <p:cNvCxnSpPr/>
          <p:nvPr/>
        </p:nvCxnSpPr>
        <p:spPr>
          <a:xfrm>
            <a:off x="752635" y="5489992"/>
            <a:ext cx="3270725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738F40F0-FDCF-FB7A-7AA4-60240E125620}"/>
              </a:ext>
            </a:extLst>
          </p:cNvPr>
          <p:cNvSpPr txBox="1"/>
          <p:nvPr/>
        </p:nvSpPr>
        <p:spPr>
          <a:xfrm>
            <a:off x="5091764" y="2531351"/>
            <a:ext cx="347915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棋盘             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v.s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site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阵列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棋子             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v.s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qubits</a:t>
            </a:r>
          </a:p>
          <a:p>
            <a:pPr algn="l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马走日象走田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v.s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AOD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移动限制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吃子             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v.s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执行门</a:t>
            </a:r>
          </a:p>
        </p:txBody>
      </p:sp>
      <p:pic>
        <p:nvPicPr>
          <p:cNvPr id="68" name="图片 67">
            <a:extLst>
              <a:ext uri="{FF2B5EF4-FFF2-40B4-BE49-F238E27FC236}">
                <a16:creationId xmlns:a16="http://schemas.microsoft.com/office/drawing/2014/main" id="{E52FF161-1410-BF30-056F-B313ED146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605958"/>
            <a:ext cx="10180952" cy="11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159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1C4D55C-CEDA-09D4-FFB2-FE3EA39F8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CEB2532-D2FF-E3BD-43C6-5DDBADF1F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Token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C0FEA6-4062-6582-FA0F-8C496C8742D5}"/>
              </a:ext>
            </a:extLst>
          </p:cNvPr>
          <p:cNvSpPr/>
          <p:nvPr/>
        </p:nvSpPr>
        <p:spPr>
          <a:xfrm>
            <a:off x="6442506" y="1127016"/>
            <a:ext cx="1692000" cy="432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层相关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cz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FDC4BB8-3F14-9AE0-E19C-7CE7474233A5}"/>
              </a:ext>
            </a:extLst>
          </p:cNvPr>
          <p:cNvSpPr/>
          <p:nvPr/>
        </p:nvSpPr>
        <p:spPr>
          <a:xfrm>
            <a:off x="4583669" y="1127016"/>
            <a:ext cx="1692000" cy="432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层相关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cz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1E1B32-FC78-CA7C-A282-F56289EBBCA1}"/>
              </a:ext>
            </a:extLst>
          </p:cNvPr>
          <p:cNvSpPr/>
          <p:nvPr/>
        </p:nvSpPr>
        <p:spPr>
          <a:xfrm>
            <a:off x="8314178" y="1127016"/>
            <a:ext cx="1692000" cy="432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k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层相关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cz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9752350-5196-9DF7-6636-43CD3FAE9E35}"/>
              </a:ext>
            </a:extLst>
          </p:cNvPr>
          <p:cNvSpPr/>
          <p:nvPr/>
        </p:nvSpPr>
        <p:spPr>
          <a:xfrm>
            <a:off x="2891669" y="1127016"/>
            <a:ext cx="1692000" cy="432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层相关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cz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45FB72F-EAE1-E1B9-86FA-4F9C3B3F2A03}"/>
              </a:ext>
            </a:extLst>
          </p:cNvPr>
          <p:cNvSpPr/>
          <p:nvPr/>
        </p:nvSpPr>
        <p:spPr>
          <a:xfrm>
            <a:off x="6275669" y="1917403"/>
            <a:ext cx="1692000" cy="432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zone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2674BAE-5584-D15E-A37F-AA1B00589744}"/>
              </a:ext>
            </a:extLst>
          </p:cNvPr>
          <p:cNvSpPr/>
          <p:nvPr/>
        </p:nvSpPr>
        <p:spPr>
          <a:xfrm>
            <a:off x="4583669" y="1917403"/>
            <a:ext cx="1692000" cy="432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Site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类型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F6A1376-13A0-9561-EEBE-E73535D0F7F3}"/>
              </a:ext>
            </a:extLst>
          </p:cNvPr>
          <p:cNvSpPr/>
          <p:nvPr/>
        </p:nvSpPr>
        <p:spPr>
          <a:xfrm>
            <a:off x="7967669" y="1917403"/>
            <a:ext cx="1692000" cy="432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Qubit token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C7A40FD-8176-047F-449C-1C3C0D7FF182}"/>
              </a:ext>
            </a:extLst>
          </p:cNvPr>
          <p:cNvSpPr/>
          <p:nvPr/>
        </p:nvSpPr>
        <p:spPr>
          <a:xfrm>
            <a:off x="2891669" y="1917403"/>
            <a:ext cx="1692000" cy="432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坐标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CC0FEA6-4062-6582-FA0F-8C496C8742D5}"/>
              </a:ext>
            </a:extLst>
          </p:cNvPr>
          <p:cNvSpPr/>
          <p:nvPr/>
        </p:nvSpPr>
        <p:spPr>
          <a:xfrm>
            <a:off x="6275669" y="2707790"/>
            <a:ext cx="1692000" cy="432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是否被占用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FDC4BB8-3F14-9AE0-E19C-7CE7474233A5}"/>
              </a:ext>
            </a:extLst>
          </p:cNvPr>
          <p:cNvSpPr/>
          <p:nvPr/>
        </p:nvSpPr>
        <p:spPr>
          <a:xfrm>
            <a:off x="4583669" y="2707790"/>
            <a:ext cx="1692000" cy="432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终止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9752350-5196-9DF7-6636-43CD3FAE9E35}"/>
              </a:ext>
            </a:extLst>
          </p:cNvPr>
          <p:cNvSpPr/>
          <p:nvPr/>
        </p:nvSpPr>
        <p:spPr>
          <a:xfrm>
            <a:off x="2891669" y="2707790"/>
            <a:ext cx="1692000" cy="432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起始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A06BBC2-7B87-D920-85FE-9AD6CCB8F9C4}"/>
              </a:ext>
            </a:extLst>
          </p:cNvPr>
          <p:cNvSpPr txBox="1"/>
          <p:nvPr/>
        </p:nvSpPr>
        <p:spPr>
          <a:xfrm>
            <a:off x="6211673" y="1203073"/>
            <a:ext cx="461665" cy="27988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8996BD0-7A0A-94C0-3A74-765FD39EABEE}"/>
              </a:ext>
            </a:extLst>
          </p:cNvPr>
          <p:cNvSpPr txBox="1"/>
          <p:nvPr/>
        </p:nvSpPr>
        <p:spPr>
          <a:xfrm>
            <a:off x="8070509" y="1203073"/>
            <a:ext cx="461665" cy="27988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2897B39-F879-9714-2F14-1DEDF7552344}"/>
              </a:ext>
            </a:extLst>
          </p:cNvPr>
          <p:cNvSpPr/>
          <p:nvPr/>
        </p:nvSpPr>
        <p:spPr>
          <a:xfrm>
            <a:off x="4097154" y="4062722"/>
            <a:ext cx="2789277" cy="9144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Policy network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FD9EBFF-8D99-16BD-F602-10CF8E9BBCD9}"/>
              </a:ext>
            </a:extLst>
          </p:cNvPr>
          <p:cNvSpPr txBox="1"/>
          <p:nvPr/>
        </p:nvSpPr>
        <p:spPr>
          <a:xfrm>
            <a:off x="3566269" y="5726342"/>
            <a:ext cx="3673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1Q move/reset AOD/execute cz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807ECD9-DAD3-FE1F-4C5B-431CF270CB6D}"/>
              </a:ext>
            </a:extLst>
          </p:cNvPr>
          <p:cNvSpPr txBox="1"/>
          <p:nvPr/>
        </p:nvSpPr>
        <p:spPr>
          <a:xfrm>
            <a:off x="1386577" y="1141691"/>
            <a:ext cx="1505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Qubit token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FA401215-3C93-4855-55A8-300E5768A960}"/>
              </a:ext>
            </a:extLst>
          </p:cNvPr>
          <p:cNvSpPr txBox="1"/>
          <p:nvPr/>
        </p:nvSpPr>
        <p:spPr>
          <a:xfrm>
            <a:off x="1243974" y="1948737"/>
            <a:ext cx="1289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Site token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A0FDBC6-A4CC-98C5-7B5E-1D97CAC76D92}"/>
              </a:ext>
            </a:extLst>
          </p:cNvPr>
          <p:cNvSpPr txBox="1"/>
          <p:nvPr/>
        </p:nvSpPr>
        <p:spPr>
          <a:xfrm>
            <a:off x="1040328" y="2707790"/>
            <a:ext cx="1851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Channel token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9A1B7A4-7D96-C731-67D4-FF80140F399B}"/>
              </a:ext>
            </a:extLst>
          </p:cNvPr>
          <p:cNvSpPr/>
          <p:nvPr/>
        </p:nvSpPr>
        <p:spPr>
          <a:xfrm>
            <a:off x="875898" y="1684421"/>
            <a:ext cx="9503135" cy="1629081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箭头: 下 47">
            <a:extLst>
              <a:ext uri="{FF2B5EF4-FFF2-40B4-BE49-F238E27FC236}">
                <a16:creationId xmlns:a16="http://schemas.microsoft.com/office/drawing/2014/main" id="{0878B4DB-D4DF-058F-9805-F1139FC5384E}"/>
              </a:ext>
            </a:extLst>
          </p:cNvPr>
          <p:cNvSpPr/>
          <p:nvPr/>
        </p:nvSpPr>
        <p:spPr>
          <a:xfrm>
            <a:off x="5265019" y="3348683"/>
            <a:ext cx="317634" cy="646411"/>
          </a:xfrm>
          <a:prstGeom prst="downArrow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" name="箭头: 下 49">
            <a:extLst>
              <a:ext uri="{FF2B5EF4-FFF2-40B4-BE49-F238E27FC236}">
                <a16:creationId xmlns:a16="http://schemas.microsoft.com/office/drawing/2014/main" id="{0488F86C-FA5E-EC6C-66E6-07C94DAC6E3F}"/>
              </a:ext>
            </a:extLst>
          </p:cNvPr>
          <p:cNvSpPr/>
          <p:nvPr/>
        </p:nvSpPr>
        <p:spPr>
          <a:xfrm>
            <a:off x="5268016" y="5022855"/>
            <a:ext cx="317634" cy="646411"/>
          </a:xfrm>
          <a:prstGeom prst="downArrow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6F4A5A9-156F-3012-F0BA-8A7A67A2568E}"/>
              </a:ext>
            </a:extLst>
          </p:cNvPr>
          <p:cNvSpPr/>
          <p:nvPr/>
        </p:nvSpPr>
        <p:spPr>
          <a:xfrm>
            <a:off x="7967669" y="2707790"/>
            <a:ext cx="1692000" cy="432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X or Y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45280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98803C5-B154-88B7-75F2-068EE6A2B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13DDAF5-DD94-1568-3FAA-70EAE19DE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策略网络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6B20496-94B3-0D09-F53A-A35C78D108B1}"/>
              </a:ext>
            </a:extLst>
          </p:cNvPr>
          <p:cNvSpPr/>
          <p:nvPr/>
        </p:nvSpPr>
        <p:spPr>
          <a:xfrm>
            <a:off x="1944303" y="2877953"/>
            <a:ext cx="1212783" cy="66414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Site token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CFDD7B-1DA1-707A-0A0C-982342223851}"/>
              </a:ext>
            </a:extLst>
          </p:cNvPr>
          <p:cNvSpPr/>
          <p:nvPr/>
        </p:nvSpPr>
        <p:spPr>
          <a:xfrm>
            <a:off x="1944302" y="3804385"/>
            <a:ext cx="1212783" cy="66414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Channel token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01BCBBD-0DEA-6BA6-1F77-0A33E204A71D}"/>
              </a:ext>
            </a:extLst>
          </p:cNvPr>
          <p:cNvSpPr/>
          <p:nvPr/>
        </p:nvSpPr>
        <p:spPr>
          <a:xfrm>
            <a:off x="3936733" y="2723949"/>
            <a:ext cx="1212783" cy="66414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Site </a:t>
            </a:r>
          </a:p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self-attn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3D72696-B6A0-3CAA-C2FB-926505FEC676}"/>
              </a:ext>
            </a:extLst>
          </p:cNvPr>
          <p:cNvSpPr/>
          <p:nvPr/>
        </p:nvSpPr>
        <p:spPr>
          <a:xfrm>
            <a:off x="3936733" y="4001548"/>
            <a:ext cx="1212783" cy="66414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Channel </a:t>
            </a:r>
          </a:p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self-attn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5AA96A5-284D-E8C7-16C9-B8F79A2F4356}"/>
              </a:ext>
            </a:extLst>
          </p:cNvPr>
          <p:cNvSpPr/>
          <p:nvPr/>
        </p:nvSpPr>
        <p:spPr>
          <a:xfrm>
            <a:off x="5869004" y="3056020"/>
            <a:ext cx="1320265" cy="11189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Site</a:t>
            </a:r>
          </a:p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Channel </a:t>
            </a:r>
          </a:p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cross-attn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8A109CC-7652-5EA9-902C-A06A282D4C08}"/>
              </a:ext>
            </a:extLst>
          </p:cNvPr>
          <p:cNvSpPr/>
          <p:nvPr/>
        </p:nvSpPr>
        <p:spPr>
          <a:xfrm>
            <a:off x="7908758" y="1867791"/>
            <a:ext cx="1212783" cy="66414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Move head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CB959F6-EC70-8E49-0B2C-452618362704}"/>
              </a:ext>
            </a:extLst>
          </p:cNvPr>
          <p:cNvSpPr/>
          <p:nvPr/>
        </p:nvSpPr>
        <p:spPr>
          <a:xfrm>
            <a:off x="7908757" y="2723949"/>
            <a:ext cx="1212783" cy="66414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Execute head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50F046A-D433-AF05-0E9A-FD12A48D2716}"/>
              </a:ext>
            </a:extLst>
          </p:cNvPr>
          <p:cNvSpPr/>
          <p:nvPr/>
        </p:nvSpPr>
        <p:spPr>
          <a:xfrm>
            <a:off x="1626670" y="2211249"/>
            <a:ext cx="1963553" cy="2454442"/>
          </a:xfrm>
          <a:prstGeom prst="roundRect">
            <a:avLst/>
          </a:prstGeom>
          <a:ln>
            <a:solidFill>
              <a:schemeClr val="tx1"/>
            </a:solidFill>
          </a:ln>
        </p:spPr>
        <p:txBody>
          <a:bodyPr wrap="square" rtlCol="0" anchor="t" anchorCtr="0">
            <a:noAutofit/>
          </a:bodyPr>
          <a:lstStyle/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Tokenization 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AB8E12F-D673-C914-FE59-9B78DE78B091}"/>
              </a:ext>
            </a:extLst>
          </p:cNvPr>
          <p:cNvSpPr/>
          <p:nvPr/>
        </p:nvSpPr>
        <p:spPr>
          <a:xfrm>
            <a:off x="7908757" y="3625826"/>
            <a:ext cx="1212783" cy="66414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Next-stage head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2C1EB69-9A35-BC0D-DA8F-F32EC4E3540C}"/>
              </a:ext>
            </a:extLst>
          </p:cNvPr>
          <p:cNvSpPr/>
          <p:nvPr/>
        </p:nvSpPr>
        <p:spPr>
          <a:xfrm>
            <a:off x="7908757" y="4531092"/>
            <a:ext cx="1212783" cy="66414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Value  head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A94F95C-D5B4-2C73-912C-1AB1F9AA8C98}"/>
              </a:ext>
            </a:extLst>
          </p:cNvPr>
          <p:cNvCxnSpPr>
            <a:stCxn id="4" idx="3"/>
            <a:endCxn id="7" idx="1"/>
          </p:cNvCxnSpPr>
          <p:nvPr/>
        </p:nvCxnSpPr>
        <p:spPr>
          <a:xfrm flipV="1">
            <a:off x="3157086" y="3056021"/>
            <a:ext cx="779647" cy="1540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61D482AB-2174-1F29-4C5A-A88DDF6BBD53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3157085" y="4136457"/>
            <a:ext cx="779648" cy="19716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F4AF1D41-AE1F-3656-5A84-90CE4D7A4A1E}"/>
              </a:ext>
            </a:extLst>
          </p:cNvPr>
          <p:cNvCxnSpPr>
            <a:stCxn id="7" idx="3"/>
            <a:endCxn id="11" idx="1"/>
          </p:cNvCxnSpPr>
          <p:nvPr/>
        </p:nvCxnSpPr>
        <p:spPr>
          <a:xfrm>
            <a:off x="5149516" y="3056021"/>
            <a:ext cx="719488" cy="5594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20A150FD-E588-A2A9-150C-D11B98CD6C06}"/>
              </a:ext>
            </a:extLst>
          </p:cNvPr>
          <p:cNvCxnSpPr>
            <a:stCxn id="9" idx="3"/>
            <a:endCxn id="11" idx="1"/>
          </p:cNvCxnSpPr>
          <p:nvPr/>
        </p:nvCxnSpPr>
        <p:spPr>
          <a:xfrm flipV="1">
            <a:off x="5149516" y="3615489"/>
            <a:ext cx="719488" cy="718131"/>
          </a:xfrm>
          <a:prstGeom prst="line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EC9D0A8D-3F2F-FC32-8AEF-53C16C21DC06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 flipV="1">
            <a:off x="7189269" y="2199863"/>
            <a:ext cx="719489" cy="14156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ABC4FE9A-C899-5D86-9227-5C5288E4E9B5}"/>
              </a:ext>
            </a:extLst>
          </p:cNvPr>
          <p:cNvCxnSpPr>
            <a:stCxn id="11" idx="3"/>
            <a:endCxn id="15" idx="1"/>
          </p:cNvCxnSpPr>
          <p:nvPr/>
        </p:nvCxnSpPr>
        <p:spPr>
          <a:xfrm flipV="1">
            <a:off x="7189269" y="3056021"/>
            <a:ext cx="719488" cy="5594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7128CEC6-A2CA-7AFF-D5C5-BF1E92AB1DA1}"/>
              </a:ext>
            </a:extLst>
          </p:cNvPr>
          <p:cNvCxnSpPr>
            <a:stCxn id="11" idx="3"/>
            <a:endCxn id="18" idx="1"/>
          </p:cNvCxnSpPr>
          <p:nvPr/>
        </p:nvCxnSpPr>
        <p:spPr>
          <a:xfrm>
            <a:off x="7189269" y="3615489"/>
            <a:ext cx="719488" cy="3424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80DF3FE0-6377-B77C-C7C5-139776CB3025}"/>
              </a:ext>
            </a:extLst>
          </p:cNvPr>
          <p:cNvCxnSpPr>
            <a:stCxn id="11" idx="3"/>
            <a:endCxn id="20" idx="1"/>
          </p:cNvCxnSpPr>
          <p:nvPr/>
        </p:nvCxnSpPr>
        <p:spPr>
          <a:xfrm>
            <a:off x="7189269" y="3615489"/>
            <a:ext cx="719488" cy="12476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AB996C93-1E58-9333-1D76-1DB7F026E171}"/>
              </a:ext>
            </a:extLst>
          </p:cNvPr>
          <p:cNvSpPr/>
          <p:nvPr/>
        </p:nvSpPr>
        <p:spPr>
          <a:xfrm>
            <a:off x="3674444" y="1520112"/>
            <a:ext cx="3669632" cy="3766072"/>
          </a:xfrm>
          <a:prstGeom prst="roundRect">
            <a:avLst/>
          </a:prstGeom>
          <a:ln>
            <a:solidFill>
              <a:schemeClr val="tx1"/>
            </a:solidFill>
          </a:ln>
        </p:spPr>
        <p:txBody>
          <a:bodyPr wrap="square" rtlCol="0" anchor="t" anchorCtr="0">
            <a:noAutofit/>
          </a:bodyPr>
          <a:lstStyle/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Site-channel transformer encoder 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BB808C29-FFF9-6812-0640-E223ADD94F48}"/>
              </a:ext>
            </a:extLst>
          </p:cNvPr>
          <p:cNvSpPr/>
          <p:nvPr/>
        </p:nvSpPr>
        <p:spPr>
          <a:xfrm>
            <a:off x="7527757" y="1355621"/>
            <a:ext cx="1963553" cy="4005650"/>
          </a:xfrm>
          <a:prstGeom prst="roundRect">
            <a:avLst/>
          </a:prstGeom>
          <a:ln>
            <a:solidFill>
              <a:schemeClr val="tx1"/>
            </a:solidFill>
          </a:ln>
        </p:spPr>
        <p:txBody>
          <a:bodyPr wrap="square" rtlCol="0" anchor="t" anchorCtr="0">
            <a:noAutofit/>
          </a:bodyPr>
          <a:lstStyle/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Policy head 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3133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FEDE848-0329-F1DB-9A21-648C455F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50DA747-66AE-0E50-2D23-5FB0EA326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09B39F42-D0DF-8601-6E57-80CD27AC292D}"/>
              </a:ext>
            </a:extLst>
          </p:cNvPr>
          <p:cNvSpPr>
            <a:spLocks noChangeAspect="1"/>
          </p:cNvSpPr>
          <p:nvPr/>
        </p:nvSpPr>
        <p:spPr>
          <a:xfrm>
            <a:off x="640804" y="117529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65F39EF-EAF6-6FCC-AB4D-E132DC05282C}"/>
              </a:ext>
            </a:extLst>
          </p:cNvPr>
          <p:cNvSpPr>
            <a:spLocks noChangeAspect="1"/>
          </p:cNvSpPr>
          <p:nvPr/>
        </p:nvSpPr>
        <p:spPr>
          <a:xfrm>
            <a:off x="1305749" y="117529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2EA9F240-B13D-E1D4-AA4E-88AC26654350}"/>
              </a:ext>
            </a:extLst>
          </p:cNvPr>
          <p:cNvSpPr>
            <a:spLocks noChangeAspect="1"/>
          </p:cNvSpPr>
          <p:nvPr/>
        </p:nvSpPr>
        <p:spPr>
          <a:xfrm>
            <a:off x="1970694" y="117529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46F8780C-425B-BB88-32AB-B65AABC48CBD}"/>
              </a:ext>
            </a:extLst>
          </p:cNvPr>
          <p:cNvSpPr>
            <a:spLocks noChangeAspect="1"/>
          </p:cNvSpPr>
          <p:nvPr/>
        </p:nvSpPr>
        <p:spPr>
          <a:xfrm>
            <a:off x="2635639" y="117529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ABD943C2-3F37-938C-1AD0-8E56BF1E4699}"/>
              </a:ext>
            </a:extLst>
          </p:cNvPr>
          <p:cNvSpPr>
            <a:spLocks noChangeAspect="1"/>
          </p:cNvSpPr>
          <p:nvPr/>
        </p:nvSpPr>
        <p:spPr>
          <a:xfrm>
            <a:off x="3300585" y="117529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5E9660F-9F46-379F-98A7-529E273BC277}"/>
              </a:ext>
            </a:extLst>
          </p:cNvPr>
          <p:cNvSpPr>
            <a:spLocks noChangeAspect="1"/>
          </p:cNvSpPr>
          <p:nvPr/>
        </p:nvSpPr>
        <p:spPr>
          <a:xfrm>
            <a:off x="640804" y="155870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8030765D-5124-D8DF-FBB6-F26E0A51EA3E}"/>
              </a:ext>
            </a:extLst>
          </p:cNvPr>
          <p:cNvSpPr>
            <a:spLocks noChangeAspect="1"/>
          </p:cNvSpPr>
          <p:nvPr/>
        </p:nvSpPr>
        <p:spPr>
          <a:xfrm>
            <a:off x="1305749" y="155870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9446F671-4B1C-9949-FC9A-553AF492B07A}"/>
              </a:ext>
            </a:extLst>
          </p:cNvPr>
          <p:cNvSpPr>
            <a:spLocks noChangeAspect="1"/>
          </p:cNvSpPr>
          <p:nvPr/>
        </p:nvSpPr>
        <p:spPr>
          <a:xfrm>
            <a:off x="1970694" y="155870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118F95B9-C1FF-4508-8FB1-553B0821D460}"/>
              </a:ext>
            </a:extLst>
          </p:cNvPr>
          <p:cNvSpPr>
            <a:spLocks noChangeAspect="1"/>
          </p:cNvSpPr>
          <p:nvPr/>
        </p:nvSpPr>
        <p:spPr>
          <a:xfrm>
            <a:off x="2635639" y="155870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DA0D51CD-2398-C1D0-6389-95AB678A47CC}"/>
              </a:ext>
            </a:extLst>
          </p:cNvPr>
          <p:cNvSpPr>
            <a:spLocks noChangeAspect="1"/>
          </p:cNvSpPr>
          <p:nvPr/>
        </p:nvSpPr>
        <p:spPr>
          <a:xfrm>
            <a:off x="3300585" y="155870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C49E7DA5-6A86-3D2E-1150-6E72882F96EF}"/>
              </a:ext>
            </a:extLst>
          </p:cNvPr>
          <p:cNvSpPr>
            <a:spLocks noChangeAspect="1"/>
          </p:cNvSpPr>
          <p:nvPr/>
        </p:nvSpPr>
        <p:spPr>
          <a:xfrm>
            <a:off x="640804" y="4427032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B7B59CCA-6BFA-623D-307A-01A620ED3E74}"/>
              </a:ext>
            </a:extLst>
          </p:cNvPr>
          <p:cNvSpPr>
            <a:spLocks noChangeAspect="1"/>
          </p:cNvSpPr>
          <p:nvPr/>
        </p:nvSpPr>
        <p:spPr>
          <a:xfrm>
            <a:off x="1305749" y="4427032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88E6E184-446C-43B6-A723-57ED977A9C7A}"/>
              </a:ext>
            </a:extLst>
          </p:cNvPr>
          <p:cNvSpPr>
            <a:spLocks noChangeAspect="1"/>
          </p:cNvSpPr>
          <p:nvPr/>
        </p:nvSpPr>
        <p:spPr>
          <a:xfrm>
            <a:off x="1970694" y="4427032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A6FFCE8A-EC49-635F-65CB-23C84B4A466F}"/>
              </a:ext>
            </a:extLst>
          </p:cNvPr>
          <p:cNvSpPr>
            <a:spLocks noChangeAspect="1"/>
          </p:cNvSpPr>
          <p:nvPr/>
        </p:nvSpPr>
        <p:spPr>
          <a:xfrm>
            <a:off x="2635639" y="4427032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8CB5143A-0D4E-6938-2107-D2FA558B0726}"/>
              </a:ext>
            </a:extLst>
          </p:cNvPr>
          <p:cNvSpPr>
            <a:spLocks noChangeAspect="1"/>
          </p:cNvSpPr>
          <p:nvPr/>
        </p:nvSpPr>
        <p:spPr>
          <a:xfrm>
            <a:off x="3300585" y="4427032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9C4F1CE5-65BA-CEF0-EC8E-D22A3ABDE296}"/>
              </a:ext>
            </a:extLst>
          </p:cNvPr>
          <p:cNvSpPr>
            <a:spLocks noChangeAspect="1"/>
          </p:cNvSpPr>
          <p:nvPr/>
        </p:nvSpPr>
        <p:spPr>
          <a:xfrm>
            <a:off x="640804" y="481043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2268CFD1-B14A-3B28-0936-91B49AF1EA14}"/>
              </a:ext>
            </a:extLst>
          </p:cNvPr>
          <p:cNvSpPr>
            <a:spLocks noChangeAspect="1"/>
          </p:cNvSpPr>
          <p:nvPr/>
        </p:nvSpPr>
        <p:spPr>
          <a:xfrm>
            <a:off x="1305749" y="481043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4495D851-CDD3-B7A9-F386-2C4598415C08}"/>
              </a:ext>
            </a:extLst>
          </p:cNvPr>
          <p:cNvSpPr>
            <a:spLocks noChangeAspect="1"/>
          </p:cNvSpPr>
          <p:nvPr/>
        </p:nvSpPr>
        <p:spPr>
          <a:xfrm>
            <a:off x="1970694" y="481043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DAADD0E6-A9AF-1F6F-14A9-FEEABEEE04CC}"/>
              </a:ext>
            </a:extLst>
          </p:cNvPr>
          <p:cNvSpPr>
            <a:spLocks noChangeAspect="1"/>
          </p:cNvSpPr>
          <p:nvPr/>
        </p:nvSpPr>
        <p:spPr>
          <a:xfrm>
            <a:off x="2635639" y="481043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95FE0CFB-A104-A812-EF8C-1D906EF71785}"/>
              </a:ext>
            </a:extLst>
          </p:cNvPr>
          <p:cNvSpPr>
            <a:spLocks noChangeAspect="1"/>
          </p:cNvSpPr>
          <p:nvPr/>
        </p:nvSpPr>
        <p:spPr>
          <a:xfrm>
            <a:off x="3300585" y="481043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47D9EEE0-CE1B-1890-BEC3-D6108842BA2B}"/>
              </a:ext>
            </a:extLst>
          </p:cNvPr>
          <p:cNvSpPr>
            <a:spLocks noChangeAspect="1"/>
          </p:cNvSpPr>
          <p:nvPr/>
        </p:nvSpPr>
        <p:spPr>
          <a:xfrm>
            <a:off x="640804" y="277309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44C06759-ED9A-8AE0-F61A-45ACA897A27E}"/>
              </a:ext>
            </a:extLst>
          </p:cNvPr>
          <p:cNvSpPr>
            <a:spLocks noChangeAspect="1"/>
          </p:cNvSpPr>
          <p:nvPr/>
        </p:nvSpPr>
        <p:spPr>
          <a:xfrm>
            <a:off x="1305749" y="277309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AF191D0E-27DB-3AC7-18F0-48A6D7FBC39F}"/>
              </a:ext>
            </a:extLst>
          </p:cNvPr>
          <p:cNvSpPr>
            <a:spLocks noChangeAspect="1"/>
          </p:cNvSpPr>
          <p:nvPr/>
        </p:nvSpPr>
        <p:spPr>
          <a:xfrm>
            <a:off x="1970694" y="277309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8465A3D0-B0AA-ED8D-E2E5-4DAB8DCB4B92}"/>
              </a:ext>
            </a:extLst>
          </p:cNvPr>
          <p:cNvSpPr>
            <a:spLocks noChangeAspect="1"/>
          </p:cNvSpPr>
          <p:nvPr/>
        </p:nvSpPr>
        <p:spPr>
          <a:xfrm>
            <a:off x="2635639" y="277309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1AF17E89-3C7D-67C2-5C5C-DA5A3EC67C5A}"/>
              </a:ext>
            </a:extLst>
          </p:cNvPr>
          <p:cNvSpPr>
            <a:spLocks noChangeAspect="1"/>
          </p:cNvSpPr>
          <p:nvPr/>
        </p:nvSpPr>
        <p:spPr>
          <a:xfrm>
            <a:off x="3300585" y="277309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ED6C44B3-9023-EEBD-D159-7CA05D1E4301}"/>
              </a:ext>
            </a:extLst>
          </p:cNvPr>
          <p:cNvSpPr>
            <a:spLocks noChangeAspect="1"/>
          </p:cNvSpPr>
          <p:nvPr/>
        </p:nvSpPr>
        <p:spPr>
          <a:xfrm>
            <a:off x="640804" y="315649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FEF5DE23-E3E0-2D8A-B425-12718B502999}"/>
              </a:ext>
            </a:extLst>
          </p:cNvPr>
          <p:cNvSpPr>
            <a:spLocks noChangeAspect="1"/>
          </p:cNvSpPr>
          <p:nvPr/>
        </p:nvSpPr>
        <p:spPr>
          <a:xfrm>
            <a:off x="1305749" y="315649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36416A9C-BF56-2421-4146-C62A55040EAD}"/>
              </a:ext>
            </a:extLst>
          </p:cNvPr>
          <p:cNvSpPr>
            <a:spLocks noChangeAspect="1"/>
          </p:cNvSpPr>
          <p:nvPr/>
        </p:nvSpPr>
        <p:spPr>
          <a:xfrm>
            <a:off x="1970694" y="315649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2C9EA885-D78F-5808-A36F-58C2ECA2E764}"/>
              </a:ext>
            </a:extLst>
          </p:cNvPr>
          <p:cNvSpPr>
            <a:spLocks noChangeAspect="1"/>
          </p:cNvSpPr>
          <p:nvPr/>
        </p:nvSpPr>
        <p:spPr>
          <a:xfrm>
            <a:off x="2635639" y="315649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EC48B5C5-2FD9-F49E-C019-26F0D039F633}"/>
              </a:ext>
            </a:extLst>
          </p:cNvPr>
          <p:cNvSpPr>
            <a:spLocks noChangeAspect="1"/>
          </p:cNvSpPr>
          <p:nvPr/>
        </p:nvSpPr>
        <p:spPr>
          <a:xfrm>
            <a:off x="3300585" y="315649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1666B982-5C36-27BB-7AB5-3322B3B67BD9}"/>
              </a:ext>
            </a:extLst>
          </p:cNvPr>
          <p:cNvSpPr/>
          <p:nvPr/>
        </p:nvSpPr>
        <p:spPr>
          <a:xfrm>
            <a:off x="448299" y="2513208"/>
            <a:ext cx="3229232" cy="1126155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208C3C8E-D213-C8BF-2278-3A9626049E48}"/>
              </a:ext>
            </a:extLst>
          </p:cNvPr>
          <p:cNvSpPr/>
          <p:nvPr/>
        </p:nvSpPr>
        <p:spPr>
          <a:xfrm>
            <a:off x="448299" y="4293880"/>
            <a:ext cx="3229232" cy="1674796"/>
          </a:xfrm>
          <a:prstGeom prst="rect">
            <a:avLst/>
          </a:prstGeom>
          <a:solidFill>
            <a:schemeClr val="accent6">
              <a:alpha val="2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3437D9EE-2740-0971-6FA7-ECADBA8B9F0A}"/>
              </a:ext>
            </a:extLst>
          </p:cNvPr>
          <p:cNvSpPr/>
          <p:nvPr/>
        </p:nvSpPr>
        <p:spPr>
          <a:xfrm>
            <a:off x="448299" y="1001437"/>
            <a:ext cx="3229232" cy="890413"/>
          </a:xfrm>
          <a:prstGeom prst="rect">
            <a:avLst/>
          </a:prstGeom>
          <a:solidFill>
            <a:schemeClr val="bg1">
              <a:lumMod val="50000"/>
              <a:alpha val="2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7678387C-AD56-3F3E-663B-348ED40D01A0}"/>
              </a:ext>
            </a:extLst>
          </p:cNvPr>
          <p:cNvSpPr>
            <a:spLocks noChangeAspect="1"/>
          </p:cNvSpPr>
          <p:nvPr/>
        </p:nvSpPr>
        <p:spPr>
          <a:xfrm>
            <a:off x="640804" y="529727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412FAA5F-A0D8-888A-221F-4AF0493F743A}"/>
              </a:ext>
            </a:extLst>
          </p:cNvPr>
          <p:cNvSpPr>
            <a:spLocks noChangeAspect="1"/>
          </p:cNvSpPr>
          <p:nvPr/>
        </p:nvSpPr>
        <p:spPr>
          <a:xfrm>
            <a:off x="1305749" y="529727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D26ECD8C-2461-2880-20C2-97E600A16561}"/>
              </a:ext>
            </a:extLst>
          </p:cNvPr>
          <p:cNvSpPr>
            <a:spLocks noChangeAspect="1"/>
          </p:cNvSpPr>
          <p:nvPr/>
        </p:nvSpPr>
        <p:spPr>
          <a:xfrm>
            <a:off x="1970694" y="529727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0B546FA8-85D5-9E18-C8C4-AC9EEBC1138C}"/>
              </a:ext>
            </a:extLst>
          </p:cNvPr>
          <p:cNvSpPr>
            <a:spLocks noChangeAspect="1"/>
          </p:cNvSpPr>
          <p:nvPr/>
        </p:nvSpPr>
        <p:spPr>
          <a:xfrm>
            <a:off x="2635639" y="529727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2E11894B-E13E-005F-AD0C-BB5F5CEA80C9}"/>
              </a:ext>
            </a:extLst>
          </p:cNvPr>
          <p:cNvSpPr>
            <a:spLocks noChangeAspect="1"/>
          </p:cNvSpPr>
          <p:nvPr/>
        </p:nvSpPr>
        <p:spPr>
          <a:xfrm>
            <a:off x="3300585" y="529727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ABCBFA9E-4A81-1488-0D0F-853EB4211992}"/>
              </a:ext>
            </a:extLst>
          </p:cNvPr>
          <p:cNvSpPr>
            <a:spLocks noChangeAspect="1"/>
          </p:cNvSpPr>
          <p:nvPr/>
        </p:nvSpPr>
        <p:spPr>
          <a:xfrm>
            <a:off x="640804" y="568067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77ED2A51-5B65-08B8-9725-33F79BE022B4}"/>
              </a:ext>
            </a:extLst>
          </p:cNvPr>
          <p:cNvSpPr>
            <a:spLocks noChangeAspect="1"/>
          </p:cNvSpPr>
          <p:nvPr/>
        </p:nvSpPr>
        <p:spPr>
          <a:xfrm>
            <a:off x="1305749" y="568067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5" name="椭圆 84">
            <a:extLst>
              <a:ext uri="{FF2B5EF4-FFF2-40B4-BE49-F238E27FC236}">
                <a16:creationId xmlns:a16="http://schemas.microsoft.com/office/drawing/2014/main" id="{ED5B0029-9E8D-C689-3D6B-CBE4DB480FCF}"/>
              </a:ext>
            </a:extLst>
          </p:cNvPr>
          <p:cNvSpPr>
            <a:spLocks noChangeAspect="1"/>
          </p:cNvSpPr>
          <p:nvPr/>
        </p:nvSpPr>
        <p:spPr>
          <a:xfrm>
            <a:off x="1970694" y="568067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7" name="椭圆 86">
            <a:extLst>
              <a:ext uri="{FF2B5EF4-FFF2-40B4-BE49-F238E27FC236}">
                <a16:creationId xmlns:a16="http://schemas.microsoft.com/office/drawing/2014/main" id="{0F346AF4-D867-C076-AC1B-B17CCF80958B}"/>
              </a:ext>
            </a:extLst>
          </p:cNvPr>
          <p:cNvSpPr>
            <a:spLocks noChangeAspect="1"/>
          </p:cNvSpPr>
          <p:nvPr/>
        </p:nvSpPr>
        <p:spPr>
          <a:xfrm>
            <a:off x="2635639" y="568067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B186AAA0-FED9-5EF7-AF2C-79E11A089C96}"/>
              </a:ext>
            </a:extLst>
          </p:cNvPr>
          <p:cNvSpPr>
            <a:spLocks noChangeAspect="1"/>
          </p:cNvSpPr>
          <p:nvPr/>
        </p:nvSpPr>
        <p:spPr>
          <a:xfrm>
            <a:off x="3300585" y="568067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607A660A-D3F6-6283-E47F-F6CCD04FD3FA}"/>
              </a:ext>
            </a:extLst>
          </p:cNvPr>
          <p:cNvSpPr>
            <a:spLocks noChangeAspect="1"/>
          </p:cNvSpPr>
          <p:nvPr/>
        </p:nvSpPr>
        <p:spPr>
          <a:xfrm>
            <a:off x="832929" y="277247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D8F72D7C-1FDD-9A19-11F9-4566BA89A714}"/>
              </a:ext>
            </a:extLst>
          </p:cNvPr>
          <p:cNvSpPr>
            <a:spLocks noChangeAspect="1"/>
          </p:cNvSpPr>
          <p:nvPr/>
        </p:nvSpPr>
        <p:spPr>
          <a:xfrm>
            <a:off x="1497874" y="277247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A6C3C986-7D0D-7E2B-05D1-1A29E58F7F2C}"/>
              </a:ext>
            </a:extLst>
          </p:cNvPr>
          <p:cNvSpPr>
            <a:spLocks noChangeAspect="1"/>
          </p:cNvSpPr>
          <p:nvPr/>
        </p:nvSpPr>
        <p:spPr>
          <a:xfrm>
            <a:off x="2162819" y="277247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0050C520-BDD4-65FB-AFF8-DAD3E3D422D0}"/>
              </a:ext>
            </a:extLst>
          </p:cNvPr>
          <p:cNvSpPr>
            <a:spLocks noChangeAspect="1"/>
          </p:cNvSpPr>
          <p:nvPr/>
        </p:nvSpPr>
        <p:spPr>
          <a:xfrm>
            <a:off x="2827764" y="277247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9" name="椭圆 98">
            <a:extLst>
              <a:ext uri="{FF2B5EF4-FFF2-40B4-BE49-F238E27FC236}">
                <a16:creationId xmlns:a16="http://schemas.microsoft.com/office/drawing/2014/main" id="{D0C3538B-22D3-4A2D-57B8-336D2906AF26}"/>
              </a:ext>
            </a:extLst>
          </p:cNvPr>
          <p:cNvSpPr>
            <a:spLocks noChangeAspect="1"/>
          </p:cNvSpPr>
          <p:nvPr/>
        </p:nvSpPr>
        <p:spPr>
          <a:xfrm>
            <a:off x="3492710" y="277247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1" name="椭圆 100">
            <a:extLst>
              <a:ext uri="{FF2B5EF4-FFF2-40B4-BE49-F238E27FC236}">
                <a16:creationId xmlns:a16="http://schemas.microsoft.com/office/drawing/2014/main" id="{31BE9223-A8CD-B918-C1C9-C4C8AD13D147}"/>
              </a:ext>
            </a:extLst>
          </p:cNvPr>
          <p:cNvSpPr>
            <a:spLocks noChangeAspect="1"/>
          </p:cNvSpPr>
          <p:nvPr/>
        </p:nvSpPr>
        <p:spPr>
          <a:xfrm>
            <a:off x="832929" y="315588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3" name="椭圆 102">
            <a:extLst>
              <a:ext uri="{FF2B5EF4-FFF2-40B4-BE49-F238E27FC236}">
                <a16:creationId xmlns:a16="http://schemas.microsoft.com/office/drawing/2014/main" id="{EE86813D-B354-8C01-014F-05FF44F3F590}"/>
              </a:ext>
            </a:extLst>
          </p:cNvPr>
          <p:cNvSpPr>
            <a:spLocks noChangeAspect="1"/>
          </p:cNvSpPr>
          <p:nvPr/>
        </p:nvSpPr>
        <p:spPr>
          <a:xfrm>
            <a:off x="1497874" y="315588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BF84EC94-5933-7B64-91F6-1F0470ED70A5}"/>
              </a:ext>
            </a:extLst>
          </p:cNvPr>
          <p:cNvSpPr>
            <a:spLocks noChangeAspect="1"/>
          </p:cNvSpPr>
          <p:nvPr/>
        </p:nvSpPr>
        <p:spPr>
          <a:xfrm>
            <a:off x="2162819" y="315588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7" name="椭圆 106">
            <a:extLst>
              <a:ext uri="{FF2B5EF4-FFF2-40B4-BE49-F238E27FC236}">
                <a16:creationId xmlns:a16="http://schemas.microsoft.com/office/drawing/2014/main" id="{60C2DADC-5B9F-790B-162A-44CA7A80D52F}"/>
              </a:ext>
            </a:extLst>
          </p:cNvPr>
          <p:cNvSpPr>
            <a:spLocks noChangeAspect="1"/>
          </p:cNvSpPr>
          <p:nvPr/>
        </p:nvSpPr>
        <p:spPr>
          <a:xfrm>
            <a:off x="2827764" y="315588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9" name="椭圆 108">
            <a:extLst>
              <a:ext uri="{FF2B5EF4-FFF2-40B4-BE49-F238E27FC236}">
                <a16:creationId xmlns:a16="http://schemas.microsoft.com/office/drawing/2014/main" id="{A4F204F1-0836-A79B-5F42-4CF11B40CA29}"/>
              </a:ext>
            </a:extLst>
          </p:cNvPr>
          <p:cNvSpPr>
            <a:spLocks noChangeAspect="1"/>
          </p:cNvSpPr>
          <p:nvPr/>
        </p:nvSpPr>
        <p:spPr>
          <a:xfrm>
            <a:off x="3492710" y="315588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5137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BA74626-0B72-D6D0-5DA8-12B12855C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E9C13C3-5C01-2C7D-FEE0-447DF7C2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Zone architecture</a:t>
            </a:r>
            <a:endParaRPr lang="zh-CN" altLang="en-US" dirty="0"/>
          </a:p>
        </p:txBody>
      </p:sp>
      <p:sp>
        <p:nvSpPr>
          <p:cNvPr id="189" name="椭圆 188">
            <a:extLst>
              <a:ext uri="{FF2B5EF4-FFF2-40B4-BE49-F238E27FC236}">
                <a16:creationId xmlns:a16="http://schemas.microsoft.com/office/drawing/2014/main" id="{0AB00217-625C-8362-73C3-4604A0E918A4}"/>
              </a:ext>
            </a:extLst>
          </p:cNvPr>
          <p:cNvSpPr>
            <a:spLocks noChangeAspect="1"/>
          </p:cNvSpPr>
          <p:nvPr/>
        </p:nvSpPr>
        <p:spPr>
          <a:xfrm>
            <a:off x="640804" y="117529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1" name="椭圆 190">
            <a:extLst>
              <a:ext uri="{FF2B5EF4-FFF2-40B4-BE49-F238E27FC236}">
                <a16:creationId xmlns:a16="http://schemas.microsoft.com/office/drawing/2014/main" id="{8FA40A76-166B-8A5C-0C2F-EE989A46B440}"/>
              </a:ext>
            </a:extLst>
          </p:cNvPr>
          <p:cNvSpPr>
            <a:spLocks noChangeAspect="1"/>
          </p:cNvSpPr>
          <p:nvPr/>
        </p:nvSpPr>
        <p:spPr>
          <a:xfrm>
            <a:off x="1305749" y="117529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3" name="椭圆 192">
            <a:extLst>
              <a:ext uri="{FF2B5EF4-FFF2-40B4-BE49-F238E27FC236}">
                <a16:creationId xmlns:a16="http://schemas.microsoft.com/office/drawing/2014/main" id="{C93BA5BF-F9E4-A67A-C6E7-CECE789918B3}"/>
              </a:ext>
            </a:extLst>
          </p:cNvPr>
          <p:cNvSpPr>
            <a:spLocks noChangeAspect="1"/>
          </p:cNvSpPr>
          <p:nvPr/>
        </p:nvSpPr>
        <p:spPr>
          <a:xfrm>
            <a:off x="1970694" y="117529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5" name="椭圆 194">
            <a:extLst>
              <a:ext uri="{FF2B5EF4-FFF2-40B4-BE49-F238E27FC236}">
                <a16:creationId xmlns:a16="http://schemas.microsoft.com/office/drawing/2014/main" id="{5D21647D-9FAC-9641-7ACD-76754B5E754C}"/>
              </a:ext>
            </a:extLst>
          </p:cNvPr>
          <p:cNvSpPr>
            <a:spLocks noChangeAspect="1"/>
          </p:cNvSpPr>
          <p:nvPr/>
        </p:nvSpPr>
        <p:spPr>
          <a:xfrm>
            <a:off x="2635639" y="117529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7" name="椭圆 196">
            <a:extLst>
              <a:ext uri="{FF2B5EF4-FFF2-40B4-BE49-F238E27FC236}">
                <a16:creationId xmlns:a16="http://schemas.microsoft.com/office/drawing/2014/main" id="{AD1B0FF2-648F-70FD-87FF-1B3C2FE356E6}"/>
              </a:ext>
            </a:extLst>
          </p:cNvPr>
          <p:cNvSpPr>
            <a:spLocks noChangeAspect="1"/>
          </p:cNvSpPr>
          <p:nvPr/>
        </p:nvSpPr>
        <p:spPr>
          <a:xfrm>
            <a:off x="3300585" y="117529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9" name="椭圆 198">
            <a:extLst>
              <a:ext uri="{FF2B5EF4-FFF2-40B4-BE49-F238E27FC236}">
                <a16:creationId xmlns:a16="http://schemas.microsoft.com/office/drawing/2014/main" id="{1DE44215-39F3-F460-0B25-3AF83120D09D}"/>
              </a:ext>
            </a:extLst>
          </p:cNvPr>
          <p:cNvSpPr>
            <a:spLocks noChangeAspect="1"/>
          </p:cNvSpPr>
          <p:nvPr/>
        </p:nvSpPr>
        <p:spPr>
          <a:xfrm>
            <a:off x="640804" y="155870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1" name="椭圆 200">
            <a:extLst>
              <a:ext uri="{FF2B5EF4-FFF2-40B4-BE49-F238E27FC236}">
                <a16:creationId xmlns:a16="http://schemas.microsoft.com/office/drawing/2014/main" id="{E980ACB8-DDA2-1E5C-28D3-36AEFCA530D6}"/>
              </a:ext>
            </a:extLst>
          </p:cNvPr>
          <p:cNvSpPr>
            <a:spLocks noChangeAspect="1"/>
          </p:cNvSpPr>
          <p:nvPr/>
        </p:nvSpPr>
        <p:spPr>
          <a:xfrm>
            <a:off x="1305749" y="155870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3" name="椭圆 202">
            <a:extLst>
              <a:ext uri="{FF2B5EF4-FFF2-40B4-BE49-F238E27FC236}">
                <a16:creationId xmlns:a16="http://schemas.microsoft.com/office/drawing/2014/main" id="{BEF6AB8F-0055-3782-4C7D-EFD3D6D22A1F}"/>
              </a:ext>
            </a:extLst>
          </p:cNvPr>
          <p:cNvSpPr>
            <a:spLocks noChangeAspect="1"/>
          </p:cNvSpPr>
          <p:nvPr/>
        </p:nvSpPr>
        <p:spPr>
          <a:xfrm>
            <a:off x="1970694" y="155870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5" name="椭圆 204">
            <a:extLst>
              <a:ext uri="{FF2B5EF4-FFF2-40B4-BE49-F238E27FC236}">
                <a16:creationId xmlns:a16="http://schemas.microsoft.com/office/drawing/2014/main" id="{E48441C2-3D21-2E16-86CC-3F22EB478F1C}"/>
              </a:ext>
            </a:extLst>
          </p:cNvPr>
          <p:cNvSpPr>
            <a:spLocks noChangeAspect="1"/>
          </p:cNvSpPr>
          <p:nvPr/>
        </p:nvSpPr>
        <p:spPr>
          <a:xfrm>
            <a:off x="2635639" y="155870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7" name="椭圆 206">
            <a:extLst>
              <a:ext uri="{FF2B5EF4-FFF2-40B4-BE49-F238E27FC236}">
                <a16:creationId xmlns:a16="http://schemas.microsoft.com/office/drawing/2014/main" id="{C156C5F0-CAD0-269B-3D68-032EB8DB2F15}"/>
              </a:ext>
            </a:extLst>
          </p:cNvPr>
          <p:cNvSpPr>
            <a:spLocks noChangeAspect="1"/>
          </p:cNvSpPr>
          <p:nvPr/>
        </p:nvSpPr>
        <p:spPr>
          <a:xfrm>
            <a:off x="3300585" y="155870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9" name="椭圆 208">
            <a:extLst>
              <a:ext uri="{FF2B5EF4-FFF2-40B4-BE49-F238E27FC236}">
                <a16:creationId xmlns:a16="http://schemas.microsoft.com/office/drawing/2014/main" id="{DB05BBA1-949D-DFFA-1F68-7B792957BF7C}"/>
              </a:ext>
            </a:extLst>
          </p:cNvPr>
          <p:cNvSpPr>
            <a:spLocks noChangeAspect="1"/>
          </p:cNvSpPr>
          <p:nvPr/>
        </p:nvSpPr>
        <p:spPr>
          <a:xfrm>
            <a:off x="640804" y="4427032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1" name="椭圆 210">
            <a:extLst>
              <a:ext uri="{FF2B5EF4-FFF2-40B4-BE49-F238E27FC236}">
                <a16:creationId xmlns:a16="http://schemas.microsoft.com/office/drawing/2014/main" id="{8BAE2CEC-2649-0B4B-A809-4AF3935BD2CA}"/>
              </a:ext>
            </a:extLst>
          </p:cNvPr>
          <p:cNvSpPr>
            <a:spLocks noChangeAspect="1"/>
          </p:cNvSpPr>
          <p:nvPr/>
        </p:nvSpPr>
        <p:spPr>
          <a:xfrm>
            <a:off x="1305749" y="4427032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3" name="椭圆 212">
            <a:extLst>
              <a:ext uri="{FF2B5EF4-FFF2-40B4-BE49-F238E27FC236}">
                <a16:creationId xmlns:a16="http://schemas.microsoft.com/office/drawing/2014/main" id="{7AC68F19-173E-AFC8-BBAF-7BFA71588C36}"/>
              </a:ext>
            </a:extLst>
          </p:cNvPr>
          <p:cNvSpPr>
            <a:spLocks noChangeAspect="1"/>
          </p:cNvSpPr>
          <p:nvPr/>
        </p:nvSpPr>
        <p:spPr>
          <a:xfrm>
            <a:off x="1970694" y="4427032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5" name="椭圆 214">
            <a:extLst>
              <a:ext uri="{FF2B5EF4-FFF2-40B4-BE49-F238E27FC236}">
                <a16:creationId xmlns:a16="http://schemas.microsoft.com/office/drawing/2014/main" id="{1E0E8712-F37B-CA2E-1914-53CA42F68C15}"/>
              </a:ext>
            </a:extLst>
          </p:cNvPr>
          <p:cNvSpPr>
            <a:spLocks noChangeAspect="1"/>
          </p:cNvSpPr>
          <p:nvPr/>
        </p:nvSpPr>
        <p:spPr>
          <a:xfrm>
            <a:off x="2635639" y="4427032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7" name="椭圆 216">
            <a:extLst>
              <a:ext uri="{FF2B5EF4-FFF2-40B4-BE49-F238E27FC236}">
                <a16:creationId xmlns:a16="http://schemas.microsoft.com/office/drawing/2014/main" id="{D382BA90-43F8-AB57-37A4-05EA46D0648C}"/>
              </a:ext>
            </a:extLst>
          </p:cNvPr>
          <p:cNvSpPr>
            <a:spLocks noChangeAspect="1"/>
          </p:cNvSpPr>
          <p:nvPr/>
        </p:nvSpPr>
        <p:spPr>
          <a:xfrm>
            <a:off x="3300585" y="4427032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9" name="椭圆 218">
            <a:extLst>
              <a:ext uri="{FF2B5EF4-FFF2-40B4-BE49-F238E27FC236}">
                <a16:creationId xmlns:a16="http://schemas.microsoft.com/office/drawing/2014/main" id="{B74B914F-56DF-7FE0-804F-4E0B55284502}"/>
              </a:ext>
            </a:extLst>
          </p:cNvPr>
          <p:cNvSpPr>
            <a:spLocks noChangeAspect="1"/>
          </p:cNvSpPr>
          <p:nvPr/>
        </p:nvSpPr>
        <p:spPr>
          <a:xfrm>
            <a:off x="640804" y="481043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1" name="椭圆 220">
            <a:extLst>
              <a:ext uri="{FF2B5EF4-FFF2-40B4-BE49-F238E27FC236}">
                <a16:creationId xmlns:a16="http://schemas.microsoft.com/office/drawing/2014/main" id="{51E1FFC9-EADC-38B6-930A-3BB491C5C51E}"/>
              </a:ext>
            </a:extLst>
          </p:cNvPr>
          <p:cNvSpPr>
            <a:spLocks noChangeAspect="1"/>
          </p:cNvSpPr>
          <p:nvPr/>
        </p:nvSpPr>
        <p:spPr>
          <a:xfrm>
            <a:off x="1305749" y="481043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3" name="椭圆 222">
            <a:extLst>
              <a:ext uri="{FF2B5EF4-FFF2-40B4-BE49-F238E27FC236}">
                <a16:creationId xmlns:a16="http://schemas.microsoft.com/office/drawing/2014/main" id="{378EB88A-3CE9-5A2E-D1A9-E1DF088A7DC3}"/>
              </a:ext>
            </a:extLst>
          </p:cNvPr>
          <p:cNvSpPr>
            <a:spLocks noChangeAspect="1"/>
          </p:cNvSpPr>
          <p:nvPr/>
        </p:nvSpPr>
        <p:spPr>
          <a:xfrm>
            <a:off x="1970694" y="481043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5" name="椭圆 224">
            <a:extLst>
              <a:ext uri="{FF2B5EF4-FFF2-40B4-BE49-F238E27FC236}">
                <a16:creationId xmlns:a16="http://schemas.microsoft.com/office/drawing/2014/main" id="{0B0880BB-2774-F40B-E2F7-AE883107B49B}"/>
              </a:ext>
            </a:extLst>
          </p:cNvPr>
          <p:cNvSpPr>
            <a:spLocks noChangeAspect="1"/>
          </p:cNvSpPr>
          <p:nvPr/>
        </p:nvSpPr>
        <p:spPr>
          <a:xfrm>
            <a:off x="2635639" y="481043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7" name="椭圆 226">
            <a:extLst>
              <a:ext uri="{FF2B5EF4-FFF2-40B4-BE49-F238E27FC236}">
                <a16:creationId xmlns:a16="http://schemas.microsoft.com/office/drawing/2014/main" id="{AC045127-9798-226E-7C04-B80D880354A3}"/>
              </a:ext>
            </a:extLst>
          </p:cNvPr>
          <p:cNvSpPr>
            <a:spLocks noChangeAspect="1"/>
          </p:cNvSpPr>
          <p:nvPr/>
        </p:nvSpPr>
        <p:spPr>
          <a:xfrm>
            <a:off x="3300585" y="481043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9" name="椭圆 228">
            <a:extLst>
              <a:ext uri="{FF2B5EF4-FFF2-40B4-BE49-F238E27FC236}">
                <a16:creationId xmlns:a16="http://schemas.microsoft.com/office/drawing/2014/main" id="{22B11C40-0B97-CF2F-5346-1668BA2C0DC3}"/>
              </a:ext>
            </a:extLst>
          </p:cNvPr>
          <p:cNvSpPr>
            <a:spLocks noChangeAspect="1"/>
          </p:cNvSpPr>
          <p:nvPr/>
        </p:nvSpPr>
        <p:spPr>
          <a:xfrm>
            <a:off x="640804" y="277309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1" name="椭圆 230">
            <a:extLst>
              <a:ext uri="{FF2B5EF4-FFF2-40B4-BE49-F238E27FC236}">
                <a16:creationId xmlns:a16="http://schemas.microsoft.com/office/drawing/2014/main" id="{9C7AB634-115D-9EF4-8875-FDE614BFCDC1}"/>
              </a:ext>
            </a:extLst>
          </p:cNvPr>
          <p:cNvSpPr>
            <a:spLocks noChangeAspect="1"/>
          </p:cNvSpPr>
          <p:nvPr/>
        </p:nvSpPr>
        <p:spPr>
          <a:xfrm>
            <a:off x="1305749" y="277309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3" name="椭圆 232">
            <a:extLst>
              <a:ext uri="{FF2B5EF4-FFF2-40B4-BE49-F238E27FC236}">
                <a16:creationId xmlns:a16="http://schemas.microsoft.com/office/drawing/2014/main" id="{E52536AB-92E7-3961-601F-CF75CF84C534}"/>
              </a:ext>
            </a:extLst>
          </p:cNvPr>
          <p:cNvSpPr>
            <a:spLocks noChangeAspect="1"/>
          </p:cNvSpPr>
          <p:nvPr/>
        </p:nvSpPr>
        <p:spPr>
          <a:xfrm>
            <a:off x="1970694" y="277309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5" name="椭圆 234">
            <a:extLst>
              <a:ext uri="{FF2B5EF4-FFF2-40B4-BE49-F238E27FC236}">
                <a16:creationId xmlns:a16="http://schemas.microsoft.com/office/drawing/2014/main" id="{D6B2A118-F49C-0474-CC0B-FAE0DD2A3634}"/>
              </a:ext>
            </a:extLst>
          </p:cNvPr>
          <p:cNvSpPr>
            <a:spLocks noChangeAspect="1"/>
          </p:cNvSpPr>
          <p:nvPr/>
        </p:nvSpPr>
        <p:spPr>
          <a:xfrm>
            <a:off x="2635639" y="277309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7" name="椭圆 236">
            <a:extLst>
              <a:ext uri="{FF2B5EF4-FFF2-40B4-BE49-F238E27FC236}">
                <a16:creationId xmlns:a16="http://schemas.microsoft.com/office/drawing/2014/main" id="{D64D1DF6-D082-29CB-5765-5DC7BDED8504}"/>
              </a:ext>
            </a:extLst>
          </p:cNvPr>
          <p:cNvSpPr>
            <a:spLocks noChangeAspect="1"/>
          </p:cNvSpPr>
          <p:nvPr/>
        </p:nvSpPr>
        <p:spPr>
          <a:xfrm>
            <a:off x="3300585" y="277309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9" name="椭圆 238">
            <a:extLst>
              <a:ext uri="{FF2B5EF4-FFF2-40B4-BE49-F238E27FC236}">
                <a16:creationId xmlns:a16="http://schemas.microsoft.com/office/drawing/2014/main" id="{B9595FFB-DCF0-D969-4CDD-D0213E712D57}"/>
              </a:ext>
            </a:extLst>
          </p:cNvPr>
          <p:cNvSpPr>
            <a:spLocks noChangeAspect="1"/>
          </p:cNvSpPr>
          <p:nvPr/>
        </p:nvSpPr>
        <p:spPr>
          <a:xfrm>
            <a:off x="640804" y="315649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1" name="椭圆 240">
            <a:extLst>
              <a:ext uri="{FF2B5EF4-FFF2-40B4-BE49-F238E27FC236}">
                <a16:creationId xmlns:a16="http://schemas.microsoft.com/office/drawing/2014/main" id="{83F98790-AB7B-FBEF-D4FF-029350AE045B}"/>
              </a:ext>
            </a:extLst>
          </p:cNvPr>
          <p:cNvSpPr>
            <a:spLocks noChangeAspect="1"/>
          </p:cNvSpPr>
          <p:nvPr/>
        </p:nvSpPr>
        <p:spPr>
          <a:xfrm>
            <a:off x="1305749" y="315649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3" name="椭圆 242">
            <a:extLst>
              <a:ext uri="{FF2B5EF4-FFF2-40B4-BE49-F238E27FC236}">
                <a16:creationId xmlns:a16="http://schemas.microsoft.com/office/drawing/2014/main" id="{B410717F-5CFC-F9F0-B671-82968A4D6923}"/>
              </a:ext>
            </a:extLst>
          </p:cNvPr>
          <p:cNvSpPr>
            <a:spLocks noChangeAspect="1"/>
          </p:cNvSpPr>
          <p:nvPr/>
        </p:nvSpPr>
        <p:spPr>
          <a:xfrm>
            <a:off x="1970694" y="315649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5" name="椭圆 244">
            <a:extLst>
              <a:ext uri="{FF2B5EF4-FFF2-40B4-BE49-F238E27FC236}">
                <a16:creationId xmlns:a16="http://schemas.microsoft.com/office/drawing/2014/main" id="{F5692BFB-79BE-1E6C-1F06-D5A3FBA6030C}"/>
              </a:ext>
            </a:extLst>
          </p:cNvPr>
          <p:cNvSpPr>
            <a:spLocks noChangeAspect="1"/>
          </p:cNvSpPr>
          <p:nvPr/>
        </p:nvSpPr>
        <p:spPr>
          <a:xfrm>
            <a:off x="2635639" y="315649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7" name="椭圆 246">
            <a:extLst>
              <a:ext uri="{FF2B5EF4-FFF2-40B4-BE49-F238E27FC236}">
                <a16:creationId xmlns:a16="http://schemas.microsoft.com/office/drawing/2014/main" id="{E3087945-5FD3-6994-37D7-645E557B2D1C}"/>
              </a:ext>
            </a:extLst>
          </p:cNvPr>
          <p:cNvSpPr>
            <a:spLocks noChangeAspect="1"/>
          </p:cNvSpPr>
          <p:nvPr/>
        </p:nvSpPr>
        <p:spPr>
          <a:xfrm>
            <a:off x="3300585" y="315649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9" name="矩形 248">
            <a:extLst>
              <a:ext uri="{FF2B5EF4-FFF2-40B4-BE49-F238E27FC236}">
                <a16:creationId xmlns:a16="http://schemas.microsoft.com/office/drawing/2014/main" id="{AD440BFA-7D18-7CD3-4B4A-4FA858951BFD}"/>
              </a:ext>
            </a:extLst>
          </p:cNvPr>
          <p:cNvSpPr/>
          <p:nvPr/>
        </p:nvSpPr>
        <p:spPr>
          <a:xfrm>
            <a:off x="448299" y="2513208"/>
            <a:ext cx="3229232" cy="1126155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1" name="矩形 250">
            <a:extLst>
              <a:ext uri="{FF2B5EF4-FFF2-40B4-BE49-F238E27FC236}">
                <a16:creationId xmlns:a16="http://schemas.microsoft.com/office/drawing/2014/main" id="{F1643CC9-CEF4-E647-48D7-D0191E70C5AC}"/>
              </a:ext>
            </a:extLst>
          </p:cNvPr>
          <p:cNvSpPr/>
          <p:nvPr/>
        </p:nvSpPr>
        <p:spPr>
          <a:xfrm>
            <a:off x="448299" y="4293880"/>
            <a:ext cx="3229232" cy="1674796"/>
          </a:xfrm>
          <a:prstGeom prst="rect">
            <a:avLst/>
          </a:prstGeom>
          <a:solidFill>
            <a:schemeClr val="accent6">
              <a:alpha val="2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3" name="矩形 252">
            <a:extLst>
              <a:ext uri="{FF2B5EF4-FFF2-40B4-BE49-F238E27FC236}">
                <a16:creationId xmlns:a16="http://schemas.microsoft.com/office/drawing/2014/main" id="{6A85B696-CB61-7F32-FFCA-AF4AC22EB3E7}"/>
              </a:ext>
            </a:extLst>
          </p:cNvPr>
          <p:cNvSpPr/>
          <p:nvPr/>
        </p:nvSpPr>
        <p:spPr>
          <a:xfrm>
            <a:off x="448299" y="1001437"/>
            <a:ext cx="3229232" cy="890413"/>
          </a:xfrm>
          <a:prstGeom prst="rect">
            <a:avLst/>
          </a:prstGeom>
          <a:solidFill>
            <a:schemeClr val="bg1">
              <a:lumMod val="50000"/>
              <a:alpha val="2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5" name="椭圆 254">
            <a:extLst>
              <a:ext uri="{FF2B5EF4-FFF2-40B4-BE49-F238E27FC236}">
                <a16:creationId xmlns:a16="http://schemas.microsoft.com/office/drawing/2014/main" id="{E682059E-D4B7-3378-DBF9-6521C8E9EFDA}"/>
              </a:ext>
            </a:extLst>
          </p:cNvPr>
          <p:cNvSpPr>
            <a:spLocks noChangeAspect="1"/>
          </p:cNvSpPr>
          <p:nvPr/>
        </p:nvSpPr>
        <p:spPr>
          <a:xfrm>
            <a:off x="640804" y="529727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7" name="椭圆 256">
            <a:extLst>
              <a:ext uri="{FF2B5EF4-FFF2-40B4-BE49-F238E27FC236}">
                <a16:creationId xmlns:a16="http://schemas.microsoft.com/office/drawing/2014/main" id="{A3C47E2D-CCE5-3539-CDED-F2DEDE258005}"/>
              </a:ext>
            </a:extLst>
          </p:cNvPr>
          <p:cNvSpPr>
            <a:spLocks noChangeAspect="1"/>
          </p:cNvSpPr>
          <p:nvPr/>
        </p:nvSpPr>
        <p:spPr>
          <a:xfrm>
            <a:off x="1305749" y="529727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9" name="椭圆 258">
            <a:extLst>
              <a:ext uri="{FF2B5EF4-FFF2-40B4-BE49-F238E27FC236}">
                <a16:creationId xmlns:a16="http://schemas.microsoft.com/office/drawing/2014/main" id="{CC896DE5-7123-5020-01DE-444A4D0D67B2}"/>
              </a:ext>
            </a:extLst>
          </p:cNvPr>
          <p:cNvSpPr>
            <a:spLocks noChangeAspect="1"/>
          </p:cNvSpPr>
          <p:nvPr/>
        </p:nvSpPr>
        <p:spPr>
          <a:xfrm>
            <a:off x="1970694" y="529727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1" name="椭圆 260">
            <a:extLst>
              <a:ext uri="{FF2B5EF4-FFF2-40B4-BE49-F238E27FC236}">
                <a16:creationId xmlns:a16="http://schemas.microsoft.com/office/drawing/2014/main" id="{1B6277DF-C778-0101-1059-6AFE065FC5BF}"/>
              </a:ext>
            </a:extLst>
          </p:cNvPr>
          <p:cNvSpPr>
            <a:spLocks noChangeAspect="1"/>
          </p:cNvSpPr>
          <p:nvPr/>
        </p:nvSpPr>
        <p:spPr>
          <a:xfrm>
            <a:off x="2635639" y="529727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3" name="椭圆 262">
            <a:extLst>
              <a:ext uri="{FF2B5EF4-FFF2-40B4-BE49-F238E27FC236}">
                <a16:creationId xmlns:a16="http://schemas.microsoft.com/office/drawing/2014/main" id="{4906CF88-0C04-4063-6A38-E001B7554648}"/>
              </a:ext>
            </a:extLst>
          </p:cNvPr>
          <p:cNvSpPr>
            <a:spLocks noChangeAspect="1"/>
          </p:cNvSpPr>
          <p:nvPr/>
        </p:nvSpPr>
        <p:spPr>
          <a:xfrm>
            <a:off x="3300585" y="529727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5" name="椭圆 264">
            <a:extLst>
              <a:ext uri="{FF2B5EF4-FFF2-40B4-BE49-F238E27FC236}">
                <a16:creationId xmlns:a16="http://schemas.microsoft.com/office/drawing/2014/main" id="{4026E040-6CC7-F58C-6B60-0AE963F9222F}"/>
              </a:ext>
            </a:extLst>
          </p:cNvPr>
          <p:cNvSpPr>
            <a:spLocks noChangeAspect="1"/>
          </p:cNvSpPr>
          <p:nvPr/>
        </p:nvSpPr>
        <p:spPr>
          <a:xfrm>
            <a:off x="640804" y="568067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7" name="椭圆 266">
            <a:extLst>
              <a:ext uri="{FF2B5EF4-FFF2-40B4-BE49-F238E27FC236}">
                <a16:creationId xmlns:a16="http://schemas.microsoft.com/office/drawing/2014/main" id="{C21F4797-8C7B-4679-B423-2CA38628B751}"/>
              </a:ext>
            </a:extLst>
          </p:cNvPr>
          <p:cNvSpPr>
            <a:spLocks noChangeAspect="1"/>
          </p:cNvSpPr>
          <p:nvPr/>
        </p:nvSpPr>
        <p:spPr>
          <a:xfrm>
            <a:off x="1305749" y="568067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9" name="椭圆 268">
            <a:extLst>
              <a:ext uri="{FF2B5EF4-FFF2-40B4-BE49-F238E27FC236}">
                <a16:creationId xmlns:a16="http://schemas.microsoft.com/office/drawing/2014/main" id="{E267BBCB-86F0-E9B2-E1BA-804CBD8FCD70}"/>
              </a:ext>
            </a:extLst>
          </p:cNvPr>
          <p:cNvSpPr>
            <a:spLocks noChangeAspect="1"/>
          </p:cNvSpPr>
          <p:nvPr/>
        </p:nvSpPr>
        <p:spPr>
          <a:xfrm>
            <a:off x="1970694" y="568067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1" name="椭圆 270">
            <a:extLst>
              <a:ext uri="{FF2B5EF4-FFF2-40B4-BE49-F238E27FC236}">
                <a16:creationId xmlns:a16="http://schemas.microsoft.com/office/drawing/2014/main" id="{3E79AAB6-C606-EF37-AC6D-7A28054393FD}"/>
              </a:ext>
            </a:extLst>
          </p:cNvPr>
          <p:cNvSpPr>
            <a:spLocks noChangeAspect="1"/>
          </p:cNvSpPr>
          <p:nvPr/>
        </p:nvSpPr>
        <p:spPr>
          <a:xfrm>
            <a:off x="2635639" y="568067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3" name="椭圆 272">
            <a:extLst>
              <a:ext uri="{FF2B5EF4-FFF2-40B4-BE49-F238E27FC236}">
                <a16:creationId xmlns:a16="http://schemas.microsoft.com/office/drawing/2014/main" id="{92AE9914-C501-09D8-33CD-A6272ED4C52D}"/>
              </a:ext>
            </a:extLst>
          </p:cNvPr>
          <p:cNvSpPr>
            <a:spLocks noChangeAspect="1"/>
          </p:cNvSpPr>
          <p:nvPr/>
        </p:nvSpPr>
        <p:spPr>
          <a:xfrm>
            <a:off x="3300585" y="568067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5" name="椭圆 294">
            <a:extLst>
              <a:ext uri="{FF2B5EF4-FFF2-40B4-BE49-F238E27FC236}">
                <a16:creationId xmlns:a16="http://schemas.microsoft.com/office/drawing/2014/main" id="{4CED8A3E-6F32-B26A-2EDD-BAE44E4D4B2C}"/>
              </a:ext>
            </a:extLst>
          </p:cNvPr>
          <p:cNvSpPr>
            <a:spLocks noChangeAspect="1"/>
          </p:cNvSpPr>
          <p:nvPr/>
        </p:nvSpPr>
        <p:spPr>
          <a:xfrm>
            <a:off x="784804" y="277247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7" name="椭圆 296">
            <a:extLst>
              <a:ext uri="{FF2B5EF4-FFF2-40B4-BE49-F238E27FC236}">
                <a16:creationId xmlns:a16="http://schemas.microsoft.com/office/drawing/2014/main" id="{1C534026-5218-A757-0B14-EA2010F6F13A}"/>
              </a:ext>
            </a:extLst>
          </p:cNvPr>
          <p:cNvSpPr>
            <a:spLocks noChangeAspect="1"/>
          </p:cNvSpPr>
          <p:nvPr/>
        </p:nvSpPr>
        <p:spPr>
          <a:xfrm>
            <a:off x="1449749" y="277247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9" name="椭圆 298">
            <a:extLst>
              <a:ext uri="{FF2B5EF4-FFF2-40B4-BE49-F238E27FC236}">
                <a16:creationId xmlns:a16="http://schemas.microsoft.com/office/drawing/2014/main" id="{F724EE83-9244-0CFD-BFED-2D9EC96A6229}"/>
              </a:ext>
            </a:extLst>
          </p:cNvPr>
          <p:cNvSpPr>
            <a:spLocks noChangeAspect="1"/>
          </p:cNvSpPr>
          <p:nvPr/>
        </p:nvSpPr>
        <p:spPr>
          <a:xfrm>
            <a:off x="2114694" y="277247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1" name="椭圆 300">
            <a:extLst>
              <a:ext uri="{FF2B5EF4-FFF2-40B4-BE49-F238E27FC236}">
                <a16:creationId xmlns:a16="http://schemas.microsoft.com/office/drawing/2014/main" id="{18898BB7-CDFA-8F8C-1E59-F5D8E83515B9}"/>
              </a:ext>
            </a:extLst>
          </p:cNvPr>
          <p:cNvSpPr>
            <a:spLocks noChangeAspect="1"/>
          </p:cNvSpPr>
          <p:nvPr/>
        </p:nvSpPr>
        <p:spPr>
          <a:xfrm>
            <a:off x="2779639" y="277247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3" name="椭圆 302">
            <a:extLst>
              <a:ext uri="{FF2B5EF4-FFF2-40B4-BE49-F238E27FC236}">
                <a16:creationId xmlns:a16="http://schemas.microsoft.com/office/drawing/2014/main" id="{9B9E4E3B-5B2A-511F-CCCE-2CCF4D044C6D}"/>
              </a:ext>
            </a:extLst>
          </p:cNvPr>
          <p:cNvSpPr>
            <a:spLocks noChangeAspect="1"/>
          </p:cNvSpPr>
          <p:nvPr/>
        </p:nvSpPr>
        <p:spPr>
          <a:xfrm>
            <a:off x="3444585" y="277247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5" name="椭圆 304">
            <a:extLst>
              <a:ext uri="{FF2B5EF4-FFF2-40B4-BE49-F238E27FC236}">
                <a16:creationId xmlns:a16="http://schemas.microsoft.com/office/drawing/2014/main" id="{0DC1EA6B-402F-5A6D-27B3-EDF6EB283380}"/>
              </a:ext>
            </a:extLst>
          </p:cNvPr>
          <p:cNvSpPr>
            <a:spLocks noChangeAspect="1"/>
          </p:cNvSpPr>
          <p:nvPr/>
        </p:nvSpPr>
        <p:spPr>
          <a:xfrm>
            <a:off x="784804" y="315588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7" name="椭圆 306">
            <a:extLst>
              <a:ext uri="{FF2B5EF4-FFF2-40B4-BE49-F238E27FC236}">
                <a16:creationId xmlns:a16="http://schemas.microsoft.com/office/drawing/2014/main" id="{0730C5A7-1421-EA06-3DE2-1AC5C0D1793E}"/>
              </a:ext>
            </a:extLst>
          </p:cNvPr>
          <p:cNvSpPr>
            <a:spLocks noChangeAspect="1"/>
          </p:cNvSpPr>
          <p:nvPr/>
        </p:nvSpPr>
        <p:spPr>
          <a:xfrm>
            <a:off x="1449749" y="315588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9" name="椭圆 308">
            <a:extLst>
              <a:ext uri="{FF2B5EF4-FFF2-40B4-BE49-F238E27FC236}">
                <a16:creationId xmlns:a16="http://schemas.microsoft.com/office/drawing/2014/main" id="{C0057789-65BC-255E-142A-8F66A01739FA}"/>
              </a:ext>
            </a:extLst>
          </p:cNvPr>
          <p:cNvSpPr>
            <a:spLocks noChangeAspect="1"/>
          </p:cNvSpPr>
          <p:nvPr/>
        </p:nvSpPr>
        <p:spPr>
          <a:xfrm>
            <a:off x="2114694" y="315588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1" name="椭圆 310">
            <a:extLst>
              <a:ext uri="{FF2B5EF4-FFF2-40B4-BE49-F238E27FC236}">
                <a16:creationId xmlns:a16="http://schemas.microsoft.com/office/drawing/2014/main" id="{E05AA190-AB39-86BF-0253-A03B813CF973}"/>
              </a:ext>
            </a:extLst>
          </p:cNvPr>
          <p:cNvSpPr>
            <a:spLocks noChangeAspect="1"/>
          </p:cNvSpPr>
          <p:nvPr/>
        </p:nvSpPr>
        <p:spPr>
          <a:xfrm>
            <a:off x="2779639" y="315588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3" name="椭圆 312">
            <a:extLst>
              <a:ext uri="{FF2B5EF4-FFF2-40B4-BE49-F238E27FC236}">
                <a16:creationId xmlns:a16="http://schemas.microsoft.com/office/drawing/2014/main" id="{3F939984-504E-C144-A95B-FFBD08EA675A}"/>
              </a:ext>
            </a:extLst>
          </p:cNvPr>
          <p:cNvSpPr>
            <a:spLocks noChangeAspect="1"/>
          </p:cNvSpPr>
          <p:nvPr/>
        </p:nvSpPr>
        <p:spPr>
          <a:xfrm>
            <a:off x="3444585" y="315588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4" name="文本框 313">
            <a:extLst>
              <a:ext uri="{FF2B5EF4-FFF2-40B4-BE49-F238E27FC236}">
                <a16:creationId xmlns:a16="http://schemas.microsoft.com/office/drawing/2014/main" id="{DF1D4A3A-B71B-2E7A-CEA2-1BEBD99C1F43}"/>
              </a:ext>
            </a:extLst>
          </p:cNvPr>
          <p:cNvSpPr txBox="1"/>
          <p:nvPr/>
        </p:nvSpPr>
        <p:spPr>
          <a:xfrm>
            <a:off x="9278753" y="1510787"/>
            <a:ext cx="245131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有无可能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个区域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描述接口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zone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覆盖区域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SLM trap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坐标</a:t>
            </a:r>
          </a:p>
        </p:txBody>
      </p:sp>
      <p:sp>
        <p:nvSpPr>
          <p:cNvPr id="316" name="椭圆 315">
            <a:extLst>
              <a:ext uri="{FF2B5EF4-FFF2-40B4-BE49-F238E27FC236}">
                <a16:creationId xmlns:a16="http://schemas.microsoft.com/office/drawing/2014/main" id="{893ABDBD-0FE0-BC04-C621-548058B59ECD}"/>
              </a:ext>
            </a:extLst>
          </p:cNvPr>
          <p:cNvSpPr>
            <a:spLocks noChangeAspect="1"/>
          </p:cNvSpPr>
          <p:nvPr/>
        </p:nvSpPr>
        <p:spPr>
          <a:xfrm>
            <a:off x="5200135" y="117529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8" name="椭圆 317">
            <a:extLst>
              <a:ext uri="{FF2B5EF4-FFF2-40B4-BE49-F238E27FC236}">
                <a16:creationId xmlns:a16="http://schemas.microsoft.com/office/drawing/2014/main" id="{77808E93-1331-BB12-3D2C-A7AF8400F5B5}"/>
              </a:ext>
            </a:extLst>
          </p:cNvPr>
          <p:cNvSpPr>
            <a:spLocks noChangeAspect="1"/>
          </p:cNvSpPr>
          <p:nvPr/>
        </p:nvSpPr>
        <p:spPr>
          <a:xfrm>
            <a:off x="5865080" y="117529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0" name="椭圆 319">
            <a:extLst>
              <a:ext uri="{FF2B5EF4-FFF2-40B4-BE49-F238E27FC236}">
                <a16:creationId xmlns:a16="http://schemas.microsoft.com/office/drawing/2014/main" id="{6D332327-76E4-11E6-2786-4EDA2C85A73E}"/>
              </a:ext>
            </a:extLst>
          </p:cNvPr>
          <p:cNvSpPr>
            <a:spLocks noChangeAspect="1"/>
          </p:cNvSpPr>
          <p:nvPr/>
        </p:nvSpPr>
        <p:spPr>
          <a:xfrm>
            <a:off x="6530025" y="117529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2" name="椭圆 321">
            <a:extLst>
              <a:ext uri="{FF2B5EF4-FFF2-40B4-BE49-F238E27FC236}">
                <a16:creationId xmlns:a16="http://schemas.microsoft.com/office/drawing/2014/main" id="{A5F8CD55-BC1E-3A91-5183-BADA23E6B0B5}"/>
              </a:ext>
            </a:extLst>
          </p:cNvPr>
          <p:cNvSpPr>
            <a:spLocks noChangeAspect="1"/>
          </p:cNvSpPr>
          <p:nvPr/>
        </p:nvSpPr>
        <p:spPr>
          <a:xfrm>
            <a:off x="7194970" y="117529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4" name="椭圆 323">
            <a:extLst>
              <a:ext uri="{FF2B5EF4-FFF2-40B4-BE49-F238E27FC236}">
                <a16:creationId xmlns:a16="http://schemas.microsoft.com/office/drawing/2014/main" id="{D6B3F698-51F5-C54A-EEB8-9431F60C43D3}"/>
              </a:ext>
            </a:extLst>
          </p:cNvPr>
          <p:cNvSpPr>
            <a:spLocks noChangeAspect="1"/>
          </p:cNvSpPr>
          <p:nvPr/>
        </p:nvSpPr>
        <p:spPr>
          <a:xfrm>
            <a:off x="7859916" y="117529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6" name="椭圆 325">
            <a:extLst>
              <a:ext uri="{FF2B5EF4-FFF2-40B4-BE49-F238E27FC236}">
                <a16:creationId xmlns:a16="http://schemas.microsoft.com/office/drawing/2014/main" id="{4A50BDD7-1022-6CC0-272E-4559DE5467DA}"/>
              </a:ext>
            </a:extLst>
          </p:cNvPr>
          <p:cNvSpPr>
            <a:spLocks noChangeAspect="1"/>
          </p:cNvSpPr>
          <p:nvPr/>
        </p:nvSpPr>
        <p:spPr>
          <a:xfrm>
            <a:off x="5200135" y="155870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8" name="椭圆 327">
            <a:extLst>
              <a:ext uri="{FF2B5EF4-FFF2-40B4-BE49-F238E27FC236}">
                <a16:creationId xmlns:a16="http://schemas.microsoft.com/office/drawing/2014/main" id="{864D4FA7-7433-03CC-8131-EF988ABBF872}"/>
              </a:ext>
            </a:extLst>
          </p:cNvPr>
          <p:cNvSpPr>
            <a:spLocks noChangeAspect="1"/>
          </p:cNvSpPr>
          <p:nvPr/>
        </p:nvSpPr>
        <p:spPr>
          <a:xfrm>
            <a:off x="5865080" y="155870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0" name="椭圆 329">
            <a:extLst>
              <a:ext uri="{FF2B5EF4-FFF2-40B4-BE49-F238E27FC236}">
                <a16:creationId xmlns:a16="http://schemas.microsoft.com/office/drawing/2014/main" id="{FD68CC69-C268-C2B8-3037-7862CCFC7BF2}"/>
              </a:ext>
            </a:extLst>
          </p:cNvPr>
          <p:cNvSpPr>
            <a:spLocks noChangeAspect="1"/>
          </p:cNvSpPr>
          <p:nvPr/>
        </p:nvSpPr>
        <p:spPr>
          <a:xfrm>
            <a:off x="6530025" y="155870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2" name="椭圆 331">
            <a:extLst>
              <a:ext uri="{FF2B5EF4-FFF2-40B4-BE49-F238E27FC236}">
                <a16:creationId xmlns:a16="http://schemas.microsoft.com/office/drawing/2014/main" id="{A1C76345-A537-E5D5-1B04-1C15841F0D27}"/>
              </a:ext>
            </a:extLst>
          </p:cNvPr>
          <p:cNvSpPr>
            <a:spLocks noChangeAspect="1"/>
          </p:cNvSpPr>
          <p:nvPr/>
        </p:nvSpPr>
        <p:spPr>
          <a:xfrm>
            <a:off x="7194970" y="155870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4" name="椭圆 333">
            <a:extLst>
              <a:ext uri="{FF2B5EF4-FFF2-40B4-BE49-F238E27FC236}">
                <a16:creationId xmlns:a16="http://schemas.microsoft.com/office/drawing/2014/main" id="{611FD8C2-C027-333E-3A31-70A2870AEBE5}"/>
              </a:ext>
            </a:extLst>
          </p:cNvPr>
          <p:cNvSpPr>
            <a:spLocks noChangeAspect="1"/>
          </p:cNvSpPr>
          <p:nvPr/>
        </p:nvSpPr>
        <p:spPr>
          <a:xfrm>
            <a:off x="7859916" y="155870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6" name="椭圆 335">
            <a:extLst>
              <a:ext uri="{FF2B5EF4-FFF2-40B4-BE49-F238E27FC236}">
                <a16:creationId xmlns:a16="http://schemas.microsoft.com/office/drawing/2014/main" id="{08568DE0-787E-5CB6-83D2-A8FCFE2B61DD}"/>
              </a:ext>
            </a:extLst>
          </p:cNvPr>
          <p:cNvSpPr>
            <a:spLocks noChangeAspect="1"/>
          </p:cNvSpPr>
          <p:nvPr/>
        </p:nvSpPr>
        <p:spPr>
          <a:xfrm>
            <a:off x="5200135" y="513144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8" name="椭圆 337">
            <a:extLst>
              <a:ext uri="{FF2B5EF4-FFF2-40B4-BE49-F238E27FC236}">
                <a16:creationId xmlns:a16="http://schemas.microsoft.com/office/drawing/2014/main" id="{49676B1D-2414-6FE4-4774-917C5D6EA921}"/>
              </a:ext>
            </a:extLst>
          </p:cNvPr>
          <p:cNvSpPr>
            <a:spLocks noChangeAspect="1"/>
          </p:cNvSpPr>
          <p:nvPr/>
        </p:nvSpPr>
        <p:spPr>
          <a:xfrm>
            <a:off x="5865080" y="513144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0" name="椭圆 339">
            <a:extLst>
              <a:ext uri="{FF2B5EF4-FFF2-40B4-BE49-F238E27FC236}">
                <a16:creationId xmlns:a16="http://schemas.microsoft.com/office/drawing/2014/main" id="{6521FCEC-7201-5C36-A12A-C89AF9C73C4C}"/>
              </a:ext>
            </a:extLst>
          </p:cNvPr>
          <p:cNvSpPr>
            <a:spLocks noChangeAspect="1"/>
          </p:cNvSpPr>
          <p:nvPr/>
        </p:nvSpPr>
        <p:spPr>
          <a:xfrm>
            <a:off x="6530025" y="513144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2" name="椭圆 341">
            <a:extLst>
              <a:ext uri="{FF2B5EF4-FFF2-40B4-BE49-F238E27FC236}">
                <a16:creationId xmlns:a16="http://schemas.microsoft.com/office/drawing/2014/main" id="{92863F30-7CF5-FFB1-E1A4-14D6466F3068}"/>
              </a:ext>
            </a:extLst>
          </p:cNvPr>
          <p:cNvSpPr>
            <a:spLocks noChangeAspect="1"/>
          </p:cNvSpPr>
          <p:nvPr/>
        </p:nvSpPr>
        <p:spPr>
          <a:xfrm>
            <a:off x="7194970" y="513144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4" name="椭圆 343">
            <a:extLst>
              <a:ext uri="{FF2B5EF4-FFF2-40B4-BE49-F238E27FC236}">
                <a16:creationId xmlns:a16="http://schemas.microsoft.com/office/drawing/2014/main" id="{34C39B22-D964-A4BA-467C-E68C5CCF1219}"/>
              </a:ext>
            </a:extLst>
          </p:cNvPr>
          <p:cNvSpPr>
            <a:spLocks noChangeAspect="1"/>
          </p:cNvSpPr>
          <p:nvPr/>
        </p:nvSpPr>
        <p:spPr>
          <a:xfrm>
            <a:off x="7859916" y="513144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6" name="椭圆 345">
            <a:extLst>
              <a:ext uri="{FF2B5EF4-FFF2-40B4-BE49-F238E27FC236}">
                <a16:creationId xmlns:a16="http://schemas.microsoft.com/office/drawing/2014/main" id="{6C73A315-A47C-F005-B262-E488D640BD77}"/>
              </a:ext>
            </a:extLst>
          </p:cNvPr>
          <p:cNvSpPr>
            <a:spLocks noChangeAspect="1"/>
          </p:cNvSpPr>
          <p:nvPr/>
        </p:nvSpPr>
        <p:spPr>
          <a:xfrm>
            <a:off x="5200135" y="5514854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8" name="椭圆 347">
            <a:extLst>
              <a:ext uri="{FF2B5EF4-FFF2-40B4-BE49-F238E27FC236}">
                <a16:creationId xmlns:a16="http://schemas.microsoft.com/office/drawing/2014/main" id="{C8B6E471-1781-A492-BC16-D0C36591A6F7}"/>
              </a:ext>
            </a:extLst>
          </p:cNvPr>
          <p:cNvSpPr>
            <a:spLocks noChangeAspect="1"/>
          </p:cNvSpPr>
          <p:nvPr/>
        </p:nvSpPr>
        <p:spPr>
          <a:xfrm>
            <a:off x="5865080" y="5514854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0" name="椭圆 349">
            <a:extLst>
              <a:ext uri="{FF2B5EF4-FFF2-40B4-BE49-F238E27FC236}">
                <a16:creationId xmlns:a16="http://schemas.microsoft.com/office/drawing/2014/main" id="{0C1B987C-22B8-B89B-E988-253C99DBB07F}"/>
              </a:ext>
            </a:extLst>
          </p:cNvPr>
          <p:cNvSpPr>
            <a:spLocks noChangeAspect="1"/>
          </p:cNvSpPr>
          <p:nvPr/>
        </p:nvSpPr>
        <p:spPr>
          <a:xfrm>
            <a:off x="6530025" y="5514854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2" name="椭圆 351">
            <a:extLst>
              <a:ext uri="{FF2B5EF4-FFF2-40B4-BE49-F238E27FC236}">
                <a16:creationId xmlns:a16="http://schemas.microsoft.com/office/drawing/2014/main" id="{C7DD6A64-BA47-6006-019A-3B692C5593EA}"/>
              </a:ext>
            </a:extLst>
          </p:cNvPr>
          <p:cNvSpPr>
            <a:spLocks noChangeAspect="1"/>
          </p:cNvSpPr>
          <p:nvPr/>
        </p:nvSpPr>
        <p:spPr>
          <a:xfrm>
            <a:off x="7194970" y="5514854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4" name="椭圆 353">
            <a:extLst>
              <a:ext uri="{FF2B5EF4-FFF2-40B4-BE49-F238E27FC236}">
                <a16:creationId xmlns:a16="http://schemas.microsoft.com/office/drawing/2014/main" id="{0827062E-2804-2935-9A0B-2DB24AF25F56}"/>
              </a:ext>
            </a:extLst>
          </p:cNvPr>
          <p:cNvSpPr>
            <a:spLocks noChangeAspect="1"/>
          </p:cNvSpPr>
          <p:nvPr/>
        </p:nvSpPr>
        <p:spPr>
          <a:xfrm>
            <a:off x="7859916" y="5514854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6" name="椭圆 355">
            <a:extLst>
              <a:ext uri="{FF2B5EF4-FFF2-40B4-BE49-F238E27FC236}">
                <a16:creationId xmlns:a16="http://schemas.microsoft.com/office/drawing/2014/main" id="{D8EAA3A5-D66D-41D9-2CB4-E231EE6E5DBF}"/>
              </a:ext>
            </a:extLst>
          </p:cNvPr>
          <p:cNvSpPr>
            <a:spLocks noChangeAspect="1"/>
          </p:cNvSpPr>
          <p:nvPr/>
        </p:nvSpPr>
        <p:spPr>
          <a:xfrm>
            <a:off x="5200135" y="366824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8" name="椭圆 357">
            <a:extLst>
              <a:ext uri="{FF2B5EF4-FFF2-40B4-BE49-F238E27FC236}">
                <a16:creationId xmlns:a16="http://schemas.microsoft.com/office/drawing/2014/main" id="{E39241A1-AC35-082F-4CEB-D4DDD6609792}"/>
              </a:ext>
            </a:extLst>
          </p:cNvPr>
          <p:cNvSpPr>
            <a:spLocks noChangeAspect="1"/>
          </p:cNvSpPr>
          <p:nvPr/>
        </p:nvSpPr>
        <p:spPr>
          <a:xfrm>
            <a:off x="5865080" y="366824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0" name="椭圆 359">
            <a:extLst>
              <a:ext uri="{FF2B5EF4-FFF2-40B4-BE49-F238E27FC236}">
                <a16:creationId xmlns:a16="http://schemas.microsoft.com/office/drawing/2014/main" id="{7AB018F1-0DAA-0C4D-565B-98C1C3873B3A}"/>
              </a:ext>
            </a:extLst>
          </p:cNvPr>
          <p:cNvSpPr>
            <a:spLocks noChangeAspect="1"/>
          </p:cNvSpPr>
          <p:nvPr/>
        </p:nvSpPr>
        <p:spPr>
          <a:xfrm>
            <a:off x="6530025" y="366824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2" name="椭圆 361">
            <a:extLst>
              <a:ext uri="{FF2B5EF4-FFF2-40B4-BE49-F238E27FC236}">
                <a16:creationId xmlns:a16="http://schemas.microsoft.com/office/drawing/2014/main" id="{6829970F-A7BE-FD26-97A3-51C14FBB3ACE}"/>
              </a:ext>
            </a:extLst>
          </p:cNvPr>
          <p:cNvSpPr>
            <a:spLocks noChangeAspect="1"/>
          </p:cNvSpPr>
          <p:nvPr/>
        </p:nvSpPr>
        <p:spPr>
          <a:xfrm>
            <a:off x="7194970" y="366824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4" name="椭圆 363">
            <a:extLst>
              <a:ext uri="{FF2B5EF4-FFF2-40B4-BE49-F238E27FC236}">
                <a16:creationId xmlns:a16="http://schemas.microsoft.com/office/drawing/2014/main" id="{9F967DCE-339F-6F58-C6AD-910AEB557CF0}"/>
              </a:ext>
            </a:extLst>
          </p:cNvPr>
          <p:cNvSpPr>
            <a:spLocks noChangeAspect="1"/>
          </p:cNvSpPr>
          <p:nvPr/>
        </p:nvSpPr>
        <p:spPr>
          <a:xfrm>
            <a:off x="7859916" y="366824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6" name="椭圆 365">
            <a:extLst>
              <a:ext uri="{FF2B5EF4-FFF2-40B4-BE49-F238E27FC236}">
                <a16:creationId xmlns:a16="http://schemas.microsoft.com/office/drawing/2014/main" id="{1D4C960D-9DD1-CD0A-FE20-0CDCEAE99D7A}"/>
              </a:ext>
            </a:extLst>
          </p:cNvPr>
          <p:cNvSpPr>
            <a:spLocks noChangeAspect="1"/>
          </p:cNvSpPr>
          <p:nvPr/>
        </p:nvSpPr>
        <p:spPr>
          <a:xfrm>
            <a:off x="5200135" y="405164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8" name="椭圆 367">
            <a:extLst>
              <a:ext uri="{FF2B5EF4-FFF2-40B4-BE49-F238E27FC236}">
                <a16:creationId xmlns:a16="http://schemas.microsoft.com/office/drawing/2014/main" id="{48ED6C72-6DB8-7E30-133F-48583A0802B0}"/>
              </a:ext>
            </a:extLst>
          </p:cNvPr>
          <p:cNvSpPr>
            <a:spLocks noChangeAspect="1"/>
          </p:cNvSpPr>
          <p:nvPr/>
        </p:nvSpPr>
        <p:spPr>
          <a:xfrm>
            <a:off x="5865080" y="405164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0" name="椭圆 369">
            <a:extLst>
              <a:ext uri="{FF2B5EF4-FFF2-40B4-BE49-F238E27FC236}">
                <a16:creationId xmlns:a16="http://schemas.microsoft.com/office/drawing/2014/main" id="{65084565-F5BF-BF06-FCC3-C94EE44E21D6}"/>
              </a:ext>
            </a:extLst>
          </p:cNvPr>
          <p:cNvSpPr>
            <a:spLocks noChangeAspect="1"/>
          </p:cNvSpPr>
          <p:nvPr/>
        </p:nvSpPr>
        <p:spPr>
          <a:xfrm>
            <a:off x="6530025" y="405164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2" name="椭圆 371">
            <a:extLst>
              <a:ext uri="{FF2B5EF4-FFF2-40B4-BE49-F238E27FC236}">
                <a16:creationId xmlns:a16="http://schemas.microsoft.com/office/drawing/2014/main" id="{FEED4646-CCB7-F5D3-423A-D3FBC46D2ECF}"/>
              </a:ext>
            </a:extLst>
          </p:cNvPr>
          <p:cNvSpPr>
            <a:spLocks noChangeAspect="1"/>
          </p:cNvSpPr>
          <p:nvPr/>
        </p:nvSpPr>
        <p:spPr>
          <a:xfrm>
            <a:off x="7194970" y="405164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4" name="椭圆 373">
            <a:extLst>
              <a:ext uri="{FF2B5EF4-FFF2-40B4-BE49-F238E27FC236}">
                <a16:creationId xmlns:a16="http://schemas.microsoft.com/office/drawing/2014/main" id="{AD32F99A-DF9A-CE03-1475-3B0D586509A0}"/>
              </a:ext>
            </a:extLst>
          </p:cNvPr>
          <p:cNvSpPr>
            <a:spLocks noChangeAspect="1"/>
          </p:cNvSpPr>
          <p:nvPr/>
        </p:nvSpPr>
        <p:spPr>
          <a:xfrm>
            <a:off x="7859916" y="405164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6" name="矩形 375">
            <a:extLst>
              <a:ext uri="{FF2B5EF4-FFF2-40B4-BE49-F238E27FC236}">
                <a16:creationId xmlns:a16="http://schemas.microsoft.com/office/drawing/2014/main" id="{CBA0A645-EFEB-1681-E4EA-EE35D263BA4E}"/>
              </a:ext>
            </a:extLst>
          </p:cNvPr>
          <p:cNvSpPr/>
          <p:nvPr/>
        </p:nvSpPr>
        <p:spPr>
          <a:xfrm>
            <a:off x="5007630" y="3408359"/>
            <a:ext cx="3229232" cy="1126155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8" name="矩形 377">
            <a:extLst>
              <a:ext uri="{FF2B5EF4-FFF2-40B4-BE49-F238E27FC236}">
                <a16:creationId xmlns:a16="http://schemas.microsoft.com/office/drawing/2014/main" id="{55EA9498-FFFF-5D63-7E8A-189803A27F4A}"/>
              </a:ext>
            </a:extLst>
          </p:cNvPr>
          <p:cNvSpPr/>
          <p:nvPr/>
        </p:nvSpPr>
        <p:spPr>
          <a:xfrm>
            <a:off x="5007630" y="4998296"/>
            <a:ext cx="3229232" cy="779645"/>
          </a:xfrm>
          <a:prstGeom prst="rect">
            <a:avLst/>
          </a:prstGeom>
          <a:solidFill>
            <a:schemeClr val="accent6">
              <a:alpha val="2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0" name="矩形 379">
            <a:extLst>
              <a:ext uri="{FF2B5EF4-FFF2-40B4-BE49-F238E27FC236}">
                <a16:creationId xmlns:a16="http://schemas.microsoft.com/office/drawing/2014/main" id="{65E5ABD3-D7B3-A488-3BDD-5F2FD1045F3B}"/>
              </a:ext>
            </a:extLst>
          </p:cNvPr>
          <p:cNvSpPr/>
          <p:nvPr/>
        </p:nvSpPr>
        <p:spPr>
          <a:xfrm>
            <a:off x="5007630" y="1001437"/>
            <a:ext cx="3229232" cy="890413"/>
          </a:xfrm>
          <a:prstGeom prst="rect">
            <a:avLst/>
          </a:prstGeom>
          <a:solidFill>
            <a:schemeClr val="bg1">
              <a:lumMod val="50000"/>
              <a:alpha val="2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2" name="椭圆 381">
            <a:extLst>
              <a:ext uri="{FF2B5EF4-FFF2-40B4-BE49-F238E27FC236}">
                <a16:creationId xmlns:a16="http://schemas.microsoft.com/office/drawing/2014/main" id="{0F3E8848-C03C-CDEA-DEF2-BEF7832E6C76}"/>
              </a:ext>
            </a:extLst>
          </p:cNvPr>
          <p:cNvSpPr>
            <a:spLocks noChangeAspect="1"/>
          </p:cNvSpPr>
          <p:nvPr/>
        </p:nvSpPr>
        <p:spPr>
          <a:xfrm>
            <a:off x="5200135" y="238907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4" name="椭圆 383">
            <a:extLst>
              <a:ext uri="{FF2B5EF4-FFF2-40B4-BE49-F238E27FC236}">
                <a16:creationId xmlns:a16="http://schemas.microsoft.com/office/drawing/2014/main" id="{F9BE101D-8037-BB28-4961-49532A90A132}"/>
              </a:ext>
            </a:extLst>
          </p:cNvPr>
          <p:cNvSpPr>
            <a:spLocks noChangeAspect="1"/>
          </p:cNvSpPr>
          <p:nvPr/>
        </p:nvSpPr>
        <p:spPr>
          <a:xfrm>
            <a:off x="5865080" y="238907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6" name="椭圆 385">
            <a:extLst>
              <a:ext uri="{FF2B5EF4-FFF2-40B4-BE49-F238E27FC236}">
                <a16:creationId xmlns:a16="http://schemas.microsoft.com/office/drawing/2014/main" id="{7C48C009-AE9D-C800-4359-3DA44AD982DC}"/>
              </a:ext>
            </a:extLst>
          </p:cNvPr>
          <p:cNvSpPr>
            <a:spLocks noChangeAspect="1"/>
          </p:cNvSpPr>
          <p:nvPr/>
        </p:nvSpPr>
        <p:spPr>
          <a:xfrm>
            <a:off x="6530025" y="238907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8" name="椭圆 387">
            <a:extLst>
              <a:ext uri="{FF2B5EF4-FFF2-40B4-BE49-F238E27FC236}">
                <a16:creationId xmlns:a16="http://schemas.microsoft.com/office/drawing/2014/main" id="{0A66E959-A7B3-9DF1-6CED-933E4EADE0F1}"/>
              </a:ext>
            </a:extLst>
          </p:cNvPr>
          <p:cNvSpPr>
            <a:spLocks noChangeAspect="1"/>
          </p:cNvSpPr>
          <p:nvPr/>
        </p:nvSpPr>
        <p:spPr>
          <a:xfrm>
            <a:off x="7194970" y="238907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0" name="椭圆 389">
            <a:extLst>
              <a:ext uri="{FF2B5EF4-FFF2-40B4-BE49-F238E27FC236}">
                <a16:creationId xmlns:a16="http://schemas.microsoft.com/office/drawing/2014/main" id="{32C3B25A-41E4-B129-B572-F57DFA376342}"/>
              </a:ext>
            </a:extLst>
          </p:cNvPr>
          <p:cNvSpPr>
            <a:spLocks noChangeAspect="1"/>
          </p:cNvSpPr>
          <p:nvPr/>
        </p:nvSpPr>
        <p:spPr>
          <a:xfrm>
            <a:off x="7859916" y="238907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2" name="椭圆 391">
            <a:extLst>
              <a:ext uri="{FF2B5EF4-FFF2-40B4-BE49-F238E27FC236}">
                <a16:creationId xmlns:a16="http://schemas.microsoft.com/office/drawing/2014/main" id="{4AA2E2C1-4BD3-9A47-60EE-BACEE84765D0}"/>
              </a:ext>
            </a:extLst>
          </p:cNvPr>
          <p:cNvSpPr>
            <a:spLocks noChangeAspect="1"/>
          </p:cNvSpPr>
          <p:nvPr/>
        </p:nvSpPr>
        <p:spPr>
          <a:xfrm>
            <a:off x="5200135" y="277247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4" name="椭圆 393">
            <a:extLst>
              <a:ext uri="{FF2B5EF4-FFF2-40B4-BE49-F238E27FC236}">
                <a16:creationId xmlns:a16="http://schemas.microsoft.com/office/drawing/2014/main" id="{3F29EB55-9821-EDBD-1427-CB1EA246D67F}"/>
              </a:ext>
            </a:extLst>
          </p:cNvPr>
          <p:cNvSpPr>
            <a:spLocks noChangeAspect="1"/>
          </p:cNvSpPr>
          <p:nvPr/>
        </p:nvSpPr>
        <p:spPr>
          <a:xfrm>
            <a:off x="5865080" y="277247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6" name="椭圆 395">
            <a:extLst>
              <a:ext uri="{FF2B5EF4-FFF2-40B4-BE49-F238E27FC236}">
                <a16:creationId xmlns:a16="http://schemas.microsoft.com/office/drawing/2014/main" id="{2700AD3F-42CB-2538-CC4A-C9581865B4E8}"/>
              </a:ext>
            </a:extLst>
          </p:cNvPr>
          <p:cNvSpPr>
            <a:spLocks noChangeAspect="1"/>
          </p:cNvSpPr>
          <p:nvPr/>
        </p:nvSpPr>
        <p:spPr>
          <a:xfrm>
            <a:off x="6530025" y="277247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8" name="椭圆 397">
            <a:extLst>
              <a:ext uri="{FF2B5EF4-FFF2-40B4-BE49-F238E27FC236}">
                <a16:creationId xmlns:a16="http://schemas.microsoft.com/office/drawing/2014/main" id="{6BE42739-648D-B79F-39F4-D1FA287C9203}"/>
              </a:ext>
            </a:extLst>
          </p:cNvPr>
          <p:cNvSpPr>
            <a:spLocks noChangeAspect="1"/>
          </p:cNvSpPr>
          <p:nvPr/>
        </p:nvSpPr>
        <p:spPr>
          <a:xfrm>
            <a:off x="7194970" y="277247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0" name="椭圆 399">
            <a:extLst>
              <a:ext uri="{FF2B5EF4-FFF2-40B4-BE49-F238E27FC236}">
                <a16:creationId xmlns:a16="http://schemas.microsoft.com/office/drawing/2014/main" id="{C95994E7-E236-E427-9D50-4AB1BA338595}"/>
              </a:ext>
            </a:extLst>
          </p:cNvPr>
          <p:cNvSpPr>
            <a:spLocks noChangeAspect="1"/>
          </p:cNvSpPr>
          <p:nvPr/>
        </p:nvSpPr>
        <p:spPr>
          <a:xfrm>
            <a:off x="7859916" y="277247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2" name="椭圆 401">
            <a:extLst>
              <a:ext uri="{FF2B5EF4-FFF2-40B4-BE49-F238E27FC236}">
                <a16:creationId xmlns:a16="http://schemas.microsoft.com/office/drawing/2014/main" id="{C7EAF944-3FF6-8A84-97B1-62BFB9E43FF6}"/>
              </a:ext>
            </a:extLst>
          </p:cNvPr>
          <p:cNvSpPr>
            <a:spLocks noChangeAspect="1"/>
          </p:cNvSpPr>
          <p:nvPr/>
        </p:nvSpPr>
        <p:spPr>
          <a:xfrm>
            <a:off x="5344135" y="366762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4" name="椭圆 403">
            <a:extLst>
              <a:ext uri="{FF2B5EF4-FFF2-40B4-BE49-F238E27FC236}">
                <a16:creationId xmlns:a16="http://schemas.microsoft.com/office/drawing/2014/main" id="{E19FD9EF-8B11-F8F7-66D4-C53477BC95DE}"/>
              </a:ext>
            </a:extLst>
          </p:cNvPr>
          <p:cNvSpPr>
            <a:spLocks noChangeAspect="1"/>
          </p:cNvSpPr>
          <p:nvPr/>
        </p:nvSpPr>
        <p:spPr>
          <a:xfrm>
            <a:off x="6009080" y="366762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6" name="椭圆 405">
            <a:extLst>
              <a:ext uri="{FF2B5EF4-FFF2-40B4-BE49-F238E27FC236}">
                <a16:creationId xmlns:a16="http://schemas.microsoft.com/office/drawing/2014/main" id="{42E0E61F-5CC1-42F4-6F09-11FCF88C2B61}"/>
              </a:ext>
            </a:extLst>
          </p:cNvPr>
          <p:cNvSpPr>
            <a:spLocks noChangeAspect="1"/>
          </p:cNvSpPr>
          <p:nvPr/>
        </p:nvSpPr>
        <p:spPr>
          <a:xfrm>
            <a:off x="6674025" y="366762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8" name="椭圆 407">
            <a:extLst>
              <a:ext uri="{FF2B5EF4-FFF2-40B4-BE49-F238E27FC236}">
                <a16:creationId xmlns:a16="http://schemas.microsoft.com/office/drawing/2014/main" id="{27802D93-D6FF-A7FD-0F98-F311C0B8E873}"/>
              </a:ext>
            </a:extLst>
          </p:cNvPr>
          <p:cNvSpPr>
            <a:spLocks noChangeAspect="1"/>
          </p:cNvSpPr>
          <p:nvPr/>
        </p:nvSpPr>
        <p:spPr>
          <a:xfrm>
            <a:off x="7338970" y="366762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0" name="椭圆 409">
            <a:extLst>
              <a:ext uri="{FF2B5EF4-FFF2-40B4-BE49-F238E27FC236}">
                <a16:creationId xmlns:a16="http://schemas.microsoft.com/office/drawing/2014/main" id="{03B3019B-F22A-201E-4E24-DF48CBBCE16F}"/>
              </a:ext>
            </a:extLst>
          </p:cNvPr>
          <p:cNvSpPr>
            <a:spLocks noChangeAspect="1"/>
          </p:cNvSpPr>
          <p:nvPr/>
        </p:nvSpPr>
        <p:spPr>
          <a:xfrm>
            <a:off x="8003916" y="366762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2" name="椭圆 411">
            <a:extLst>
              <a:ext uri="{FF2B5EF4-FFF2-40B4-BE49-F238E27FC236}">
                <a16:creationId xmlns:a16="http://schemas.microsoft.com/office/drawing/2014/main" id="{8019F932-7571-E3B8-B0E5-AF2412CCFBE9}"/>
              </a:ext>
            </a:extLst>
          </p:cNvPr>
          <p:cNvSpPr>
            <a:spLocks noChangeAspect="1"/>
          </p:cNvSpPr>
          <p:nvPr/>
        </p:nvSpPr>
        <p:spPr>
          <a:xfrm>
            <a:off x="5344135" y="4051034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4" name="椭圆 413">
            <a:extLst>
              <a:ext uri="{FF2B5EF4-FFF2-40B4-BE49-F238E27FC236}">
                <a16:creationId xmlns:a16="http://schemas.microsoft.com/office/drawing/2014/main" id="{7D9CC6D1-D5B3-10E0-04F3-2F3BF0D503E8}"/>
              </a:ext>
            </a:extLst>
          </p:cNvPr>
          <p:cNvSpPr>
            <a:spLocks noChangeAspect="1"/>
          </p:cNvSpPr>
          <p:nvPr/>
        </p:nvSpPr>
        <p:spPr>
          <a:xfrm>
            <a:off x="6009080" y="4051034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6" name="椭圆 415">
            <a:extLst>
              <a:ext uri="{FF2B5EF4-FFF2-40B4-BE49-F238E27FC236}">
                <a16:creationId xmlns:a16="http://schemas.microsoft.com/office/drawing/2014/main" id="{C0A5A7E9-D919-FC1D-18DD-7FF300D6213E}"/>
              </a:ext>
            </a:extLst>
          </p:cNvPr>
          <p:cNvSpPr>
            <a:spLocks noChangeAspect="1"/>
          </p:cNvSpPr>
          <p:nvPr/>
        </p:nvSpPr>
        <p:spPr>
          <a:xfrm>
            <a:off x="6674025" y="4051034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8" name="椭圆 417">
            <a:extLst>
              <a:ext uri="{FF2B5EF4-FFF2-40B4-BE49-F238E27FC236}">
                <a16:creationId xmlns:a16="http://schemas.microsoft.com/office/drawing/2014/main" id="{43839EB9-A386-B961-C971-C23945B04D9C}"/>
              </a:ext>
            </a:extLst>
          </p:cNvPr>
          <p:cNvSpPr>
            <a:spLocks noChangeAspect="1"/>
          </p:cNvSpPr>
          <p:nvPr/>
        </p:nvSpPr>
        <p:spPr>
          <a:xfrm>
            <a:off x="7338970" y="4051034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0" name="椭圆 419">
            <a:extLst>
              <a:ext uri="{FF2B5EF4-FFF2-40B4-BE49-F238E27FC236}">
                <a16:creationId xmlns:a16="http://schemas.microsoft.com/office/drawing/2014/main" id="{94CF8C03-D53D-399C-2D61-CF4CCF3AA247}"/>
              </a:ext>
            </a:extLst>
          </p:cNvPr>
          <p:cNvSpPr>
            <a:spLocks noChangeAspect="1"/>
          </p:cNvSpPr>
          <p:nvPr/>
        </p:nvSpPr>
        <p:spPr>
          <a:xfrm>
            <a:off x="8003916" y="4051034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2" name="矩形 421">
            <a:extLst>
              <a:ext uri="{FF2B5EF4-FFF2-40B4-BE49-F238E27FC236}">
                <a16:creationId xmlns:a16="http://schemas.microsoft.com/office/drawing/2014/main" id="{408A8802-D749-BD7A-E5C7-74F49DC01143}"/>
              </a:ext>
            </a:extLst>
          </p:cNvPr>
          <p:cNvSpPr/>
          <p:nvPr/>
        </p:nvSpPr>
        <p:spPr>
          <a:xfrm>
            <a:off x="4987409" y="2259742"/>
            <a:ext cx="3229232" cy="779645"/>
          </a:xfrm>
          <a:prstGeom prst="rect">
            <a:avLst/>
          </a:prstGeom>
          <a:solidFill>
            <a:schemeClr val="accent6">
              <a:alpha val="2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7925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F0094E5-D53D-B9A1-9BF0-C8D09ECBC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6732E6D-F693-E0C2-7CD9-F528C38BB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捕获</a:t>
            </a:r>
            <a:r>
              <a:rPr lang="en-US" altLang="zh-CN" dirty="0"/>
              <a:t>&amp;</a:t>
            </a:r>
            <a:r>
              <a:rPr lang="zh-CN" altLang="en-US" dirty="0"/>
              <a:t>初始化原子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4C1D532-1C46-DD36-7C04-D9D363E1C584}"/>
              </a:ext>
            </a:extLst>
          </p:cNvPr>
          <p:cNvSpPr>
            <a:spLocks noChangeAspect="1"/>
          </p:cNvSpPr>
          <p:nvPr/>
        </p:nvSpPr>
        <p:spPr>
          <a:xfrm>
            <a:off x="1039528" y="136678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8E10D10-D24D-CF27-9D30-7E0A9BBF6FDA}"/>
              </a:ext>
            </a:extLst>
          </p:cNvPr>
          <p:cNvSpPr>
            <a:spLocks noChangeAspect="1"/>
          </p:cNvSpPr>
          <p:nvPr/>
        </p:nvSpPr>
        <p:spPr>
          <a:xfrm>
            <a:off x="1704473" y="136678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C93F2BEB-AC8F-9343-BC9E-B325D04D403A}"/>
              </a:ext>
            </a:extLst>
          </p:cNvPr>
          <p:cNvSpPr>
            <a:spLocks noChangeAspect="1"/>
          </p:cNvSpPr>
          <p:nvPr/>
        </p:nvSpPr>
        <p:spPr>
          <a:xfrm>
            <a:off x="2369418" y="136678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32902C55-E14B-69ED-DC33-B0C6DEFE62A7}"/>
              </a:ext>
            </a:extLst>
          </p:cNvPr>
          <p:cNvSpPr>
            <a:spLocks noChangeAspect="1"/>
          </p:cNvSpPr>
          <p:nvPr/>
        </p:nvSpPr>
        <p:spPr>
          <a:xfrm>
            <a:off x="3034363" y="136678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F45946E0-487C-5F14-071C-F5F176802D7C}"/>
              </a:ext>
            </a:extLst>
          </p:cNvPr>
          <p:cNvSpPr>
            <a:spLocks noChangeAspect="1"/>
          </p:cNvSpPr>
          <p:nvPr/>
        </p:nvSpPr>
        <p:spPr>
          <a:xfrm>
            <a:off x="3699309" y="136678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4163F3B6-6F58-ED4F-972A-FF52351A0B5F}"/>
              </a:ext>
            </a:extLst>
          </p:cNvPr>
          <p:cNvSpPr>
            <a:spLocks noChangeAspect="1"/>
          </p:cNvSpPr>
          <p:nvPr/>
        </p:nvSpPr>
        <p:spPr>
          <a:xfrm>
            <a:off x="1039528" y="175019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B1A406E6-6234-A909-B43E-3C8E9A873884}"/>
              </a:ext>
            </a:extLst>
          </p:cNvPr>
          <p:cNvSpPr>
            <a:spLocks noChangeAspect="1"/>
          </p:cNvSpPr>
          <p:nvPr/>
        </p:nvSpPr>
        <p:spPr>
          <a:xfrm>
            <a:off x="1704473" y="175019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0BEBEF9F-F7C5-198D-61E5-286C0F3493EE}"/>
              </a:ext>
            </a:extLst>
          </p:cNvPr>
          <p:cNvSpPr>
            <a:spLocks noChangeAspect="1"/>
          </p:cNvSpPr>
          <p:nvPr/>
        </p:nvSpPr>
        <p:spPr>
          <a:xfrm>
            <a:off x="2369418" y="175019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4F188341-073A-A853-535D-9AF9E0343DFB}"/>
              </a:ext>
            </a:extLst>
          </p:cNvPr>
          <p:cNvSpPr>
            <a:spLocks noChangeAspect="1"/>
          </p:cNvSpPr>
          <p:nvPr/>
        </p:nvSpPr>
        <p:spPr>
          <a:xfrm>
            <a:off x="3034363" y="175019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5D4B4CDE-9C2A-04DA-EC9E-4EACFCA89BAA}"/>
              </a:ext>
            </a:extLst>
          </p:cNvPr>
          <p:cNvSpPr>
            <a:spLocks noChangeAspect="1"/>
          </p:cNvSpPr>
          <p:nvPr/>
        </p:nvSpPr>
        <p:spPr>
          <a:xfrm>
            <a:off x="3699309" y="175019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CDDD068E-20EC-6F11-1FE1-CD91D21658BF}"/>
              </a:ext>
            </a:extLst>
          </p:cNvPr>
          <p:cNvSpPr>
            <a:spLocks noChangeAspect="1"/>
          </p:cNvSpPr>
          <p:nvPr/>
        </p:nvSpPr>
        <p:spPr>
          <a:xfrm>
            <a:off x="1039528" y="474365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386CCD4A-3528-EA04-4269-AFCECDFF1F8A}"/>
              </a:ext>
            </a:extLst>
          </p:cNvPr>
          <p:cNvSpPr>
            <a:spLocks noChangeAspect="1"/>
          </p:cNvSpPr>
          <p:nvPr/>
        </p:nvSpPr>
        <p:spPr>
          <a:xfrm>
            <a:off x="1704473" y="474365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AEB73859-8A94-A4A1-2F94-12A13F467C8E}"/>
              </a:ext>
            </a:extLst>
          </p:cNvPr>
          <p:cNvSpPr>
            <a:spLocks noChangeAspect="1"/>
          </p:cNvSpPr>
          <p:nvPr/>
        </p:nvSpPr>
        <p:spPr>
          <a:xfrm>
            <a:off x="2369418" y="474365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622C5CDB-31ED-AFD4-AFCA-4F0B07B63D20}"/>
              </a:ext>
            </a:extLst>
          </p:cNvPr>
          <p:cNvSpPr>
            <a:spLocks noChangeAspect="1"/>
          </p:cNvSpPr>
          <p:nvPr/>
        </p:nvSpPr>
        <p:spPr>
          <a:xfrm>
            <a:off x="3034363" y="474365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E6391578-F369-3E9B-C007-EF410E072F4F}"/>
              </a:ext>
            </a:extLst>
          </p:cNvPr>
          <p:cNvSpPr>
            <a:spLocks noChangeAspect="1"/>
          </p:cNvSpPr>
          <p:nvPr/>
        </p:nvSpPr>
        <p:spPr>
          <a:xfrm>
            <a:off x="3699309" y="474365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FD47300B-AC4A-0E09-E36E-B2ECE4195D38}"/>
              </a:ext>
            </a:extLst>
          </p:cNvPr>
          <p:cNvSpPr>
            <a:spLocks noChangeAspect="1"/>
          </p:cNvSpPr>
          <p:nvPr/>
        </p:nvSpPr>
        <p:spPr>
          <a:xfrm>
            <a:off x="1039528" y="5127059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355967E5-C082-3D43-5FDE-C57D3CF903C7}"/>
              </a:ext>
            </a:extLst>
          </p:cNvPr>
          <p:cNvSpPr>
            <a:spLocks noChangeAspect="1"/>
          </p:cNvSpPr>
          <p:nvPr/>
        </p:nvSpPr>
        <p:spPr>
          <a:xfrm>
            <a:off x="1704473" y="5127059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A39429C6-908D-AFA1-2BEE-A6F070148BC7}"/>
              </a:ext>
            </a:extLst>
          </p:cNvPr>
          <p:cNvSpPr>
            <a:spLocks noChangeAspect="1"/>
          </p:cNvSpPr>
          <p:nvPr/>
        </p:nvSpPr>
        <p:spPr>
          <a:xfrm>
            <a:off x="2369418" y="5127059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6E575FCE-9E2E-2ACA-5646-7859D2EC5ADB}"/>
              </a:ext>
            </a:extLst>
          </p:cNvPr>
          <p:cNvSpPr>
            <a:spLocks noChangeAspect="1"/>
          </p:cNvSpPr>
          <p:nvPr/>
        </p:nvSpPr>
        <p:spPr>
          <a:xfrm>
            <a:off x="3034363" y="5127059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37BFFD5C-6222-6743-90A8-5D86EB2E2976}"/>
              </a:ext>
            </a:extLst>
          </p:cNvPr>
          <p:cNvSpPr>
            <a:spLocks noChangeAspect="1"/>
          </p:cNvSpPr>
          <p:nvPr/>
        </p:nvSpPr>
        <p:spPr>
          <a:xfrm>
            <a:off x="3699309" y="5127059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62358676-A0A3-E225-7ACF-5C165A804BC6}"/>
              </a:ext>
            </a:extLst>
          </p:cNvPr>
          <p:cNvSpPr>
            <a:spLocks noChangeAspect="1"/>
          </p:cNvSpPr>
          <p:nvPr/>
        </p:nvSpPr>
        <p:spPr>
          <a:xfrm>
            <a:off x="1039528" y="2964582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4396BB8A-565A-4B9E-5FC0-231B9729E29B}"/>
              </a:ext>
            </a:extLst>
          </p:cNvPr>
          <p:cNvSpPr>
            <a:spLocks noChangeAspect="1"/>
          </p:cNvSpPr>
          <p:nvPr/>
        </p:nvSpPr>
        <p:spPr>
          <a:xfrm>
            <a:off x="1704473" y="2964582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43670C56-E683-2D50-EBA2-1C76670F75C9}"/>
              </a:ext>
            </a:extLst>
          </p:cNvPr>
          <p:cNvSpPr>
            <a:spLocks noChangeAspect="1"/>
          </p:cNvSpPr>
          <p:nvPr/>
        </p:nvSpPr>
        <p:spPr>
          <a:xfrm>
            <a:off x="2369418" y="2964582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91C1BFE0-F772-61C9-1550-1174954DB7D8}"/>
              </a:ext>
            </a:extLst>
          </p:cNvPr>
          <p:cNvSpPr>
            <a:spLocks noChangeAspect="1"/>
          </p:cNvSpPr>
          <p:nvPr/>
        </p:nvSpPr>
        <p:spPr>
          <a:xfrm>
            <a:off x="3034363" y="2964582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ADABEDBC-EA0E-7CC1-3502-BD3FF46AB28F}"/>
              </a:ext>
            </a:extLst>
          </p:cNvPr>
          <p:cNvSpPr>
            <a:spLocks noChangeAspect="1"/>
          </p:cNvSpPr>
          <p:nvPr/>
        </p:nvSpPr>
        <p:spPr>
          <a:xfrm>
            <a:off x="3699309" y="2964582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1F46B13B-8959-90EF-7D01-A5C5EF4EC008}"/>
              </a:ext>
            </a:extLst>
          </p:cNvPr>
          <p:cNvSpPr>
            <a:spLocks noChangeAspect="1"/>
          </p:cNvSpPr>
          <p:nvPr/>
        </p:nvSpPr>
        <p:spPr>
          <a:xfrm>
            <a:off x="1039528" y="334798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F36DD593-0789-89B1-0316-0629185C3582}"/>
              </a:ext>
            </a:extLst>
          </p:cNvPr>
          <p:cNvSpPr>
            <a:spLocks noChangeAspect="1"/>
          </p:cNvSpPr>
          <p:nvPr/>
        </p:nvSpPr>
        <p:spPr>
          <a:xfrm>
            <a:off x="1704473" y="334798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DBEE8D85-0BD8-00EB-BB63-5917849F5526}"/>
              </a:ext>
            </a:extLst>
          </p:cNvPr>
          <p:cNvSpPr>
            <a:spLocks noChangeAspect="1"/>
          </p:cNvSpPr>
          <p:nvPr/>
        </p:nvSpPr>
        <p:spPr>
          <a:xfrm>
            <a:off x="2369418" y="334798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C3C7C52C-E921-0E8F-8F7E-59C1D9030EC8}"/>
              </a:ext>
            </a:extLst>
          </p:cNvPr>
          <p:cNvSpPr>
            <a:spLocks noChangeAspect="1"/>
          </p:cNvSpPr>
          <p:nvPr/>
        </p:nvSpPr>
        <p:spPr>
          <a:xfrm>
            <a:off x="3034363" y="334798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2F0E3061-D5BB-C2BE-27E3-571B6EB03781}"/>
              </a:ext>
            </a:extLst>
          </p:cNvPr>
          <p:cNvSpPr>
            <a:spLocks noChangeAspect="1"/>
          </p:cNvSpPr>
          <p:nvPr/>
        </p:nvSpPr>
        <p:spPr>
          <a:xfrm>
            <a:off x="3699309" y="334798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790BCADD-31FF-BA75-466E-6BC19AF2E77D}"/>
              </a:ext>
            </a:extLst>
          </p:cNvPr>
          <p:cNvSpPr/>
          <p:nvPr/>
        </p:nvSpPr>
        <p:spPr>
          <a:xfrm>
            <a:off x="847023" y="2704700"/>
            <a:ext cx="3229232" cy="1126155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F778F8D1-8CA4-35F2-0686-216F760416B3}"/>
              </a:ext>
            </a:extLst>
          </p:cNvPr>
          <p:cNvSpPr/>
          <p:nvPr/>
        </p:nvSpPr>
        <p:spPr>
          <a:xfrm>
            <a:off x="847023" y="4610501"/>
            <a:ext cx="3229232" cy="1674796"/>
          </a:xfrm>
          <a:prstGeom prst="rect">
            <a:avLst/>
          </a:prstGeom>
          <a:solidFill>
            <a:schemeClr val="accent6">
              <a:alpha val="2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B3527141-0400-603A-B1AC-A8653C5D6278}"/>
              </a:ext>
            </a:extLst>
          </p:cNvPr>
          <p:cNvSpPr/>
          <p:nvPr/>
        </p:nvSpPr>
        <p:spPr>
          <a:xfrm>
            <a:off x="847023" y="1192929"/>
            <a:ext cx="3229232" cy="890413"/>
          </a:xfrm>
          <a:prstGeom prst="rect">
            <a:avLst/>
          </a:prstGeom>
          <a:solidFill>
            <a:schemeClr val="bg1">
              <a:lumMod val="50000"/>
              <a:alpha val="2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F89FCCF2-976A-E98B-FAC7-8B1480E7B4FC}"/>
              </a:ext>
            </a:extLst>
          </p:cNvPr>
          <p:cNvSpPr>
            <a:spLocks noChangeAspect="1"/>
          </p:cNvSpPr>
          <p:nvPr/>
        </p:nvSpPr>
        <p:spPr>
          <a:xfrm>
            <a:off x="1039528" y="561389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638C7A02-6A6B-4292-60E6-FE66FC9A297E}"/>
              </a:ext>
            </a:extLst>
          </p:cNvPr>
          <p:cNvSpPr>
            <a:spLocks noChangeAspect="1"/>
          </p:cNvSpPr>
          <p:nvPr/>
        </p:nvSpPr>
        <p:spPr>
          <a:xfrm>
            <a:off x="1704473" y="561389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3EE52A21-AEFF-AE02-9116-0FB6DEADA37D}"/>
              </a:ext>
            </a:extLst>
          </p:cNvPr>
          <p:cNvSpPr>
            <a:spLocks noChangeAspect="1"/>
          </p:cNvSpPr>
          <p:nvPr/>
        </p:nvSpPr>
        <p:spPr>
          <a:xfrm>
            <a:off x="2369418" y="561389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E12AD3EE-DDD3-7CCB-A524-ADDE2B95464A}"/>
              </a:ext>
            </a:extLst>
          </p:cNvPr>
          <p:cNvSpPr>
            <a:spLocks noChangeAspect="1"/>
          </p:cNvSpPr>
          <p:nvPr/>
        </p:nvSpPr>
        <p:spPr>
          <a:xfrm>
            <a:off x="3034363" y="561389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37F9AA55-B9BE-8CBF-7A0A-E0EC8E251210}"/>
              </a:ext>
            </a:extLst>
          </p:cNvPr>
          <p:cNvSpPr>
            <a:spLocks noChangeAspect="1"/>
          </p:cNvSpPr>
          <p:nvPr/>
        </p:nvSpPr>
        <p:spPr>
          <a:xfrm>
            <a:off x="3699309" y="561389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666A62AC-D5CA-2FB6-5373-183D21AD5AE1}"/>
              </a:ext>
            </a:extLst>
          </p:cNvPr>
          <p:cNvSpPr>
            <a:spLocks noChangeAspect="1"/>
          </p:cNvSpPr>
          <p:nvPr/>
        </p:nvSpPr>
        <p:spPr>
          <a:xfrm>
            <a:off x="1039528" y="599729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78DCE7F9-9106-7466-EDAB-AB8B6C973FBE}"/>
              </a:ext>
            </a:extLst>
          </p:cNvPr>
          <p:cNvSpPr>
            <a:spLocks noChangeAspect="1"/>
          </p:cNvSpPr>
          <p:nvPr/>
        </p:nvSpPr>
        <p:spPr>
          <a:xfrm>
            <a:off x="1704473" y="599729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5" name="椭圆 84">
            <a:extLst>
              <a:ext uri="{FF2B5EF4-FFF2-40B4-BE49-F238E27FC236}">
                <a16:creationId xmlns:a16="http://schemas.microsoft.com/office/drawing/2014/main" id="{1A6020AA-EA98-1CBA-28CD-FC293101A39E}"/>
              </a:ext>
            </a:extLst>
          </p:cNvPr>
          <p:cNvSpPr>
            <a:spLocks noChangeAspect="1"/>
          </p:cNvSpPr>
          <p:nvPr/>
        </p:nvSpPr>
        <p:spPr>
          <a:xfrm>
            <a:off x="2369418" y="599729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7" name="椭圆 86">
            <a:extLst>
              <a:ext uri="{FF2B5EF4-FFF2-40B4-BE49-F238E27FC236}">
                <a16:creationId xmlns:a16="http://schemas.microsoft.com/office/drawing/2014/main" id="{7716C256-AE08-93CD-9D51-093AB7AEFE75}"/>
              </a:ext>
            </a:extLst>
          </p:cNvPr>
          <p:cNvSpPr>
            <a:spLocks noChangeAspect="1"/>
          </p:cNvSpPr>
          <p:nvPr/>
        </p:nvSpPr>
        <p:spPr>
          <a:xfrm>
            <a:off x="3034363" y="599729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EFD63B16-62F6-D188-372B-A2B85093A2F9}"/>
              </a:ext>
            </a:extLst>
          </p:cNvPr>
          <p:cNvSpPr>
            <a:spLocks noChangeAspect="1"/>
          </p:cNvSpPr>
          <p:nvPr/>
        </p:nvSpPr>
        <p:spPr>
          <a:xfrm>
            <a:off x="3699309" y="599729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F6030B68-1340-5766-72F6-31F871C874EF}"/>
              </a:ext>
            </a:extLst>
          </p:cNvPr>
          <p:cNvSpPr>
            <a:spLocks noChangeAspect="1"/>
          </p:cNvSpPr>
          <p:nvPr/>
        </p:nvSpPr>
        <p:spPr>
          <a:xfrm>
            <a:off x="5573873" y="474365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D73C96F7-0911-F8ED-98E6-81B8E24D0A42}"/>
              </a:ext>
            </a:extLst>
          </p:cNvPr>
          <p:cNvSpPr>
            <a:spLocks noChangeAspect="1"/>
          </p:cNvSpPr>
          <p:nvPr/>
        </p:nvSpPr>
        <p:spPr>
          <a:xfrm>
            <a:off x="6238818" y="474365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4AC2A3FC-B580-E4BC-FFCB-E6C33D25988B}"/>
              </a:ext>
            </a:extLst>
          </p:cNvPr>
          <p:cNvSpPr>
            <a:spLocks noChangeAspect="1"/>
          </p:cNvSpPr>
          <p:nvPr/>
        </p:nvSpPr>
        <p:spPr>
          <a:xfrm>
            <a:off x="6903763" y="474365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022E4EF7-3074-A162-1354-E1687A54E5B0}"/>
              </a:ext>
            </a:extLst>
          </p:cNvPr>
          <p:cNvSpPr>
            <a:spLocks noChangeAspect="1"/>
          </p:cNvSpPr>
          <p:nvPr/>
        </p:nvSpPr>
        <p:spPr>
          <a:xfrm>
            <a:off x="7568708" y="474365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9" name="椭圆 98">
            <a:extLst>
              <a:ext uri="{FF2B5EF4-FFF2-40B4-BE49-F238E27FC236}">
                <a16:creationId xmlns:a16="http://schemas.microsoft.com/office/drawing/2014/main" id="{74821E0E-C5A0-D8AF-DCA5-3BCAE8D3D872}"/>
              </a:ext>
            </a:extLst>
          </p:cNvPr>
          <p:cNvSpPr>
            <a:spLocks noChangeAspect="1"/>
          </p:cNvSpPr>
          <p:nvPr/>
        </p:nvSpPr>
        <p:spPr>
          <a:xfrm>
            <a:off x="8233654" y="474365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1" name="椭圆 100">
            <a:extLst>
              <a:ext uri="{FF2B5EF4-FFF2-40B4-BE49-F238E27FC236}">
                <a16:creationId xmlns:a16="http://schemas.microsoft.com/office/drawing/2014/main" id="{569B87E4-18C3-1196-7216-B4FAC0D8FEDA}"/>
              </a:ext>
            </a:extLst>
          </p:cNvPr>
          <p:cNvSpPr>
            <a:spLocks noChangeAspect="1"/>
          </p:cNvSpPr>
          <p:nvPr/>
        </p:nvSpPr>
        <p:spPr>
          <a:xfrm>
            <a:off x="5573873" y="5127059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3" name="椭圆 102">
            <a:extLst>
              <a:ext uri="{FF2B5EF4-FFF2-40B4-BE49-F238E27FC236}">
                <a16:creationId xmlns:a16="http://schemas.microsoft.com/office/drawing/2014/main" id="{AC50CC63-C76F-7738-DD54-C9EA270626C3}"/>
              </a:ext>
            </a:extLst>
          </p:cNvPr>
          <p:cNvSpPr>
            <a:spLocks noChangeAspect="1"/>
          </p:cNvSpPr>
          <p:nvPr/>
        </p:nvSpPr>
        <p:spPr>
          <a:xfrm>
            <a:off x="6238818" y="5127059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E1AD9B5C-7FF0-9DB5-BBF0-0B8D3ED55C67}"/>
              </a:ext>
            </a:extLst>
          </p:cNvPr>
          <p:cNvSpPr>
            <a:spLocks noChangeAspect="1"/>
          </p:cNvSpPr>
          <p:nvPr/>
        </p:nvSpPr>
        <p:spPr>
          <a:xfrm>
            <a:off x="6903763" y="5127059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7" name="椭圆 106">
            <a:extLst>
              <a:ext uri="{FF2B5EF4-FFF2-40B4-BE49-F238E27FC236}">
                <a16:creationId xmlns:a16="http://schemas.microsoft.com/office/drawing/2014/main" id="{EC2230E4-FC35-B714-2D95-D30A748F585F}"/>
              </a:ext>
            </a:extLst>
          </p:cNvPr>
          <p:cNvSpPr>
            <a:spLocks noChangeAspect="1"/>
          </p:cNvSpPr>
          <p:nvPr/>
        </p:nvSpPr>
        <p:spPr>
          <a:xfrm>
            <a:off x="7568708" y="5127059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9" name="椭圆 108">
            <a:extLst>
              <a:ext uri="{FF2B5EF4-FFF2-40B4-BE49-F238E27FC236}">
                <a16:creationId xmlns:a16="http://schemas.microsoft.com/office/drawing/2014/main" id="{573718A9-7C55-0573-F5A8-AC03C3C5DF0C}"/>
              </a:ext>
            </a:extLst>
          </p:cNvPr>
          <p:cNvSpPr>
            <a:spLocks noChangeAspect="1"/>
          </p:cNvSpPr>
          <p:nvPr/>
        </p:nvSpPr>
        <p:spPr>
          <a:xfrm>
            <a:off x="8233654" y="5127059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1BF02020-4BF6-5892-7CD2-02CE9F273D8A}"/>
              </a:ext>
            </a:extLst>
          </p:cNvPr>
          <p:cNvSpPr/>
          <p:nvPr/>
        </p:nvSpPr>
        <p:spPr>
          <a:xfrm>
            <a:off x="5381368" y="4610501"/>
            <a:ext cx="3229232" cy="1674796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3" name="椭圆 112">
            <a:extLst>
              <a:ext uri="{FF2B5EF4-FFF2-40B4-BE49-F238E27FC236}">
                <a16:creationId xmlns:a16="http://schemas.microsoft.com/office/drawing/2014/main" id="{FD2BE84E-ACB0-09A5-E6DF-752813050FB5}"/>
              </a:ext>
            </a:extLst>
          </p:cNvPr>
          <p:cNvSpPr>
            <a:spLocks noChangeAspect="1"/>
          </p:cNvSpPr>
          <p:nvPr/>
        </p:nvSpPr>
        <p:spPr>
          <a:xfrm>
            <a:off x="5573873" y="561389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5" name="椭圆 114">
            <a:extLst>
              <a:ext uri="{FF2B5EF4-FFF2-40B4-BE49-F238E27FC236}">
                <a16:creationId xmlns:a16="http://schemas.microsoft.com/office/drawing/2014/main" id="{1A41EEDF-B023-CA22-C4E5-F5F5C4E83237}"/>
              </a:ext>
            </a:extLst>
          </p:cNvPr>
          <p:cNvSpPr>
            <a:spLocks noChangeAspect="1"/>
          </p:cNvSpPr>
          <p:nvPr/>
        </p:nvSpPr>
        <p:spPr>
          <a:xfrm>
            <a:off x="6238818" y="561389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7" name="椭圆 116">
            <a:extLst>
              <a:ext uri="{FF2B5EF4-FFF2-40B4-BE49-F238E27FC236}">
                <a16:creationId xmlns:a16="http://schemas.microsoft.com/office/drawing/2014/main" id="{531E0640-38A7-431A-FCAA-F296C6A7A85B}"/>
              </a:ext>
            </a:extLst>
          </p:cNvPr>
          <p:cNvSpPr>
            <a:spLocks noChangeAspect="1"/>
          </p:cNvSpPr>
          <p:nvPr/>
        </p:nvSpPr>
        <p:spPr>
          <a:xfrm>
            <a:off x="6903763" y="561389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9" name="椭圆 118">
            <a:extLst>
              <a:ext uri="{FF2B5EF4-FFF2-40B4-BE49-F238E27FC236}">
                <a16:creationId xmlns:a16="http://schemas.microsoft.com/office/drawing/2014/main" id="{B01CD45A-B605-D4C2-CBBB-DE18AC19D025}"/>
              </a:ext>
            </a:extLst>
          </p:cNvPr>
          <p:cNvSpPr>
            <a:spLocks noChangeAspect="1"/>
          </p:cNvSpPr>
          <p:nvPr/>
        </p:nvSpPr>
        <p:spPr>
          <a:xfrm>
            <a:off x="7568708" y="561389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1" name="椭圆 120">
            <a:extLst>
              <a:ext uri="{FF2B5EF4-FFF2-40B4-BE49-F238E27FC236}">
                <a16:creationId xmlns:a16="http://schemas.microsoft.com/office/drawing/2014/main" id="{14A998B5-D98C-EE46-2A29-01B3BD8B7AD9}"/>
              </a:ext>
            </a:extLst>
          </p:cNvPr>
          <p:cNvSpPr>
            <a:spLocks noChangeAspect="1"/>
          </p:cNvSpPr>
          <p:nvPr/>
        </p:nvSpPr>
        <p:spPr>
          <a:xfrm>
            <a:off x="8233654" y="561389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3" name="椭圆 122">
            <a:extLst>
              <a:ext uri="{FF2B5EF4-FFF2-40B4-BE49-F238E27FC236}">
                <a16:creationId xmlns:a16="http://schemas.microsoft.com/office/drawing/2014/main" id="{020A6B1E-F4CC-5C24-D473-4E3F4BBA834E}"/>
              </a:ext>
            </a:extLst>
          </p:cNvPr>
          <p:cNvSpPr>
            <a:spLocks noChangeAspect="1"/>
          </p:cNvSpPr>
          <p:nvPr/>
        </p:nvSpPr>
        <p:spPr>
          <a:xfrm>
            <a:off x="5573873" y="599729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5" name="椭圆 124">
            <a:extLst>
              <a:ext uri="{FF2B5EF4-FFF2-40B4-BE49-F238E27FC236}">
                <a16:creationId xmlns:a16="http://schemas.microsoft.com/office/drawing/2014/main" id="{32D21FFC-9D47-9668-473C-04F5E3643D0D}"/>
              </a:ext>
            </a:extLst>
          </p:cNvPr>
          <p:cNvSpPr>
            <a:spLocks noChangeAspect="1"/>
          </p:cNvSpPr>
          <p:nvPr/>
        </p:nvSpPr>
        <p:spPr>
          <a:xfrm>
            <a:off x="6238818" y="599729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7" name="椭圆 126">
            <a:extLst>
              <a:ext uri="{FF2B5EF4-FFF2-40B4-BE49-F238E27FC236}">
                <a16:creationId xmlns:a16="http://schemas.microsoft.com/office/drawing/2014/main" id="{B4EE2CA7-81A9-E72B-24F0-F93C867105DA}"/>
              </a:ext>
            </a:extLst>
          </p:cNvPr>
          <p:cNvSpPr>
            <a:spLocks noChangeAspect="1"/>
          </p:cNvSpPr>
          <p:nvPr/>
        </p:nvSpPr>
        <p:spPr>
          <a:xfrm>
            <a:off x="6903763" y="599729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9" name="椭圆 128">
            <a:extLst>
              <a:ext uri="{FF2B5EF4-FFF2-40B4-BE49-F238E27FC236}">
                <a16:creationId xmlns:a16="http://schemas.microsoft.com/office/drawing/2014/main" id="{07280887-6EAD-A0E5-5824-F11EA6910ABC}"/>
              </a:ext>
            </a:extLst>
          </p:cNvPr>
          <p:cNvSpPr>
            <a:spLocks noChangeAspect="1"/>
          </p:cNvSpPr>
          <p:nvPr/>
        </p:nvSpPr>
        <p:spPr>
          <a:xfrm>
            <a:off x="7568708" y="599729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1" name="椭圆 130">
            <a:extLst>
              <a:ext uri="{FF2B5EF4-FFF2-40B4-BE49-F238E27FC236}">
                <a16:creationId xmlns:a16="http://schemas.microsoft.com/office/drawing/2014/main" id="{15EC0B8C-46B7-F3D6-1959-CA8C253A104D}"/>
              </a:ext>
            </a:extLst>
          </p:cNvPr>
          <p:cNvSpPr>
            <a:spLocks noChangeAspect="1"/>
          </p:cNvSpPr>
          <p:nvPr/>
        </p:nvSpPr>
        <p:spPr>
          <a:xfrm>
            <a:off x="8233654" y="599729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339E7395-7CFA-E892-857D-2B82D3C4D7E3}"/>
              </a:ext>
            </a:extLst>
          </p:cNvPr>
          <p:cNvSpPr txBox="1"/>
          <p:nvPr/>
        </p:nvSpPr>
        <p:spPr>
          <a:xfrm>
            <a:off x="160251" y="151078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测量</a:t>
            </a: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EB9118F-7B18-5FA4-7052-1155BB583257}"/>
              </a:ext>
            </a:extLst>
          </p:cNvPr>
          <p:cNvSpPr txBox="1"/>
          <p:nvPr/>
        </p:nvSpPr>
        <p:spPr>
          <a:xfrm>
            <a:off x="166255" y="324371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纠缠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39DA69E9-94D0-61B0-69C0-FB2F613EC194}"/>
              </a:ext>
            </a:extLst>
          </p:cNvPr>
          <p:cNvSpPr txBox="1"/>
          <p:nvPr/>
        </p:nvSpPr>
        <p:spPr>
          <a:xfrm>
            <a:off x="166255" y="538052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</a:t>
            </a: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CE7BCD53-0889-619C-5FCE-AB3DEF9D80AE}"/>
              </a:ext>
            </a:extLst>
          </p:cNvPr>
          <p:cNvSpPr txBox="1"/>
          <p:nvPr/>
        </p:nvSpPr>
        <p:spPr>
          <a:xfrm>
            <a:off x="8780691" y="5316559"/>
            <a:ext cx="1539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捕获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初始化</a:t>
            </a:r>
          </a:p>
        </p:txBody>
      </p:sp>
      <p:sp>
        <p:nvSpPr>
          <p:cNvPr id="136" name="箭头: 左 135">
            <a:extLst>
              <a:ext uri="{FF2B5EF4-FFF2-40B4-BE49-F238E27FC236}">
                <a16:creationId xmlns:a16="http://schemas.microsoft.com/office/drawing/2014/main" id="{3D608C09-094A-D9D1-2D3C-8B114AB24CD6}"/>
              </a:ext>
            </a:extLst>
          </p:cNvPr>
          <p:cNvSpPr/>
          <p:nvPr/>
        </p:nvSpPr>
        <p:spPr>
          <a:xfrm>
            <a:off x="4349628" y="5380521"/>
            <a:ext cx="751995" cy="233369"/>
          </a:xfrm>
          <a:prstGeom prst="leftArrow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2CF6EDF7-4C65-6BF7-37FA-A68DBE742520}"/>
              </a:ext>
            </a:extLst>
          </p:cNvPr>
          <p:cNvSpPr txBox="1"/>
          <p:nvPr/>
        </p:nvSpPr>
        <p:spPr>
          <a:xfrm>
            <a:off x="8780691" y="5836454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不同类型原子有什么区别？</a:t>
            </a: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F5840EF3-C6FE-8F7F-7170-291A131CE9A0}"/>
              </a:ext>
            </a:extLst>
          </p:cNvPr>
          <p:cNvSpPr txBox="1"/>
          <p:nvPr/>
        </p:nvSpPr>
        <p:spPr>
          <a:xfrm>
            <a:off x="4349628" y="1366787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测量之后的原子如何处理</a:t>
            </a:r>
          </a:p>
        </p:txBody>
      </p:sp>
      <p:sp>
        <p:nvSpPr>
          <p:cNvPr id="140" name="箭头: 右 139">
            <a:extLst>
              <a:ext uri="{FF2B5EF4-FFF2-40B4-BE49-F238E27FC236}">
                <a16:creationId xmlns:a16="http://schemas.microsoft.com/office/drawing/2014/main" id="{11E760F0-E628-ECAE-C4C3-FA0CA3937EFD}"/>
              </a:ext>
            </a:extLst>
          </p:cNvPr>
          <p:cNvSpPr/>
          <p:nvPr/>
        </p:nvSpPr>
        <p:spPr>
          <a:xfrm rot="2522778">
            <a:off x="3843308" y="2980976"/>
            <a:ext cx="3229232" cy="198832"/>
          </a:xfrm>
          <a:prstGeom prst="rightArrow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27128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A514041-2128-2B40-A233-593ED1026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B315D10-A78E-7128-07D0-1843B4063C6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Global RX/RY</a:t>
            </a:r>
          </a:p>
          <a:p>
            <a:r>
              <a:rPr lang="en-US" altLang="zh-CN" dirty="0"/>
              <a:t>Zone CZ/RZ</a:t>
            </a:r>
          </a:p>
          <a:p>
            <a:pPr lvl="1"/>
            <a:r>
              <a:rPr lang="zh-CN" altLang="en-US" dirty="0"/>
              <a:t>执行</a:t>
            </a:r>
            <a:r>
              <a:rPr lang="en-US" altLang="zh-CN" dirty="0" err="1"/>
              <a:t>cz</a:t>
            </a:r>
            <a:r>
              <a:rPr lang="zh-CN" altLang="en-US" dirty="0"/>
              <a:t>门会累计一个额外相位</a:t>
            </a:r>
            <a:endParaRPr lang="en-US" altLang="zh-CN" dirty="0"/>
          </a:p>
          <a:p>
            <a:r>
              <a:rPr lang="zh-CN" altLang="en-US" dirty="0"/>
              <a:t>寻址 </a:t>
            </a:r>
            <a:r>
              <a:rPr lang="en-US" altLang="zh-CN" dirty="0"/>
              <a:t>RZ</a:t>
            </a:r>
          </a:p>
          <a:p>
            <a:pPr lvl="1"/>
            <a:r>
              <a:rPr lang="zh-CN" altLang="en-US" dirty="0"/>
              <a:t>如何实现？有何限制？</a:t>
            </a:r>
            <a:endParaRPr lang="en-US" altLang="zh-CN" dirty="0"/>
          </a:p>
          <a:p>
            <a:r>
              <a:rPr lang="zh-CN" altLang="en-US" dirty="0"/>
              <a:t>测量</a:t>
            </a:r>
            <a:endParaRPr lang="en-US" altLang="zh-CN" dirty="0"/>
          </a:p>
          <a:p>
            <a:pPr lvl="1"/>
            <a:r>
              <a:rPr lang="zh-CN" altLang="en-US" dirty="0"/>
              <a:t>破坏性测量</a:t>
            </a:r>
            <a:endParaRPr lang="en-US" altLang="zh-CN" dirty="0"/>
          </a:p>
          <a:p>
            <a:r>
              <a:rPr lang="zh-CN" altLang="en-US" dirty="0"/>
              <a:t>是否需要暴露更底层的操作？</a:t>
            </a:r>
            <a:endParaRPr lang="en-US" altLang="zh-CN" dirty="0"/>
          </a:p>
          <a:p>
            <a:pPr lvl="1"/>
            <a:r>
              <a:rPr lang="zh-CN" altLang="en-US" dirty="0"/>
              <a:t>取决于是否有优化空间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77A3081-DC81-C293-ED78-E30F3E6C6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门集</a:t>
            </a:r>
          </a:p>
        </p:txBody>
      </p:sp>
    </p:spTree>
    <p:extLst>
      <p:ext uri="{BB962C8B-B14F-4D97-AF65-F5344CB8AC3E}">
        <p14:creationId xmlns:p14="http://schemas.microsoft.com/office/powerpoint/2010/main" val="1374987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E3669B3-B5EB-56DE-14EE-13F2BD3F1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FFCA58-0D28-15DB-552C-42302C9FFF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90005" y="902525"/>
            <a:ext cx="6961566" cy="2862179"/>
          </a:xfrm>
        </p:spPr>
        <p:txBody>
          <a:bodyPr/>
          <a:lstStyle/>
          <a:p>
            <a:r>
              <a:rPr lang="zh-CN" altLang="en-US" dirty="0"/>
              <a:t>抓取一个完整阵列，同方向同距离移动</a:t>
            </a:r>
            <a:endParaRPr lang="en-US" altLang="zh-CN" dirty="0"/>
          </a:p>
          <a:p>
            <a:r>
              <a:rPr lang="zh-CN" altLang="en-US" dirty="0"/>
              <a:t>其他移动模式</a:t>
            </a:r>
            <a:endParaRPr lang="en-US" altLang="zh-CN" dirty="0"/>
          </a:p>
          <a:p>
            <a:pPr lvl="1"/>
            <a:r>
              <a:rPr lang="zh-CN" altLang="en-US" dirty="0"/>
              <a:t>尽可能用到较少的移动模式？</a:t>
            </a:r>
            <a:endParaRPr lang="en-US" altLang="zh-CN" dirty="0"/>
          </a:p>
          <a:p>
            <a:pPr lvl="2"/>
            <a:r>
              <a:rPr lang="zh-CN" altLang="en-US" dirty="0"/>
              <a:t>一种移动模式如何定义？</a:t>
            </a:r>
            <a:endParaRPr lang="en-US" altLang="zh-CN" dirty="0"/>
          </a:p>
          <a:p>
            <a:r>
              <a:rPr lang="zh-CN" altLang="en-US" dirty="0"/>
              <a:t>是否允许多个</a:t>
            </a:r>
            <a:r>
              <a:rPr lang="en-US" altLang="zh-CN" dirty="0"/>
              <a:t>AOD</a:t>
            </a:r>
            <a:r>
              <a:rPr lang="zh-CN" altLang="en-US"/>
              <a:t>并行</a:t>
            </a:r>
            <a:endParaRPr lang="zh-CN" altLang="en-US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CA9BE34D-B16E-4168-8CC1-C86C7EE3F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AOD</a:t>
            </a:r>
            <a:r>
              <a:rPr lang="zh-CN" altLang="en-US" dirty="0"/>
              <a:t>移动模式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7A4F5BB9-4916-F3E8-4607-8421C9A438F5}"/>
              </a:ext>
            </a:extLst>
          </p:cNvPr>
          <p:cNvSpPr>
            <a:spLocks noChangeAspect="1"/>
          </p:cNvSpPr>
          <p:nvPr/>
        </p:nvSpPr>
        <p:spPr>
          <a:xfrm>
            <a:off x="7652084" y="1659979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9FF47FB9-D9B4-47F5-D5E3-AE25AC24E3B8}"/>
              </a:ext>
            </a:extLst>
          </p:cNvPr>
          <p:cNvSpPr>
            <a:spLocks noChangeAspect="1"/>
          </p:cNvSpPr>
          <p:nvPr/>
        </p:nvSpPr>
        <p:spPr>
          <a:xfrm>
            <a:off x="8317029" y="1659979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1525089-D0E1-FC6A-007C-DCEC213CA974}"/>
              </a:ext>
            </a:extLst>
          </p:cNvPr>
          <p:cNvSpPr>
            <a:spLocks noChangeAspect="1"/>
          </p:cNvSpPr>
          <p:nvPr/>
        </p:nvSpPr>
        <p:spPr>
          <a:xfrm>
            <a:off x="7652084" y="204338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CD4BEA6-E9E2-A2D7-F91E-231A4FA0C939}"/>
              </a:ext>
            </a:extLst>
          </p:cNvPr>
          <p:cNvSpPr>
            <a:spLocks noChangeAspect="1"/>
          </p:cNvSpPr>
          <p:nvPr/>
        </p:nvSpPr>
        <p:spPr>
          <a:xfrm>
            <a:off x="8317029" y="204338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3DE3B675-D490-5DC4-57A4-02D7E14E65CA}"/>
              </a:ext>
            </a:extLst>
          </p:cNvPr>
          <p:cNvSpPr>
            <a:spLocks noChangeAspect="1"/>
          </p:cNvSpPr>
          <p:nvPr/>
        </p:nvSpPr>
        <p:spPr>
          <a:xfrm>
            <a:off x="7652084" y="262090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403E4E1B-567D-7567-59F2-BFCCFF5AF432}"/>
              </a:ext>
            </a:extLst>
          </p:cNvPr>
          <p:cNvSpPr>
            <a:spLocks noChangeAspect="1"/>
          </p:cNvSpPr>
          <p:nvPr/>
        </p:nvSpPr>
        <p:spPr>
          <a:xfrm>
            <a:off x="8317029" y="262090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73DEA327-3DC3-BB9A-99F2-19C50D7A0FDF}"/>
              </a:ext>
            </a:extLst>
          </p:cNvPr>
          <p:cNvSpPr>
            <a:spLocks noChangeAspect="1"/>
          </p:cNvSpPr>
          <p:nvPr/>
        </p:nvSpPr>
        <p:spPr>
          <a:xfrm>
            <a:off x="7652084" y="300430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21E71F80-0F17-1265-30C6-3CD7B3C37486}"/>
              </a:ext>
            </a:extLst>
          </p:cNvPr>
          <p:cNvSpPr>
            <a:spLocks noChangeAspect="1"/>
          </p:cNvSpPr>
          <p:nvPr/>
        </p:nvSpPr>
        <p:spPr>
          <a:xfrm>
            <a:off x="8317029" y="300430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C476957F-CC1C-8C0E-D0D5-415081962906}"/>
              </a:ext>
            </a:extLst>
          </p:cNvPr>
          <p:cNvCxnSpPr>
            <a:stCxn id="6" idx="3"/>
            <a:endCxn id="14" idx="1"/>
          </p:cNvCxnSpPr>
          <p:nvPr/>
        </p:nvCxnSpPr>
        <p:spPr>
          <a:xfrm>
            <a:off x="7673172" y="1782891"/>
            <a:ext cx="0" cy="85909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640F7397-9EEB-0D88-502A-FF60B7C16F73}"/>
              </a:ext>
            </a:extLst>
          </p:cNvPr>
          <p:cNvCxnSpPr>
            <a:stCxn id="10" idx="5"/>
            <a:endCxn id="18" idx="7"/>
          </p:cNvCxnSpPr>
          <p:nvPr/>
        </p:nvCxnSpPr>
        <p:spPr>
          <a:xfrm>
            <a:off x="7774996" y="2166297"/>
            <a:ext cx="0" cy="85909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CCA2B556-9B1B-3B5C-B1FA-82D20BEFD5E3}"/>
              </a:ext>
            </a:extLst>
          </p:cNvPr>
          <p:cNvCxnSpPr>
            <a:stCxn id="8" idx="3"/>
            <a:endCxn id="16" idx="1"/>
          </p:cNvCxnSpPr>
          <p:nvPr/>
        </p:nvCxnSpPr>
        <p:spPr>
          <a:xfrm>
            <a:off x="8338117" y="1782891"/>
            <a:ext cx="0" cy="85909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1C01532E-E0B1-7B42-B124-EC40F649D7FD}"/>
              </a:ext>
            </a:extLst>
          </p:cNvPr>
          <p:cNvCxnSpPr>
            <a:stCxn id="12" idx="5"/>
            <a:endCxn id="20" idx="7"/>
          </p:cNvCxnSpPr>
          <p:nvPr/>
        </p:nvCxnSpPr>
        <p:spPr>
          <a:xfrm>
            <a:off x="8439941" y="2166297"/>
            <a:ext cx="0" cy="85909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椭圆 44">
            <a:extLst>
              <a:ext uri="{FF2B5EF4-FFF2-40B4-BE49-F238E27FC236}">
                <a16:creationId xmlns:a16="http://schemas.microsoft.com/office/drawing/2014/main" id="{65B7565A-6CC8-D6DE-DC70-AA3ED1E993F6}"/>
              </a:ext>
            </a:extLst>
          </p:cNvPr>
          <p:cNvSpPr>
            <a:spLocks noChangeAspect="1"/>
          </p:cNvSpPr>
          <p:nvPr/>
        </p:nvSpPr>
        <p:spPr>
          <a:xfrm>
            <a:off x="10230050" y="1659979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FC6DF0E4-B438-4728-2DB1-572C57D883FA}"/>
              </a:ext>
            </a:extLst>
          </p:cNvPr>
          <p:cNvSpPr>
            <a:spLocks noChangeAspect="1"/>
          </p:cNvSpPr>
          <p:nvPr/>
        </p:nvSpPr>
        <p:spPr>
          <a:xfrm>
            <a:off x="10894995" y="1659979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7F745260-DAFC-658F-6E47-1146996A2CFE}"/>
              </a:ext>
            </a:extLst>
          </p:cNvPr>
          <p:cNvSpPr>
            <a:spLocks noChangeAspect="1"/>
          </p:cNvSpPr>
          <p:nvPr/>
        </p:nvSpPr>
        <p:spPr>
          <a:xfrm>
            <a:off x="10230050" y="204338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F7D821FD-40CE-8186-78F0-332646A83D08}"/>
              </a:ext>
            </a:extLst>
          </p:cNvPr>
          <p:cNvSpPr>
            <a:spLocks noChangeAspect="1"/>
          </p:cNvSpPr>
          <p:nvPr/>
        </p:nvSpPr>
        <p:spPr>
          <a:xfrm>
            <a:off x="10894995" y="204338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9B8FA53C-865E-EA45-96BE-33BB3B6C8223}"/>
              </a:ext>
            </a:extLst>
          </p:cNvPr>
          <p:cNvSpPr>
            <a:spLocks noChangeAspect="1"/>
          </p:cNvSpPr>
          <p:nvPr/>
        </p:nvSpPr>
        <p:spPr>
          <a:xfrm>
            <a:off x="10230050" y="262090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605A1BC2-79D6-43B2-DF31-108E602CF671}"/>
              </a:ext>
            </a:extLst>
          </p:cNvPr>
          <p:cNvSpPr>
            <a:spLocks noChangeAspect="1"/>
          </p:cNvSpPr>
          <p:nvPr/>
        </p:nvSpPr>
        <p:spPr>
          <a:xfrm>
            <a:off x="10894995" y="2620901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470EB352-C53A-65D3-DF8D-3908BA2DB1A3}"/>
              </a:ext>
            </a:extLst>
          </p:cNvPr>
          <p:cNvSpPr>
            <a:spLocks noChangeAspect="1"/>
          </p:cNvSpPr>
          <p:nvPr/>
        </p:nvSpPr>
        <p:spPr>
          <a:xfrm>
            <a:off x="10230050" y="3764704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D5AB9103-2598-BA39-1E54-E0AF5381A9A4}"/>
              </a:ext>
            </a:extLst>
          </p:cNvPr>
          <p:cNvSpPr>
            <a:spLocks noChangeAspect="1"/>
          </p:cNvSpPr>
          <p:nvPr/>
        </p:nvSpPr>
        <p:spPr>
          <a:xfrm>
            <a:off x="10894995" y="3764704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47865ED8-1163-6640-6118-9999D091FB4D}"/>
              </a:ext>
            </a:extLst>
          </p:cNvPr>
          <p:cNvCxnSpPr>
            <a:stCxn id="45" idx="3"/>
            <a:endCxn id="49" idx="1"/>
          </p:cNvCxnSpPr>
          <p:nvPr/>
        </p:nvCxnSpPr>
        <p:spPr>
          <a:xfrm>
            <a:off x="10251138" y="1782891"/>
            <a:ext cx="0" cy="85909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3C559485-B599-169E-4AC1-9E049AE81E88}"/>
              </a:ext>
            </a:extLst>
          </p:cNvPr>
          <p:cNvCxnSpPr>
            <a:stCxn id="47" idx="5"/>
            <a:endCxn id="51" idx="7"/>
          </p:cNvCxnSpPr>
          <p:nvPr/>
        </p:nvCxnSpPr>
        <p:spPr>
          <a:xfrm>
            <a:off x="10352962" y="2166297"/>
            <a:ext cx="0" cy="16194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C496E0AB-EE26-72FB-024B-8F717CBA9F2A}"/>
              </a:ext>
            </a:extLst>
          </p:cNvPr>
          <p:cNvCxnSpPr>
            <a:stCxn id="46" idx="3"/>
            <a:endCxn id="50" idx="1"/>
          </p:cNvCxnSpPr>
          <p:nvPr/>
        </p:nvCxnSpPr>
        <p:spPr>
          <a:xfrm>
            <a:off x="10916083" y="1782891"/>
            <a:ext cx="0" cy="85909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2DB28134-315F-B1A6-24DA-8EC85428A459}"/>
              </a:ext>
            </a:extLst>
          </p:cNvPr>
          <p:cNvCxnSpPr>
            <a:stCxn id="48" idx="5"/>
            <a:endCxn id="52" idx="7"/>
          </p:cNvCxnSpPr>
          <p:nvPr/>
        </p:nvCxnSpPr>
        <p:spPr>
          <a:xfrm>
            <a:off x="11017907" y="2166297"/>
            <a:ext cx="0" cy="16194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2774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0B4B116-EB3B-299C-E1CF-88867FF30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9A30188-FEBE-2BCA-C5A0-08D3915D2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基于交叉注意力机制的</a:t>
            </a:r>
            <a:r>
              <a:rPr lang="en-US" altLang="zh-CN" dirty="0"/>
              <a:t>routing model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5B26F8C-4DCC-72B9-BAA4-CE2F172A47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67"/>
          <a:stretch>
            <a:fillRect/>
          </a:stretch>
        </p:blipFill>
        <p:spPr>
          <a:xfrm>
            <a:off x="0" y="990600"/>
            <a:ext cx="12192000" cy="359092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AC934C27-3B18-B58E-8FE7-5EBAB497A6E8}"/>
              </a:ext>
            </a:extLst>
          </p:cNvPr>
          <p:cNvSpPr txBox="1"/>
          <p:nvPr/>
        </p:nvSpPr>
        <p:spPr>
          <a:xfrm>
            <a:off x="600075" y="4833232"/>
            <a:ext cx="112318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Q </a:t>
            </a:r>
            <a:r>
              <a:rPr lang="en-US" altLang="zh-CN" dirty="0"/>
              <a:t>&lt;</a:t>
            </a:r>
            <a:r>
              <a:rPr lang="zh-CN" altLang="zh-CN" dirty="0"/>
              <a:t>-&gt; S attention</a:t>
            </a:r>
            <a:r>
              <a:rPr lang="en-US" altLang="zh-CN" dirty="0"/>
              <a:t>: </a:t>
            </a:r>
            <a:r>
              <a:rPr lang="zh-CN" altLang="zh-CN" dirty="0"/>
              <a:t>对 qubit q 来说，哪些 </a:t>
            </a:r>
            <a:r>
              <a:rPr lang="en-US" altLang="zh-CN" dirty="0"/>
              <a:t>site</a:t>
            </a:r>
            <a:r>
              <a:rPr lang="zh-CN" altLang="zh-CN" dirty="0"/>
              <a:t> 是重要目标？</a:t>
            </a:r>
            <a:r>
              <a:rPr lang="en-US" altLang="zh-CN" dirty="0"/>
              <a:t>site</a:t>
            </a:r>
            <a:r>
              <a:rPr lang="zh-CN" altLang="zh-CN" dirty="0"/>
              <a:t> 应该知道哪个 qubit 在这里，以及附近/未来哪些 qubit 会争用它。</a:t>
            </a:r>
            <a:endParaRPr lang="en-US" altLang="zh-CN" dirty="0"/>
          </a:p>
          <a:p>
            <a:r>
              <a:rPr lang="en-US" altLang="zh-CN" dirty="0"/>
              <a:t>Q &lt;</a:t>
            </a:r>
            <a:r>
              <a:rPr lang="zh-CN" altLang="zh-CN" dirty="0"/>
              <a:t>-&gt;</a:t>
            </a:r>
            <a:r>
              <a:rPr lang="en-US" altLang="zh-CN" dirty="0"/>
              <a:t> C</a:t>
            </a:r>
            <a:r>
              <a:rPr lang="zh-CN" altLang="zh-CN" dirty="0"/>
              <a:t> attention</a:t>
            </a:r>
            <a:r>
              <a:rPr lang="en-US" altLang="zh-CN" dirty="0"/>
              <a:t>: </a:t>
            </a:r>
            <a:r>
              <a:rPr lang="zh-CN" altLang="zh-CN" dirty="0"/>
              <a:t>qubit q 如果移动，会用哪些 AOD channel？哪些 channel 当前可用/冲突？</a:t>
            </a:r>
          </a:p>
          <a:p>
            <a:r>
              <a:rPr lang="en-US" altLang="zh-CN" dirty="0"/>
              <a:t>S  &lt;</a:t>
            </a:r>
            <a:r>
              <a:rPr lang="zh-CN" altLang="zh-CN" dirty="0"/>
              <a:t>-&gt;</a:t>
            </a:r>
            <a:r>
              <a:rPr lang="en-US" altLang="zh-CN" dirty="0"/>
              <a:t> C</a:t>
            </a:r>
            <a:r>
              <a:rPr lang="zh-CN" altLang="zh-CN" dirty="0"/>
              <a:t> attention</a:t>
            </a:r>
            <a:r>
              <a:rPr lang="en-US" altLang="zh-CN" dirty="0"/>
              <a:t>: </a:t>
            </a:r>
            <a:r>
              <a:rPr lang="zh-CN" altLang="zh-CN" dirty="0"/>
              <a:t>某个 </a:t>
            </a:r>
            <a:r>
              <a:rPr lang="en-US" altLang="zh-CN" dirty="0"/>
              <a:t>site</a:t>
            </a:r>
            <a:r>
              <a:rPr lang="zh-CN" altLang="zh-CN" dirty="0"/>
              <a:t> 是否是 channel 的 source 或 target？某个 channel 会把 atom 带到哪些 site？</a:t>
            </a:r>
          </a:p>
        </p:txBody>
      </p:sp>
    </p:spTree>
    <p:extLst>
      <p:ext uri="{BB962C8B-B14F-4D97-AF65-F5344CB8AC3E}">
        <p14:creationId xmlns:p14="http://schemas.microsoft.com/office/powerpoint/2010/main" val="2732195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86CA193-820E-6D8C-9D73-4A2B3A53E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8AE2D4A3-35C0-210A-5D8E-9BD4D39E9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模拟训练</a:t>
            </a:r>
          </a:p>
        </p:txBody>
      </p:sp>
      <p:sp>
        <p:nvSpPr>
          <p:cNvPr id="5" name="矩形: 折角 4">
            <a:extLst>
              <a:ext uri="{FF2B5EF4-FFF2-40B4-BE49-F238E27FC236}">
                <a16:creationId xmlns:a16="http://schemas.microsoft.com/office/drawing/2014/main" id="{B381F2E6-3E34-D8C5-7A7D-F4F2A757E109}"/>
              </a:ext>
            </a:extLst>
          </p:cNvPr>
          <p:cNvSpPr/>
          <p:nvPr/>
        </p:nvSpPr>
        <p:spPr>
          <a:xfrm>
            <a:off x="1322350" y="1328290"/>
            <a:ext cx="1299412" cy="1769518"/>
          </a:xfrm>
          <a:prstGeom prst="foldedCorne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OPENQASM 2.0;</a:t>
            </a:r>
          </a:p>
          <a:p>
            <a:pPr algn="ctr"/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include "qelib1.inc";</a:t>
            </a:r>
          </a:p>
          <a:p>
            <a:pPr algn="ctr"/>
            <a:r>
              <a:rPr lang="en-US" altLang="zh-CN" sz="1050" dirty="0" err="1">
                <a:latin typeface="微软雅黑" pitchFamily="34" charset="-122"/>
                <a:ea typeface="微软雅黑" pitchFamily="34" charset="-122"/>
              </a:rPr>
              <a:t>qreg</a:t>
            </a:r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 q[4];</a:t>
            </a:r>
          </a:p>
          <a:p>
            <a:pPr algn="ctr"/>
            <a:r>
              <a:rPr lang="en-US" altLang="zh-CN" sz="1050" dirty="0" err="1">
                <a:latin typeface="微软雅黑" pitchFamily="34" charset="-122"/>
                <a:ea typeface="微软雅黑" pitchFamily="34" charset="-122"/>
              </a:rPr>
              <a:t>creg</a:t>
            </a:r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 c[4];</a:t>
            </a:r>
          </a:p>
          <a:p>
            <a:pPr algn="ctr"/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x q[2];</a:t>
            </a:r>
          </a:p>
          <a:p>
            <a:pPr algn="ctr"/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cx q[0],q[2];</a:t>
            </a:r>
          </a:p>
          <a:p>
            <a:pPr algn="ctr"/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cx q[0],q[1];</a:t>
            </a:r>
          </a:p>
          <a:p>
            <a:pPr algn="ctr"/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cx q[3],q[2];</a:t>
            </a:r>
            <a:endParaRPr lang="zh-CN" altLang="en-US" sz="105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16AAE3DF-EAC0-1A81-EDF6-486DD391161C}"/>
              </a:ext>
            </a:extLst>
          </p:cNvPr>
          <p:cNvGrpSpPr/>
          <p:nvPr/>
        </p:nvGrpSpPr>
        <p:grpSpPr>
          <a:xfrm>
            <a:off x="3283705" y="1447075"/>
            <a:ext cx="1424539" cy="1401242"/>
            <a:chOff x="3112167" y="1445758"/>
            <a:chExt cx="1424539" cy="1401242"/>
          </a:xfrm>
        </p:grpSpPr>
        <p:sp>
          <p:nvSpPr>
            <p:cNvPr id="25" name="矩形: 折角 24">
              <a:extLst>
                <a:ext uri="{FF2B5EF4-FFF2-40B4-BE49-F238E27FC236}">
                  <a16:creationId xmlns:a16="http://schemas.microsoft.com/office/drawing/2014/main" id="{37659481-D793-FFB7-AF93-A8DB5E70EC21}"/>
                </a:ext>
              </a:extLst>
            </p:cNvPr>
            <p:cNvSpPr/>
            <p:nvPr/>
          </p:nvSpPr>
          <p:spPr>
            <a:xfrm>
              <a:off x="3112167" y="1445758"/>
              <a:ext cx="1299412" cy="1270535"/>
            </a:xfrm>
            <a:prstGeom prst="foldedCorne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05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: 折角 26">
              <a:extLst>
                <a:ext uri="{FF2B5EF4-FFF2-40B4-BE49-F238E27FC236}">
                  <a16:creationId xmlns:a16="http://schemas.microsoft.com/office/drawing/2014/main" id="{75282B69-6E25-376A-E179-5FD58D1C997C}"/>
                </a:ext>
              </a:extLst>
            </p:cNvPr>
            <p:cNvSpPr/>
            <p:nvPr/>
          </p:nvSpPr>
          <p:spPr>
            <a:xfrm>
              <a:off x="3171523" y="1501067"/>
              <a:ext cx="1299412" cy="1270535"/>
            </a:xfrm>
            <a:prstGeom prst="foldedCorne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05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" name="矩形: 折角 20">
              <a:extLst>
                <a:ext uri="{FF2B5EF4-FFF2-40B4-BE49-F238E27FC236}">
                  <a16:creationId xmlns:a16="http://schemas.microsoft.com/office/drawing/2014/main" id="{3E31ED86-7DEB-B88E-7460-2A692B8B2133}"/>
                </a:ext>
              </a:extLst>
            </p:cNvPr>
            <p:cNvSpPr/>
            <p:nvPr/>
          </p:nvSpPr>
          <p:spPr>
            <a:xfrm>
              <a:off x="3237294" y="1576465"/>
              <a:ext cx="1299412" cy="1270535"/>
            </a:xfrm>
            <a:prstGeom prst="foldedCorne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1050" dirty="0" err="1">
                  <a:latin typeface="微软雅黑" pitchFamily="34" charset="-122"/>
                  <a:ea typeface="微软雅黑" pitchFamily="34" charset="-122"/>
                </a:rPr>
                <a:t>cz</a:t>
              </a:r>
              <a:r>
                <a:rPr lang="en-US" altLang="zh-CN" sz="1050" dirty="0">
                  <a:latin typeface="微软雅黑" pitchFamily="34" charset="-122"/>
                  <a:ea typeface="微软雅黑" pitchFamily="34" charset="-122"/>
                </a:rPr>
                <a:t> block:</a:t>
              </a:r>
            </a:p>
            <a:p>
              <a:r>
                <a:rPr lang="en-US" altLang="zh-CN" sz="1050" dirty="0">
                  <a:latin typeface="微软雅黑" pitchFamily="34" charset="-122"/>
                  <a:ea typeface="微软雅黑" pitchFamily="34" charset="-122"/>
                </a:rPr>
                <a:t>    {</a:t>
              </a:r>
            </a:p>
            <a:p>
              <a:pPr algn="ctr"/>
              <a:r>
                <a:rPr lang="en-US" altLang="zh-CN" sz="1050" dirty="0" err="1">
                  <a:latin typeface="微软雅黑" pitchFamily="34" charset="-122"/>
                  <a:ea typeface="微软雅黑" pitchFamily="34" charset="-122"/>
                </a:rPr>
                <a:t>cz</a:t>
              </a:r>
              <a:r>
                <a:rPr lang="en-US" altLang="zh-CN" sz="1050" dirty="0">
                  <a:latin typeface="微软雅黑" pitchFamily="34" charset="-122"/>
                  <a:ea typeface="微软雅黑" pitchFamily="34" charset="-122"/>
                </a:rPr>
                <a:t> q[0],q[2];</a:t>
              </a:r>
            </a:p>
            <a:p>
              <a:pPr algn="ctr"/>
              <a:r>
                <a:rPr lang="en-US" altLang="zh-CN" sz="1050" dirty="0" err="1">
                  <a:latin typeface="微软雅黑" pitchFamily="34" charset="-122"/>
                  <a:ea typeface="微软雅黑" pitchFamily="34" charset="-122"/>
                </a:rPr>
                <a:t>cz</a:t>
              </a:r>
              <a:r>
                <a:rPr lang="en-US" altLang="zh-CN" sz="1050" dirty="0">
                  <a:latin typeface="微软雅黑" pitchFamily="34" charset="-122"/>
                  <a:ea typeface="微软雅黑" pitchFamily="34" charset="-122"/>
                </a:rPr>
                <a:t> q[0],q[1];</a:t>
              </a:r>
            </a:p>
            <a:p>
              <a:pPr algn="ctr"/>
              <a:r>
                <a:rPr lang="en-US" altLang="zh-CN" sz="1050" dirty="0" err="1">
                  <a:latin typeface="微软雅黑" pitchFamily="34" charset="-122"/>
                  <a:ea typeface="微软雅黑" pitchFamily="34" charset="-122"/>
                </a:rPr>
                <a:t>cz</a:t>
              </a:r>
              <a:r>
                <a:rPr lang="en-US" altLang="zh-CN" sz="1050" dirty="0">
                  <a:latin typeface="微软雅黑" pitchFamily="34" charset="-122"/>
                  <a:ea typeface="微软雅黑" pitchFamily="34" charset="-122"/>
                </a:rPr>
                <a:t> q[3],q[2];</a:t>
              </a:r>
            </a:p>
            <a:p>
              <a:r>
                <a:rPr lang="en-US" altLang="zh-CN" sz="1050" dirty="0">
                  <a:latin typeface="微软雅黑" pitchFamily="34" charset="-122"/>
                  <a:ea typeface="微软雅黑" pitchFamily="34" charset="-122"/>
                </a:rPr>
                <a:t>     }</a:t>
              </a:r>
              <a:endParaRPr lang="zh-CN" altLang="en-US" sz="105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00FCD270-2CC7-7B98-879F-51E56921BC99}"/>
              </a:ext>
            </a:extLst>
          </p:cNvPr>
          <p:cNvGrpSpPr/>
          <p:nvPr/>
        </p:nvGrpSpPr>
        <p:grpSpPr>
          <a:xfrm>
            <a:off x="5272022" y="228633"/>
            <a:ext cx="1424539" cy="1401242"/>
            <a:chOff x="5521688" y="1445758"/>
            <a:chExt cx="1424539" cy="1401242"/>
          </a:xfrm>
        </p:grpSpPr>
        <p:sp>
          <p:nvSpPr>
            <p:cNvPr id="29" name="矩形: 折角 28">
              <a:extLst>
                <a:ext uri="{FF2B5EF4-FFF2-40B4-BE49-F238E27FC236}">
                  <a16:creationId xmlns:a16="http://schemas.microsoft.com/office/drawing/2014/main" id="{CCE8D1D3-B4F7-EF5F-E14A-0D38B77EC36B}"/>
                </a:ext>
              </a:extLst>
            </p:cNvPr>
            <p:cNvSpPr/>
            <p:nvPr/>
          </p:nvSpPr>
          <p:spPr>
            <a:xfrm>
              <a:off x="5521688" y="1445758"/>
              <a:ext cx="1299412" cy="1270535"/>
            </a:xfrm>
            <a:prstGeom prst="foldedCorne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05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矩形: 折角 30">
              <a:extLst>
                <a:ext uri="{FF2B5EF4-FFF2-40B4-BE49-F238E27FC236}">
                  <a16:creationId xmlns:a16="http://schemas.microsoft.com/office/drawing/2014/main" id="{E95D11C2-4887-52AD-7B0F-3D3808ADD61D}"/>
                </a:ext>
              </a:extLst>
            </p:cNvPr>
            <p:cNvSpPr/>
            <p:nvPr/>
          </p:nvSpPr>
          <p:spPr>
            <a:xfrm>
              <a:off x="5581044" y="1501067"/>
              <a:ext cx="1299412" cy="1270535"/>
            </a:xfrm>
            <a:prstGeom prst="foldedCorne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105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矩形: 折角 32">
              <a:extLst>
                <a:ext uri="{FF2B5EF4-FFF2-40B4-BE49-F238E27FC236}">
                  <a16:creationId xmlns:a16="http://schemas.microsoft.com/office/drawing/2014/main" id="{98682664-26AE-E40B-EFB5-ED8FFEB3CAB8}"/>
                </a:ext>
              </a:extLst>
            </p:cNvPr>
            <p:cNvSpPr/>
            <p:nvPr/>
          </p:nvSpPr>
          <p:spPr>
            <a:xfrm>
              <a:off x="5646815" y="1576465"/>
              <a:ext cx="1299412" cy="1270535"/>
            </a:xfrm>
            <a:prstGeom prst="foldedCorne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1050" dirty="0" err="1">
                  <a:latin typeface="微软雅黑" pitchFamily="34" charset="-122"/>
                  <a:ea typeface="微软雅黑" pitchFamily="34" charset="-122"/>
                </a:rPr>
                <a:t>cz</a:t>
              </a:r>
              <a:r>
                <a:rPr lang="en-US" altLang="zh-CN" sz="1050" dirty="0">
                  <a:latin typeface="微软雅黑" pitchFamily="34" charset="-122"/>
                  <a:ea typeface="微软雅黑" pitchFamily="34" charset="-122"/>
                </a:rPr>
                <a:t> layer:</a:t>
              </a:r>
            </a:p>
            <a:p>
              <a:r>
                <a:rPr lang="en-US" altLang="zh-CN" sz="1050" dirty="0">
                  <a:latin typeface="微软雅黑" pitchFamily="34" charset="-122"/>
                  <a:ea typeface="微软雅黑" pitchFamily="34" charset="-122"/>
                </a:rPr>
                <a:t>    {</a:t>
              </a:r>
            </a:p>
            <a:p>
              <a:pPr algn="ctr"/>
              <a:r>
                <a:rPr lang="en-US" altLang="zh-CN" sz="1050" dirty="0" err="1">
                  <a:latin typeface="微软雅黑" pitchFamily="34" charset="-122"/>
                  <a:ea typeface="微软雅黑" pitchFamily="34" charset="-122"/>
                </a:rPr>
                <a:t>cz</a:t>
              </a:r>
              <a:r>
                <a:rPr lang="en-US" altLang="zh-CN" sz="1050" dirty="0">
                  <a:latin typeface="微软雅黑" pitchFamily="34" charset="-122"/>
                  <a:ea typeface="微软雅黑" pitchFamily="34" charset="-122"/>
                </a:rPr>
                <a:t> q[0],q[1];</a:t>
              </a:r>
            </a:p>
            <a:p>
              <a:pPr algn="ctr"/>
              <a:r>
                <a:rPr lang="en-US" altLang="zh-CN" sz="1050" dirty="0" err="1">
                  <a:latin typeface="微软雅黑" pitchFamily="34" charset="-122"/>
                  <a:ea typeface="微软雅黑" pitchFamily="34" charset="-122"/>
                </a:rPr>
                <a:t>cz</a:t>
              </a:r>
              <a:r>
                <a:rPr lang="en-US" altLang="zh-CN" sz="1050" dirty="0">
                  <a:latin typeface="微软雅黑" pitchFamily="34" charset="-122"/>
                  <a:ea typeface="微软雅黑" pitchFamily="34" charset="-122"/>
                </a:rPr>
                <a:t> q[3],q[2];</a:t>
              </a:r>
            </a:p>
            <a:p>
              <a:r>
                <a:rPr lang="en-US" altLang="zh-CN" sz="1050" dirty="0">
                  <a:latin typeface="微软雅黑" pitchFamily="34" charset="-122"/>
                  <a:ea typeface="微软雅黑" pitchFamily="34" charset="-122"/>
                </a:rPr>
                <a:t>     }</a:t>
              </a:r>
              <a:endParaRPr lang="zh-CN" altLang="en-US" sz="105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5" name="矩形: 折角 34">
            <a:extLst>
              <a:ext uri="{FF2B5EF4-FFF2-40B4-BE49-F238E27FC236}">
                <a16:creationId xmlns:a16="http://schemas.microsoft.com/office/drawing/2014/main" id="{A2758A46-CB9E-F0FB-20F0-6D9BC8FF5641}"/>
              </a:ext>
            </a:extLst>
          </p:cNvPr>
          <p:cNvSpPr/>
          <p:nvPr/>
        </p:nvSpPr>
        <p:spPr>
          <a:xfrm>
            <a:off x="5266510" y="1881779"/>
            <a:ext cx="1299412" cy="1426143"/>
          </a:xfrm>
          <a:prstGeom prst="foldedCorne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US" altLang="zh-CN" sz="1050" dirty="0" err="1">
                <a:latin typeface="微软雅黑" pitchFamily="34" charset="-122"/>
                <a:ea typeface="微软雅黑" pitchFamily="34" charset="-122"/>
              </a:rPr>
              <a:t>RoutingConfig</a:t>
            </a:r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(</a:t>
            </a:r>
          </a:p>
          <a:p>
            <a:r>
              <a:rPr lang="en-US" altLang="zh-CN" sz="105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width=6,</a:t>
            </a:r>
          </a:p>
          <a:p>
            <a:r>
              <a:rPr lang="en-US" altLang="zh-CN" sz="105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height=6,  </a:t>
            </a:r>
            <a:r>
              <a:rPr lang="en-US" altLang="zh-CN" sz="1050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memory_rows</a:t>
            </a:r>
            <a:r>
              <a:rPr lang="en-US" altLang="zh-CN" sz="105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=3,  </a:t>
            </a:r>
            <a:r>
              <a:rPr lang="en-US" altLang="zh-CN" sz="1050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num_qubits</a:t>
            </a:r>
            <a:r>
              <a:rPr lang="en-US" altLang="zh-CN" sz="105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=16,</a:t>
            </a:r>
          </a:p>
          <a:p>
            <a:r>
              <a:rPr lang="en-US" altLang="zh-CN" sz="1050" dirty="0" err="1">
                <a:latin typeface="微软雅黑" pitchFamily="34" charset="-122"/>
                <a:ea typeface="微软雅黑" pitchFamily="34" charset="-122"/>
              </a:rPr>
              <a:t>queue_len</a:t>
            </a:r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=4,</a:t>
            </a:r>
          </a:p>
          <a:p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105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7E5DB7E-4A29-5CC0-6289-40FD7C48C52A}"/>
              </a:ext>
            </a:extLst>
          </p:cNvPr>
          <p:cNvSpPr/>
          <p:nvPr/>
        </p:nvSpPr>
        <p:spPr>
          <a:xfrm>
            <a:off x="7041578" y="1680451"/>
            <a:ext cx="914400" cy="9144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qmap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expert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EA2B9E9-0E17-F223-D533-7EA8E172F29D}"/>
              </a:ext>
            </a:extLst>
          </p:cNvPr>
          <p:cNvSpPr/>
          <p:nvPr/>
        </p:nvSpPr>
        <p:spPr>
          <a:xfrm>
            <a:off x="10867932" y="4536394"/>
            <a:ext cx="914400" cy="9144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Our model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矩形: 折角 39">
            <a:extLst>
              <a:ext uri="{FF2B5EF4-FFF2-40B4-BE49-F238E27FC236}">
                <a16:creationId xmlns:a16="http://schemas.microsoft.com/office/drawing/2014/main" id="{F0AA9F63-1D02-94C9-64F0-61ED278E9BFB}"/>
              </a:ext>
            </a:extLst>
          </p:cNvPr>
          <p:cNvSpPr/>
          <p:nvPr/>
        </p:nvSpPr>
        <p:spPr>
          <a:xfrm>
            <a:off x="4819448" y="3689216"/>
            <a:ext cx="1110109" cy="1053771"/>
          </a:xfrm>
          <a:prstGeom prst="foldedCorne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Initial mapping</a:t>
            </a:r>
            <a:endParaRPr lang="zh-CN" altLang="en-US" sz="105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矩形: 折角 41">
            <a:extLst>
              <a:ext uri="{FF2B5EF4-FFF2-40B4-BE49-F238E27FC236}">
                <a16:creationId xmlns:a16="http://schemas.microsoft.com/office/drawing/2014/main" id="{E7DF08BA-EA78-6DDD-D3D4-AC85F4698BBA}"/>
              </a:ext>
            </a:extLst>
          </p:cNvPr>
          <p:cNvSpPr/>
          <p:nvPr/>
        </p:nvSpPr>
        <p:spPr>
          <a:xfrm>
            <a:off x="9011661" y="5132394"/>
            <a:ext cx="1110109" cy="1270535"/>
          </a:xfrm>
          <a:prstGeom prst="foldedCorne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US" altLang="zh-CN" sz="1050" dirty="0" err="1">
                <a:latin typeface="微软雅黑" pitchFamily="34" charset="-122"/>
                <a:ea typeface="微软雅黑" pitchFamily="34" charset="-122"/>
              </a:rPr>
              <a:t>RoutingState</a:t>
            </a:r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(</a:t>
            </a:r>
          </a:p>
          <a:p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mapping,</a:t>
            </a:r>
          </a:p>
          <a:p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blocks,</a:t>
            </a:r>
          </a:p>
          <a:p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queue,</a:t>
            </a:r>
          </a:p>
          <a:p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… </a:t>
            </a:r>
          </a:p>
          <a:p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) s2</a:t>
            </a:r>
            <a:endParaRPr lang="zh-CN" altLang="en-US" sz="105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4" name="矩形: 折角 43">
            <a:extLst>
              <a:ext uri="{FF2B5EF4-FFF2-40B4-BE49-F238E27FC236}">
                <a16:creationId xmlns:a16="http://schemas.microsoft.com/office/drawing/2014/main" id="{FA3F4D50-171C-E9E4-C635-A9290AE37B89}"/>
              </a:ext>
            </a:extLst>
          </p:cNvPr>
          <p:cNvSpPr/>
          <p:nvPr/>
        </p:nvSpPr>
        <p:spPr>
          <a:xfrm>
            <a:off x="9011661" y="3692640"/>
            <a:ext cx="1110109" cy="1053771"/>
          </a:xfrm>
          <a:prstGeom prst="foldedCorne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action(</a:t>
            </a:r>
          </a:p>
          <a:p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move/exe/ne,</a:t>
            </a:r>
          </a:p>
          <a:p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qubit,</a:t>
            </a:r>
          </a:p>
          <a:p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site,</a:t>
            </a:r>
          </a:p>
          <a:p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) a2</a:t>
            </a:r>
            <a:endParaRPr lang="zh-CN" altLang="en-US" sz="105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6" name="矩形: 折角 45">
            <a:extLst>
              <a:ext uri="{FF2B5EF4-FFF2-40B4-BE49-F238E27FC236}">
                <a16:creationId xmlns:a16="http://schemas.microsoft.com/office/drawing/2014/main" id="{B13939BD-66A1-A096-305E-DCCB0FA42E2D}"/>
              </a:ext>
            </a:extLst>
          </p:cNvPr>
          <p:cNvSpPr/>
          <p:nvPr/>
        </p:nvSpPr>
        <p:spPr>
          <a:xfrm>
            <a:off x="7553039" y="5132394"/>
            <a:ext cx="1110109" cy="1270535"/>
          </a:xfrm>
          <a:prstGeom prst="foldedCorne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US" altLang="zh-CN" sz="1050" dirty="0" err="1">
                <a:latin typeface="微软雅黑" pitchFamily="34" charset="-122"/>
                <a:ea typeface="微软雅黑" pitchFamily="34" charset="-122"/>
              </a:rPr>
              <a:t>RoutingState</a:t>
            </a:r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(</a:t>
            </a:r>
          </a:p>
          <a:p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mapping,</a:t>
            </a:r>
          </a:p>
          <a:p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blocks,</a:t>
            </a:r>
          </a:p>
          <a:p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queue,</a:t>
            </a:r>
          </a:p>
          <a:p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… </a:t>
            </a:r>
          </a:p>
          <a:p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) s1</a:t>
            </a:r>
            <a:endParaRPr lang="zh-CN" altLang="en-US" sz="105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矩形: 折角 47">
            <a:extLst>
              <a:ext uri="{FF2B5EF4-FFF2-40B4-BE49-F238E27FC236}">
                <a16:creationId xmlns:a16="http://schemas.microsoft.com/office/drawing/2014/main" id="{9F6C9484-4926-A70B-4350-96EFD5A30123}"/>
              </a:ext>
            </a:extLst>
          </p:cNvPr>
          <p:cNvSpPr/>
          <p:nvPr/>
        </p:nvSpPr>
        <p:spPr>
          <a:xfrm>
            <a:off x="7553039" y="3692640"/>
            <a:ext cx="1110109" cy="1053771"/>
          </a:xfrm>
          <a:prstGeom prst="foldedCorne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action(</a:t>
            </a:r>
          </a:p>
          <a:p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move/exe/ne,</a:t>
            </a:r>
          </a:p>
          <a:p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qubit,</a:t>
            </a:r>
          </a:p>
          <a:p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site,</a:t>
            </a:r>
          </a:p>
          <a:p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) a1</a:t>
            </a:r>
            <a:endParaRPr lang="zh-CN" altLang="en-US" sz="105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" name="矩形: 折角 49">
            <a:extLst>
              <a:ext uri="{FF2B5EF4-FFF2-40B4-BE49-F238E27FC236}">
                <a16:creationId xmlns:a16="http://schemas.microsoft.com/office/drawing/2014/main" id="{6F44CFDD-238C-753E-3ADF-7AF73A190B91}"/>
              </a:ext>
            </a:extLst>
          </p:cNvPr>
          <p:cNvSpPr/>
          <p:nvPr/>
        </p:nvSpPr>
        <p:spPr>
          <a:xfrm>
            <a:off x="4819448" y="5132394"/>
            <a:ext cx="1110109" cy="1270535"/>
          </a:xfrm>
          <a:prstGeom prst="foldedCorne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US" altLang="zh-CN" sz="1050" dirty="0" err="1">
                <a:latin typeface="微软雅黑" pitchFamily="34" charset="-122"/>
                <a:ea typeface="微软雅黑" pitchFamily="34" charset="-122"/>
              </a:rPr>
              <a:t>RoutingState</a:t>
            </a:r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(</a:t>
            </a:r>
          </a:p>
          <a:p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mapping,</a:t>
            </a:r>
          </a:p>
          <a:p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blocks,</a:t>
            </a:r>
          </a:p>
          <a:p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queue,</a:t>
            </a:r>
          </a:p>
          <a:p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… </a:t>
            </a:r>
          </a:p>
          <a:p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) s0</a:t>
            </a:r>
            <a:endParaRPr lang="zh-CN" altLang="en-US" sz="105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矩形: 折角 51">
            <a:extLst>
              <a:ext uri="{FF2B5EF4-FFF2-40B4-BE49-F238E27FC236}">
                <a16:creationId xmlns:a16="http://schemas.microsoft.com/office/drawing/2014/main" id="{F5E184D3-82D4-F031-BBC9-5EC7920CD7B3}"/>
              </a:ext>
            </a:extLst>
          </p:cNvPr>
          <p:cNvSpPr/>
          <p:nvPr/>
        </p:nvSpPr>
        <p:spPr>
          <a:xfrm>
            <a:off x="6138109" y="3692640"/>
            <a:ext cx="1110109" cy="1053771"/>
          </a:xfrm>
          <a:prstGeom prst="foldedCorne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action(</a:t>
            </a:r>
          </a:p>
          <a:p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move/exe/ne,</a:t>
            </a:r>
          </a:p>
          <a:p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qubit,</a:t>
            </a:r>
          </a:p>
          <a:p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site,</a:t>
            </a:r>
          </a:p>
          <a:p>
            <a:r>
              <a:rPr lang="en-US" altLang="zh-CN" sz="1050" dirty="0">
                <a:latin typeface="微软雅黑" pitchFamily="34" charset="-122"/>
                <a:ea typeface="微软雅黑" pitchFamily="34" charset="-122"/>
              </a:rPr>
              <a:t>) a0</a:t>
            </a:r>
            <a:endParaRPr lang="zh-CN" altLang="en-US" sz="105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E9A42439-CB2E-B3E1-7CD5-C5224D5BCFE0}"/>
              </a:ext>
            </a:extLst>
          </p:cNvPr>
          <p:cNvSpPr/>
          <p:nvPr/>
        </p:nvSpPr>
        <p:spPr>
          <a:xfrm>
            <a:off x="4756276" y="3603464"/>
            <a:ext cx="5485004" cy="12103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77" name="连接符: 曲线 76">
            <a:extLst>
              <a:ext uri="{FF2B5EF4-FFF2-40B4-BE49-F238E27FC236}">
                <a16:creationId xmlns:a16="http://schemas.microsoft.com/office/drawing/2014/main" id="{AC3DB064-EA40-E234-B80E-44C7EDDDF63A}"/>
              </a:ext>
            </a:extLst>
          </p:cNvPr>
          <p:cNvCxnSpPr>
            <a:stCxn id="21" idx="2"/>
            <a:endCxn id="50" idx="1"/>
          </p:cNvCxnSpPr>
          <p:nvPr/>
        </p:nvCxnSpPr>
        <p:spPr>
          <a:xfrm rot="16200000" flipH="1">
            <a:off x="2979321" y="3927534"/>
            <a:ext cx="2919345" cy="760910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连接符: 曲线 80">
            <a:extLst>
              <a:ext uri="{FF2B5EF4-FFF2-40B4-BE49-F238E27FC236}">
                <a16:creationId xmlns:a16="http://schemas.microsoft.com/office/drawing/2014/main" id="{EB8373B3-FCED-E08D-97BB-3C11691E53C2}"/>
              </a:ext>
            </a:extLst>
          </p:cNvPr>
          <p:cNvCxnSpPr>
            <a:stCxn id="35" idx="1"/>
            <a:endCxn id="50" idx="1"/>
          </p:cNvCxnSpPr>
          <p:nvPr/>
        </p:nvCxnSpPr>
        <p:spPr>
          <a:xfrm rot="10800000" flipV="1">
            <a:off x="4819448" y="2594850"/>
            <a:ext cx="447062" cy="3172811"/>
          </a:xfrm>
          <a:prstGeom prst="curvedConnector3">
            <a:avLst>
              <a:gd name="adj1" fmla="val 151134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386C9654-CA3A-AD09-0592-7F0A92E95952}"/>
              </a:ext>
            </a:extLst>
          </p:cNvPr>
          <p:cNvCxnSpPr>
            <a:stCxn id="40" idx="2"/>
            <a:endCxn id="50" idx="0"/>
          </p:cNvCxnSpPr>
          <p:nvPr/>
        </p:nvCxnSpPr>
        <p:spPr>
          <a:xfrm>
            <a:off x="5374503" y="4742987"/>
            <a:ext cx="0" cy="3894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8F7D9257-2334-C2F3-7CF1-BABD0824CA4D}"/>
              </a:ext>
            </a:extLst>
          </p:cNvPr>
          <p:cNvCxnSpPr>
            <a:cxnSpLocks/>
            <a:stCxn id="36" idx="2"/>
            <a:endCxn id="73" idx="0"/>
          </p:cNvCxnSpPr>
          <p:nvPr/>
        </p:nvCxnSpPr>
        <p:spPr>
          <a:xfrm>
            <a:off x="7498778" y="2594851"/>
            <a:ext cx="0" cy="10086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ACD9DE8C-A4F2-4A6C-31C6-3ACDDAFF76A9}"/>
              </a:ext>
            </a:extLst>
          </p:cNvPr>
          <p:cNvCxnSpPr>
            <a:cxnSpLocks/>
            <a:stCxn id="5" idx="3"/>
            <a:endCxn id="21" idx="1"/>
          </p:cNvCxnSpPr>
          <p:nvPr/>
        </p:nvCxnSpPr>
        <p:spPr>
          <a:xfrm>
            <a:off x="2621762" y="2213049"/>
            <a:ext cx="787070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E607CC46-1A1D-4B92-CF14-CDFC0F8A1F46}"/>
              </a:ext>
            </a:extLst>
          </p:cNvPr>
          <p:cNvCxnSpPr>
            <a:stCxn id="21" idx="3"/>
            <a:endCxn id="33" idx="1"/>
          </p:cNvCxnSpPr>
          <p:nvPr/>
        </p:nvCxnSpPr>
        <p:spPr>
          <a:xfrm flipV="1">
            <a:off x="4708244" y="994608"/>
            <a:ext cx="688905" cy="121844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D0FC1F24-1984-BC27-68BA-F28C6EA38191}"/>
              </a:ext>
            </a:extLst>
          </p:cNvPr>
          <p:cNvCxnSpPr>
            <a:stCxn id="33" idx="3"/>
            <a:endCxn id="36" idx="1"/>
          </p:cNvCxnSpPr>
          <p:nvPr/>
        </p:nvCxnSpPr>
        <p:spPr>
          <a:xfrm>
            <a:off x="6696561" y="994608"/>
            <a:ext cx="345017" cy="114304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99E2E750-4C2E-DBC3-C591-3E3470896C4E}"/>
              </a:ext>
            </a:extLst>
          </p:cNvPr>
          <p:cNvCxnSpPr>
            <a:stCxn id="35" idx="3"/>
            <a:endCxn id="36" idx="1"/>
          </p:cNvCxnSpPr>
          <p:nvPr/>
        </p:nvCxnSpPr>
        <p:spPr>
          <a:xfrm flipV="1">
            <a:off x="6565922" y="2137651"/>
            <a:ext cx="475656" cy="4572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1BCCDDBD-A2B5-2717-A33F-B8AC404F73D9}"/>
              </a:ext>
            </a:extLst>
          </p:cNvPr>
          <p:cNvCxnSpPr>
            <a:endCxn id="46" idx="1"/>
          </p:cNvCxnSpPr>
          <p:nvPr/>
        </p:nvCxnSpPr>
        <p:spPr>
          <a:xfrm>
            <a:off x="5929557" y="5767662"/>
            <a:ext cx="162348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0C72CB70-E909-B2D0-79BD-B0E30E3E2A4A}"/>
              </a:ext>
            </a:extLst>
          </p:cNvPr>
          <p:cNvCxnSpPr>
            <a:stCxn id="52" idx="3"/>
            <a:endCxn id="46" idx="1"/>
          </p:cNvCxnSpPr>
          <p:nvPr/>
        </p:nvCxnSpPr>
        <p:spPr>
          <a:xfrm>
            <a:off x="7248218" y="4219526"/>
            <a:ext cx="304821" cy="15481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2DE199E6-AADE-C446-2238-71CD1DC83776}"/>
              </a:ext>
            </a:extLst>
          </p:cNvPr>
          <p:cNvCxnSpPr>
            <a:stCxn id="46" idx="3"/>
            <a:endCxn id="42" idx="1"/>
          </p:cNvCxnSpPr>
          <p:nvPr/>
        </p:nvCxnSpPr>
        <p:spPr>
          <a:xfrm>
            <a:off x="8663148" y="5767662"/>
            <a:ext cx="34851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02E882F4-BA26-EC7C-27FC-13C0CF0A3CAE}"/>
              </a:ext>
            </a:extLst>
          </p:cNvPr>
          <p:cNvCxnSpPr>
            <a:stCxn id="48" idx="3"/>
            <a:endCxn id="42" idx="1"/>
          </p:cNvCxnSpPr>
          <p:nvPr/>
        </p:nvCxnSpPr>
        <p:spPr>
          <a:xfrm>
            <a:off x="8663148" y="4219526"/>
            <a:ext cx="348513" cy="15481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矩形 110">
            <a:extLst>
              <a:ext uri="{FF2B5EF4-FFF2-40B4-BE49-F238E27FC236}">
                <a16:creationId xmlns:a16="http://schemas.microsoft.com/office/drawing/2014/main" id="{F8B8C950-7BC7-4F6C-1BF6-E07377AB230E}"/>
              </a:ext>
            </a:extLst>
          </p:cNvPr>
          <p:cNvSpPr/>
          <p:nvPr/>
        </p:nvSpPr>
        <p:spPr>
          <a:xfrm>
            <a:off x="4756276" y="5061533"/>
            <a:ext cx="5485004" cy="14371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790FCD3E-12BB-C490-0693-4DF226F0FF4C}"/>
              </a:ext>
            </a:extLst>
          </p:cNvPr>
          <p:cNvCxnSpPr>
            <a:stCxn id="73" idx="3"/>
            <a:endCxn id="38" idx="1"/>
          </p:cNvCxnSpPr>
          <p:nvPr/>
        </p:nvCxnSpPr>
        <p:spPr>
          <a:xfrm>
            <a:off x="10241280" y="4208656"/>
            <a:ext cx="626652" cy="7849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08668651-E6F2-145D-F646-46779EF54088}"/>
              </a:ext>
            </a:extLst>
          </p:cNvPr>
          <p:cNvCxnSpPr>
            <a:stCxn id="111" idx="3"/>
            <a:endCxn id="38" idx="1"/>
          </p:cNvCxnSpPr>
          <p:nvPr/>
        </p:nvCxnSpPr>
        <p:spPr>
          <a:xfrm flipV="1">
            <a:off x="10241280" y="4993594"/>
            <a:ext cx="626652" cy="78650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5393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35F4417-AE0F-8AE5-3FF1-B4BBF97C6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4FECB07-3B59-2EF6-DCDB-5069E5B1A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训练结果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9CBEFD9-1427-8891-B25F-A484A3FC5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57" y="1115819"/>
            <a:ext cx="7576703" cy="515985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4E7FB60-C4FA-EB08-0AF8-9F207E5E06BE}"/>
              </a:ext>
            </a:extLst>
          </p:cNvPr>
          <p:cNvSpPr txBox="1"/>
          <p:nvPr/>
        </p:nvSpPr>
        <p:spPr>
          <a:xfrm>
            <a:off x="7930195" y="1732546"/>
            <a:ext cx="41040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个线路，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211,450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状态，动作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</a:p>
          <a:p>
            <a:pPr algn="l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90%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训练集，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10%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验证集</a:t>
            </a:r>
          </a:p>
        </p:txBody>
      </p:sp>
    </p:spTree>
    <p:extLst>
      <p:ext uri="{BB962C8B-B14F-4D97-AF65-F5344CB8AC3E}">
        <p14:creationId xmlns:p14="http://schemas.microsoft.com/office/powerpoint/2010/main" val="134936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44F9757-68DC-CF1C-E085-C3B60A4BC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下步计划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10B3B8FF-0D84-8E7D-D198-70C933C75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加训随机线路</a:t>
            </a:r>
            <a:endParaRPr lang="en-US" altLang="zh-CN" dirty="0"/>
          </a:p>
          <a:p>
            <a:r>
              <a:rPr lang="zh-CN" altLang="en-US" dirty="0"/>
              <a:t>搭建蒙特卡洛树搜索</a:t>
            </a:r>
            <a:r>
              <a:rPr lang="en-US" altLang="zh-CN" dirty="0"/>
              <a:t>-</a:t>
            </a:r>
            <a:r>
              <a:rPr lang="zh-CN" altLang="en-US" dirty="0"/>
              <a:t>自博弈强化学习框架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22F3912-25B6-D93E-8F5F-4222C4C9B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55266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144EE8D-0070-D963-760E-25B7B07C6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8D5DE8B-1BAC-5DC3-D2D3-4320096C3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Bloqade</a:t>
            </a:r>
            <a:r>
              <a:rPr lang="en-US" altLang="zh-CN" dirty="0"/>
              <a:t>-lane </a:t>
            </a:r>
            <a:r>
              <a:rPr lang="zh-CN" altLang="en-US" dirty="0"/>
              <a:t>调研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95CB94A-DFA3-9714-AF02-D7379F853665}"/>
              </a:ext>
            </a:extLst>
          </p:cNvPr>
          <p:cNvSpPr>
            <a:spLocks noChangeAspect="1"/>
          </p:cNvSpPr>
          <p:nvPr/>
        </p:nvSpPr>
        <p:spPr>
          <a:xfrm>
            <a:off x="8297578" y="2031132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8816C21-268E-D143-E1DD-77F755AFDBA7}"/>
              </a:ext>
            </a:extLst>
          </p:cNvPr>
          <p:cNvSpPr>
            <a:spLocks noChangeAspect="1"/>
          </p:cNvSpPr>
          <p:nvPr/>
        </p:nvSpPr>
        <p:spPr>
          <a:xfrm>
            <a:off x="9534023" y="2031132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43CE7EE5-DFA6-9B83-9160-69116D50F9F7}"/>
              </a:ext>
            </a:extLst>
          </p:cNvPr>
          <p:cNvSpPr>
            <a:spLocks noChangeAspect="1"/>
          </p:cNvSpPr>
          <p:nvPr/>
        </p:nvSpPr>
        <p:spPr>
          <a:xfrm>
            <a:off x="8297578" y="300508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03544EA-5B90-7F9C-7827-B1ADD3F122DB}"/>
              </a:ext>
            </a:extLst>
          </p:cNvPr>
          <p:cNvSpPr>
            <a:spLocks noChangeAspect="1"/>
          </p:cNvSpPr>
          <p:nvPr/>
        </p:nvSpPr>
        <p:spPr>
          <a:xfrm>
            <a:off x="9534023" y="300508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FB7E8AF-098F-C999-E405-2795F315C02C}"/>
              </a:ext>
            </a:extLst>
          </p:cNvPr>
          <p:cNvSpPr txBox="1"/>
          <p:nvPr/>
        </p:nvSpPr>
        <p:spPr>
          <a:xfrm>
            <a:off x="7560701" y="1209304"/>
            <a:ext cx="3627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Bus: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原子在不同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site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间移动的通道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BC96660D-3E37-EA94-43ED-6BD00917DFF0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8318666" y="2154044"/>
            <a:ext cx="0" cy="872132"/>
          </a:xfrm>
          <a:prstGeom prst="line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B25459E7-6109-2446-3E42-672CDB08F5C6}"/>
              </a:ext>
            </a:extLst>
          </p:cNvPr>
          <p:cNvCxnSpPr>
            <a:stCxn id="9" idx="7"/>
            <a:endCxn id="5" idx="5"/>
          </p:cNvCxnSpPr>
          <p:nvPr/>
        </p:nvCxnSpPr>
        <p:spPr>
          <a:xfrm flipV="1">
            <a:off x="8420490" y="2154044"/>
            <a:ext cx="0" cy="872132"/>
          </a:xfrm>
          <a:prstGeom prst="straightConnector1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EB9F5A44-2228-5565-A27D-3C83D86A7D6E}"/>
              </a:ext>
            </a:extLst>
          </p:cNvPr>
          <p:cNvCxnSpPr>
            <a:stCxn id="5" idx="7"/>
            <a:endCxn id="7" idx="1"/>
          </p:cNvCxnSpPr>
          <p:nvPr/>
        </p:nvCxnSpPr>
        <p:spPr>
          <a:xfrm>
            <a:off x="8420490" y="2052220"/>
            <a:ext cx="1134621" cy="0"/>
          </a:xfrm>
          <a:prstGeom prst="straightConnector1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1A7CDA4A-B681-8C76-2288-8DD513024AF1}"/>
              </a:ext>
            </a:extLst>
          </p:cNvPr>
          <p:cNvCxnSpPr>
            <a:stCxn id="7" idx="3"/>
            <a:endCxn id="5" idx="5"/>
          </p:cNvCxnSpPr>
          <p:nvPr/>
        </p:nvCxnSpPr>
        <p:spPr>
          <a:xfrm flipH="1">
            <a:off x="8420490" y="2154044"/>
            <a:ext cx="1134621" cy="0"/>
          </a:xfrm>
          <a:prstGeom prst="straightConnector1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8A71358D-D66B-DEE8-6AF0-900322004C0B}"/>
              </a:ext>
            </a:extLst>
          </p:cNvPr>
          <p:cNvCxnSpPr>
            <a:stCxn id="7" idx="5"/>
            <a:endCxn id="11" idx="7"/>
          </p:cNvCxnSpPr>
          <p:nvPr/>
        </p:nvCxnSpPr>
        <p:spPr>
          <a:xfrm>
            <a:off x="9656935" y="2154044"/>
            <a:ext cx="0" cy="872132"/>
          </a:xfrm>
          <a:prstGeom prst="straightConnector1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C9DD575B-7C8A-80DA-476C-28CF7662EF04}"/>
              </a:ext>
            </a:extLst>
          </p:cNvPr>
          <p:cNvCxnSpPr>
            <a:stCxn id="11" idx="1"/>
            <a:endCxn id="7" idx="3"/>
          </p:cNvCxnSpPr>
          <p:nvPr/>
        </p:nvCxnSpPr>
        <p:spPr>
          <a:xfrm flipV="1">
            <a:off x="9555111" y="2154044"/>
            <a:ext cx="0" cy="872132"/>
          </a:xfrm>
          <a:prstGeom prst="straightConnector1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8B93772A-9A18-AB7B-D295-4AC9B36F78F6}"/>
              </a:ext>
            </a:extLst>
          </p:cNvPr>
          <p:cNvCxnSpPr>
            <a:stCxn id="11" idx="1"/>
            <a:endCxn id="9" idx="7"/>
          </p:cNvCxnSpPr>
          <p:nvPr/>
        </p:nvCxnSpPr>
        <p:spPr>
          <a:xfrm flipH="1">
            <a:off x="8420490" y="3026176"/>
            <a:ext cx="1134621" cy="0"/>
          </a:xfrm>
          <a:prstGeom prst="straightConnector1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925E0D97-FD25-DD71-109E-87BBE25E2C94}"/>
              </a:ext>
            </a:extLst>
          </p:cNvPr>
          <p:cNvCxnSpPr>
            <a:stCxn id="9" idx="5"/>
            <a:endCxn id="11" idx="3"/>
          </p:cNvCxnSpPr>
          <p:nvPr/>
        </p:nvCxnSpPr>
        <p:spPr>
          <a:xfrm>
            <a:off x="8420490" y="3128000"/>
            <a:ext cx="1134621" cy="0"/>
          </a:xfrm>
          <a:prstGeom prst="straightConnector1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0CD24F6B-4256-B089-D9F1-7957F950B873}"/>
              </a:ext>
            </a:extLst>
          </p:cNvPr>
          <p:cNvCxnSpPr>
            <a:cxnSpLocks/>
            <a:stCxn id="5" idx="6"/>
            <a:endCxn id="11" idx="0"/>
          </p:cNvCxnSpPr>
          <p:nvPr/>
        </p:nvCxnSpPr>
        <p:spPr>
          <a:xfrm>
            <a:off x="8441578" y="2103132"/>
            <a:ext cx="1164445" cy="901956"/>
          </a:xfrm>
          <a:prstGeom prst="line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9D9995E3-2211-621D-57C7-2B30D8608D34}"/>
              </a:ext>
            </a:extLst>
          </p:cNvPr>
          <p:cNvCxnSpPr>
            <a:cxnSpLocks/>
            <a:stCxn id="11" idx="2"/>
            <a:endCxn id="5" idx="4"/>
          </p:cNvCxnSpPr>
          <p:nvPr/>
        </p:nvCxnSpPr>
        <p:spPr>
          <a:xfrm flipH="1" flipV="1">
            <a:off x="8369578" y="2175132"/>
            <a:ext cx="1164445" cy="901956"/>
          </a:xfrm>
          <a:prstGeom prst="line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062EADE7-8EC3-7FC0-245E-760297EADE5D}"/>
              </a:ext>
            </a:extLst>
          </p:cNvPr>
          <p:cNvCxnSpPr>
            <a:stCxn id="9" idx="0"/>
            <a:endCxn id="7" idx="2"/>
          </p:cNvCxnSpPr>
          <p:nvPr/>
        </p:nvCxnSpPr>
        <p:spPr>
          <a:xfrm flipV="1">
            <a:off x="8369578" y="2103132"/>
            <a:ext cx="1164445" cy="901956"/>
          </a:xfrm>
          <a:prstGeom prst="line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D03620C6-BF67-4358-9E7C-17E4EB8B64AF}"/>
              </a:ext>
            </a:extLst>
          </p:cNvPr>
          <p:cNvCxnSpPr>
            <a:stCxn id="7" idx="4"/>
            <a:endCxn id="9" idx="6"/>
          </p:cNvCxnSpPr>
          <p:nvPr/>
        </p:nvCxnSpPr>
        <p:spPr>
          <a:xfrm flipH="1">
            <a:off x="8441578" y="2175132"/>
            <a:ext cx="1164445" cy="901956"/>
          </a:xfrm>
          <a:prstGeom prst="line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椭圆 40">
            <a:extLst>
              <a:ext uri="{FF2B5EF4-FFF2-40B4-BE49-F238E27FC236}">
                <a16:creationId xmlns:a16="http://schemas.microsoft.com/office/drawing/2014/main" id="{F7D766F7-8003-FCAA-5679-8C412338CC0E}"/>
              </a:ext>
            </a:extLst>
          </p:cNvPr>
          <p:cNvSpPr>
            <a:spLocks noChangeAspect="1"/>
          </p:cNvSpPr>
          <p:nvPr/>
        </p:nvSpPr>
        <p:spPr>
          <a:xfrm>
            <a:off x="8297578" y="4358919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5807CD96-C3CE-0573-32A6-C2BA40D7BECE}"/>
              </a:ext>
            </a:extLst>
          </p:cNvPr>
          <p:cNvSpPr>
            <a:spLocks noChangeAspect="1"/>
          </p:cNvSpPr>
          <p:nvPr/>
        </p:nvSpPr>
        <p:spPr>
          <a:xfrm>
            <a:off x="9534023" y="4358919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E6107281-75A8-0B07-23FF-50DED51028CD}"/>
              </a:ext>
            </a:extLst>
          </p:cNvPr>
          <p:cNvSpPr>
            <a:spLocks noChangeAspect="1"/>
          </p:cNvSpPr>
          <p:nvPr/>
        </p:nvSpPr>
        <p:spPr>
          <a:xfrm>
            <a:off x="8297578" y="533287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4E3738C2-9B46-C20D-6F5D-31D024D95374}"/>
              </a:ext>
            </a:extLst>
          </p:cNvPr>
          <p:cNvSpPr>
            <a:spLocks noChangeAspect="1"/>
          </p:cNvSpPr>
          <p:nvPr/>
        </p:nvSpPr>
        <p:spPr>
          <a:xfrm>
            <a:off x="9534023" y="533287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D0C4F854-0AA2-4070-7B21-42B32BA66BB5}"/>
              </a:ext>
            </a:extLst>
          </p:cNvPr>
          <p:cNvCxnSpPr>
            <a:cxnSpLocks/>
            <a:stCxn id="41" idx="3"/>
            <a:endCxn id="43" idx="1"/>
          </p:cNvCxnSpPr>
          <p:nvPr/>
        </p:nvCxnSpPr>
        <p:spPr>
          <a:xfrm>
            <a:off x="8318666" y="4481831"/>
            <a:ext cx="0" cy="872132"/>
          </a:xfrm>
          <a:prstGeom prst="line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D9C39329-8952-26A6-407F-DB7ADCFFD6B0}"/>
              </a:ext>
            </a:extLst>
          </p:cNvPr>
          <p:cNvCxnSpPr>
            <a:stCxn id="43" idx="7"/>
            <a:endCxn id="41" idx="5"/>
          </p:cNvCxnSpPr>
          <p:nvPr/>
        </p:nvCxnSpPr>
        <p:spPr>
          <a:xfrm flipV="1">
            <a:off x="8420490" y="4481831"/>
            <a:ext cx="0" cy="872132"/>
          </a:xfrm>
          <a:prstGeom prst="straightConnector1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DBA06331-6FA0-EAB6-B66C-3F0D02A5F259}"/>
              </a:ext>
            </a:extLst>
          </p:cNvPr>
          <p:cNvCxnSpPr>
            <a:stCxn id="41" idx="7"/>
            <a:endCxn id="42" idx="1"/>
          </p:cNvCxnSpPr>
          <p:nvPr/>
        </p:nvCxnSpPr>
        <p:spPr>
          <a:xfrm>
            <a:off x="8420490" y="4380007"/>
            <a:ext cx="1134621" cy="0"/>
          </a:xfrm>
          <a:prstGeom prst="straightConnector1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1179CD50-70B0-CE05-F27E-8C08D8EB7779}"/>
              </a:ext>
            </a:extLst>
          </p:cNvPr>
          <p:cNvCxnSpPr>
            <a:stCxn id="42" idx="3"/>
            <a:endCxn id="41" idx="5"/>
          </p:cNvCxnSpPr>
          <p:nvPr/>
        </p:nvCxnSpPr>
        <p:spPr>
          <a:xfrm flipH="1">
            <a:off x="8420490" y="4481831"/>
            <a:ext cx="1134621" cy="0"/>
          </a:xfrm>
          <a:prstGeom prst="straightConnector1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CA5FC32F-A238-62EF-2B0B-119788DE73A9}"/>
              </a:ext>
            </a:extLst>
          </p:cNvPr>
          <p:cNvCxnSpPr>
            <a:stCxn id="42" idx="5"/>
            <a:endCxn id="44" idx="7"/>
          </p:cNvCxnSpPr>
          <p:nvPr/>
        </p:nvCxnSpPr>
        <p:spPr>
          <a:xfrm>
            <a:off x="9656935" y="4481831"/>
            <a:ext cx="0" cy="872132"/>
          </a:xfrm>
          <a:prstGeom prst="straightConnector1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D9A7E414-C36E-274D-5FD2-B9226D2269AB}"/>
              </a:ext>
            </a:extLst>
          </p:cNvPr>
          <p:cNvCxnSpPr>
            <a:stCxn id="44" idx="1"/>
            <a:endCxn id="42" idx="3"/>
          </p:cNvCxnSpPr>
          <p:nvPr/>
        </p:nvCxnSpPr>
        <p:spPr>
          <a:xfrm flipV="1">
            <a:off x="9555111" y="4481831"/>
            <a:ext cx="0" cy="872132"/>
          </a:xfrm>
          <a:prstGeom prst="straightConnector1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CECD2A1E-0EF9-E61F-7141-9FA85039C660}"/>
              </a:ext>
            </a:extLst>
          </p:cNvPr>
          <p:cNvCxnSpPr>
            <a:stCxn id="44" idx="1"/>
            <a:endCxn id="43" idx="7"/>
          </p:cNvCxnSpPr>
          <p:nvPr/>
        </p:nvCxnSpPr>
        <p:spPr>
          <a:xfrm flipH="1">
            <a:off x="8420490" y="5353963"/>
            <a:ext cx="1134621" cy="0"/>
          </a:xfrm>
          <a:prstGeom prst="straightConnector1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50D3B1AC-2E76-A0BB-49F0-900398619264}"/>
              </a:ext>
            </a:extLst>
          </p:cNvPr>
          <p:cNvCxnSpPr>
            <a:stCxn id="43" idx="5"/>
            <a:endCxn id="44" idx="3"/>
          </p:cNvCxnSpPr>
          <p:nvPr/>
        </p:nvCxnSpPr>
        <p:spPr>
          <a:xfrm>
            <a:off x="8420490" y="5455787"/>
            <a:ext cx="1134621" cy="0"/>
          </a:xfrm>
          <a:prstGeom prst="straightConnector1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CAB92C10-66DE-08B1-1C1B-353846200C33}"/>
              </a:ext>
            </a:extLst>
          </p:cNvPr>
          <p:cNvSpPr txBox="1"/>
          <p:nvPr/>
        </p:nvSpPr>
        <p:spPr>
          <a:xfrm>
            <a:off x="7560701" y="241496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理想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5F661691-C747-70F7-9A06-B8A9361BDA24}"/>
              </a:ext>
            </a:extLst>
          </p:cNvPr>
          <p:cNvSpPr txBox="1"/>
          <p:nvPr/>
        </p:nvSpPr>
        <p:spPr>
          <a:xfrm>
            <a:off x="7588538" y="473323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实际</a:t>
            </a:r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14427CEC-82A2-CBA8-C0D2-7B76100B67C4}"/>
              </a:ext>
            </a:extLst>
          </p:cNvPr>
          <p:cNvSpPr>
            <a:spLocks noChangeAspect="1"/>
          </p:cNvSpPr>
          <p:nvPr/>
        </p:nvSpPr>
        <p:spPr>
          <a:xfrm>
            <a:off x="2290502" y="1585384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06A12A90-3B8B-CFF1-D56E-57F03DB17C5E}"/>
              </a:ext>
            </a:extLst>
          </p:cNvPr>
          <p:cNvSpPr>
            <a:spLocks noChangeAspect="1"/>
          </p:cNvSpPr>
          <p:nvPr/>
        </p:nvSpPr>
        <p:spPr>
          <a:xfrm>
            <a:off x="2290502" y="301110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BA4BA257-6E7B-62A0-0319-3712C253EBF3}"/>
              </a:ext>
            </a:extLst>
          </p:cNvPr>
          <p:cNvSpPr>
            <a:spLocks noChangeAspect="1"/>
          </p:cNvSpPr>
          <p:nvPr/>
        </p:nvSpPr>
        <p:spPr>
          <a:xfrm>
            <a:off x="2290502" y="230216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1316220C-853A-E0A6-EDE2-51402E257405}"/>
              </a:ext>
            </a:extLst>
          </p:cNvPr>
          <p:cNvSpPr>
            <a:spLocks noChangeAspect="1"/>
          </p:cNvSpPr>
          <p:nvPr/>
        </p:nvSpPr>
        <p:spPr>
          <a:xfrm>
            <a:off x="2290502" y="3727884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AD0D1F5A-1291-6762-9A4D-A3E825568E9F}"/>
              </a:ext>
            </a:extLst>
          </p:cNvPr>
          <p:cNvSpPr>
            <a:spLocks noChangeAspect="1"/>
          </p:cNvSpPr>
          <p:nvPr/>
        </p:nvSpPr>
        <p:spPr>
          <a:xfrm>
            <a:off x="2586902" y="1585384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8B6B48BA-B6A0-F746-E008-A3176C76FA0D}"/>
              </a:ext>
            </a:extLst>
          </p:cNvPr>
          <p:cNvSpPr>
            <a:spLocks noChangeAspect="1"/>
          </p:cNvSpPr>
          <p:nvPr/>
        </p:nvSpPr>
        <p:spPr>
          <a:xfrm>
            <a:off x="2586902" y="301110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6D167166-F597-624F-131D-8D52E67C81D8}"/>
              </a:ext>
            </a:extLst>
          </p:cNvPr>
          <p:cNvSpPr>
            <a:spLocks noChangeAspect="1"/>
          </p:cNvSpPr>
          <p:nvPr/>
        </p:nvSpPr>
        <p:spPr>
          <a:xfrm>
            <a:off x="2586902" y="230216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9EF9B05A-439C-BF9D-AFED-55E44CE4040E}"/>
              </a:ext>
            </a:extLst>
          </p:cNvPr>
          <p:cNvSpPr>
            <a:spLocks noChangeAspect="1"/>
          </p:cNvSpPr>
          <p:nvPr/>
        </p:nvSpPr>
        <p:spPr>
          <a:xfrm>
            <a:off x="2586902" y="3727884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7B1E4AA2-8ECB-CDD4-BA53-E76235995A4D}"/>
              </a:ext>
            </a:extLst>
          </p:cNvPr>
          <p:cNvSpPr/>
          <p:nvPr/>
        </p:nvSpPr>
        <p:spPr>
          <a:xfrm>
            <a:off x="2217036" y="1436047"/>
            <a:ext cx="242754" cy="2530330"/>
          </a:xfrm>
          <a:prstGeom prst="rect">
            <a:avLst/>
          </a:prstGeom>
          <a:ln w="2540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E829BE98-B985-F7F7-A27F-20704F432523}"/>
              </a:ext>
            </a:extLst>
          </p:cNvPr>
          <p:cNvSpPr/>
          <p:nvPr/>
        </p:nvSpPr>
        <p:spPr>
          <a:xfrm>
            <a:off x="2519371" y="1436047"/>
            <a:ext cx="345617" cy="2530330"/>
          </a:xfrm>
          <a:prstGeom prst="rect">
            <a:avLst/>
          </a:prstGeom>
          <a:ln w="2540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73FDE1E8-D892-F3C8-CFF2-0079C586D889}"/>
              </a:ext>
            </a:extLst>
          </p:cNvPr>
          <p:cNvSpPr>
            <a:spLocks noChangeAspect="1"/>
          </p:cNvSpPr>
          <p:nvPr/>
        </p:nvSpPr>
        <p:spPr>
          <a:xfrm>
            <a:off x="3834790" y="1585384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7D415349-9E52-6CCE-BF75-B05C41C1EC9C}"/>
              </a:ext>
            </a:extLst>
          </p:cNvPr>
          <p:cNvSpPr>
            <a:spLocks noChangeAspect="1"/>
          </p:cNvSpPr>
          <p:nvPr/>
        </p:nvSpPr>
        <p:spPr>
          <a:xfrm>
            <a:off x="3834790" y="301110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E7E25E62-4BC4-C8CC-E96B-25874ADA1192}"/>
              </a:ext>
            </a:extLst>
          </p:cNvPr>
          <p:cNvSpPr>
            <a:spLocks noChangeAspect="1"/>
          </p:cNvSpPr>
          <p:nvPr/>
        </p:nvSpPr>
        <p:spPr>
          <a:xfrm>
            <a:off x="3834790" y="230216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50E7C689-DB14-E194-F40B-CC27DE5735F2}"/>
              </a:ext>
            </a:extLst>
          </p:cNvPr>
          <p:cNvSpPr>
            <a:spLocks noChangeAspect="1"/>
          </p:cNvSpPr>
          <p:nvPr/>
        </p:nvSpPr>
        <p:spPr>
          <a:xfrm>
            <a:off x="3834790" y="3727884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6B980E43-5184-F5D8-DD28-6D345111F660}"/>
              </a:ext>
            </a:extLst>
          </p:cNvPr>
          <p:cNvSpPr>
            <a:spLocks noChangeAspect="1"/>
          </p:cNvSpPr>
          <p:nvPr/>
        </p:nvSpPr>
        <p:spPr>
          <a:xfrm>
            <a:off x="4131190" y="1585384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F5AE7EC6-9570-BFCF-1BF4-895A653E6C1A}"/>
              </a:ext>
            </a:extLst>
          </p:cNvPr>
          <p:cNvSpPr>
            <a:spLocks noChangeAspect="1"/>
          </p:cNvSpPr>
          <p:nvPr/>
        </p:nvSpPr>
        <p:spPr>
          <a:xfrm>
            <a:off x="4131190" y="301110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FE0F9E44-0CC7-8B97-DADC-E35863BEB8A1}"/>
              </a:ext>
            </a:extLst>
          </p:cNvPr>
          <p:cNvSpPr>
            <a:spLocks noChangeAspect="1"/>
          </p:cNvSpPr>
          <p:nvPr/>
        </p:nvSpPr>
        <p:spPr>
          <a:xfrm>
            <a:off x="4131190" y="230216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FDA02068-1547-F6E8-133E-01659DE177BA}"/>
              </a:ext>
            </a:extLst>
          </p:cNvPr>
          <p:cNvSpPr>
            <a:spLocks noChangeAspect="1"/>
          </p:cNvSpPr>
          <p:nvPr/>
        </p:nvSpPr>
        <p:spPr>
          <a:xfrm>
            <a:off x="4131190" y="3727884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3A8FD3D9-393E-CA3B-8176-0DB181EBBD49}"/>
              </a:ext>
            </a:extLst>
          </p:cNvPr>
          <p:cNvSpPr>
            <a:spLocks noChangeAspect="1"/>
          </p:cNvSpPr>
          <p:nvPr/>
        </p:nvSpPr>
        <p:spPr>
          <a:xfrm>
            <a:off x="5444142" y="159064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87DB2119-51EC-7DC5-2B12-7544D38D161B}"/>
              </a:ext>
            </a:extLst>
          </p:cNvPr>
          <p:cNvSpPr>
            <a:spLocks noChangeAspect="1"/>
          </p:cNvSpPr>
          <p:nvPr/>
        </p:nvSpPr>
        <p:spPr>
          <a:xfrm>
            <a:off x="5444142" y="3016364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D4930657-41E2-81BE-0420-FCBED9EED535}"/>
              </a:ext>
            </a:extLst>
          </p:cNvPr>
          <p:cNvSpPr>
            <a:spLocks noChangeAspect="1"/>
          </p:cNvSpPr>
          <p:nvPr/>
        </p:nvSpPr>
        <p:spPr>
          <a:xfrm>
            <a:off x="5444142" y="230742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025395CE-C86C-1101-BF1F-803A2825015B}"/>
              </a:ext>
            </a:extLst>
          </p:cNvPr>
          <p:cNvSpPr>
            <a:spLocks noChangeAspect="1"/>
          </p:cNvSpPr>
          <p:nvPr/>
        </p:nvSpPr>
        <p:spPr>
          <a:xfrm>
            <a:off x="5444142" y="373314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6CE0B291-4FA3-811D-BA76-DE2432DD3CD2}"/>
              </a:ext>
            </a:extLst>
          </p:cNvPr>
          <p:cNvSpPr>
            <a:spLocks noChangeAspect="1"/>
          </p:cNvSpPr>
          <p:nvPr/>
        </p:nvSpPr>
        <p:spPr>
          <a:xfrm>
            <a:off x="5740542" y="159064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489E5370-69FC-CA84-D31A-D2543BB6CC8A}"/>
              </a:ext>
            </a:extLst>
          </p:cNvPr>
          <p:cNvSpPr>
            <a:spLocks noChangeAspect="1"/>
          </p:cNvSpPr>
          <p:nvPr/>
        </p:nvSpPr>
        <p:spPr>
          <a:xfrm>
            <a:off x="5740542" y="3016364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7EB7D9ED-FE23-32CC-B2A3-1532A50E648E}"/>
              </a:ext>
            </a:extLst>
          </p:cNvPr>
          <p:cNvSpPr>
            <a:spLocks noChangeAspect="1"/>
          </p:cNvSpPr>
          <p:nvPr/>
        </p:nvSpPr>
        <p:spPr>
          <a:xfrm>
            <a:off x="5740542" y="230742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9264FB0E-2A92-2038-83B9-14C896D43618}"/>
              </a:ext>
            </a:extLst>
          </p:cNvPr>
          <p:cNvSpPr>
            <a:spLocks noChangeAspect="1"/>
          </p:cNvSpPr>
          <p:nvPr/>
        </p:nvSpPr>
        <p:spPr>
          <a:xfrm>
            <a:off x="5740542" y="373314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2" name="椭圆 111">
            <a:extLst>
              <a:ext uri="{FF2B5EF4-FFF2-40B4-BE49-F238E27FC236}">
                <a16:creationId xmlns:a16="http://schemas.microsoft.com/office/drawing/2014/main" id="{6DE1C76C-261B-E7CD-DB0F-609CC2FD4CD7}"/>
              </a:ext>
            </a:extLst>
          </p:cNvPr>
          <p:cNvSpPr>
            <a:spLocks noChangeAspect="1"/>
          </p:cNvSpPr>
          <p:nvPr/>
        </p:nvSpPr>
        <p:spPr>
          <a:xfrm>
            <a:off x="2469759" y="4796682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4" name="椭圆 113">
            <a:extLst>
              <a:ext uri="{FF2B5EF4-FFF2-40B4-BE49-F238E27FC236}">
                <a16:creationId xmlns:a16="http://schemas.microsoft.com/office/drawing/2014/main" id="{0165D141-A174-4464-888A-F73E40F2A322}"/>
              </a:ext>
            </a:extLst>
          </p:cNvPr>
          <p:cNvSpPr>
            <a:spLocks noChangeAspect="1"/>
          </p:cNvSpPr>
          <p:nvPr/>
        </p:nvSpPr>
        <p:spPr>
          <a:xfrm>
            <a:off x="3134704" y="4796682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6" name="椭圆 115">
            <a:extLst>
              <a:ext uri="{FF2B5EF4-FFF2-40B4-BE49-F238E27FC236}">
                <a16:creationId xmlns:a16="http://schemas.microsoft.com/office/drawing/2014/main" id="{F8A07526-C554-26B4-36C1-EA1EDA47635C}"/>
              </a:ext>
            </a:extLst>
          </p:cNvPr>
          <p:cNvSpPr>
            <a:spLocks noChangeAspect="1"/>
          </p:cNvSpPr>
          <p:nvPr/>
        </p:nvSpPr>
        <p:spPr>
          <a:xfrm>
            <a:off x="3799649" y="4796682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8" name="椭圆 117">
            <a:extLst>
              <a:ext uri="{FF2B5EF4-FFF2-40B4-BE49-F238E27FC236}">
                <a16:creationId xmlns:a16="http://schemas.microsoft.com/office/drawing/2014/main" id="{724850B0-02D2-7B70-C32C-05F92130C0A5}"/>
              </a:ext>
            </a:extLst>
          </p:cNvPr>
          <p:cNvSpPr>
            <a:spLocks noChangeAspect="1"/>
          </p:cNvSpPr>
          <p:nvPr/>
        </p:nvSpPr>
        <p:spPr>
          <a:xfrm>
            <a:off x="4464594" y="4796682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0" name="椭圆 119">
            <a:extLst>
              <a:ext uri="{FF2B5EF4-FFF2-40B4-BE49-F238E27FC236}">
                <a16:creationId xmlns:a16="http://schemas.microsoft.com/office/drawing/2014/main" id="{42F88361-5DAA-FC27-D6E0-57EE7D2141E5}"/>
              </a:ext>
            </a:extLst>
          </p:cNvPr>
          <p:cNvSpPr>
            <a:spLocks noChangeAspect="1"/>
          </p:cNvSpPr>
          <p:nvPr/>
        </p:nvSpPr>
        <p:spPr>
          <a:xfrm>
            <a:off x="5129540" y="4796682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5DCB6C58-A9C2-5AD5-E107-CC2B8CD08929}"/>
              </a:ext>
            </a:extLst>
          </p:cNvPr>
          <p:cNvSpPr>
            <a:spLocks noChangeAspect="1"/>
          </p:cNvSpPr>
          <p:nvPr/>
        </p:nvSpPr>
        <p:spPr>
          <a:xfrm>
            <a:off x="2469759" y="518008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2E17B2FE-757A-055B-4ED4-4307409428DB}"/>
              </a:ext>
            </a:extLst>
          </p:cNvPr>
          <p:cNvSpPr>
            <a:spLocks noChangeAspect="1"/>
          </p:cNvSpPr>
          <p:nvPr/>
        </p:nvSpPr>
        <p:spPr>
          <a:xfrm>
            <a:off x="3134704" y="518008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6" name="椭圆 125">
            <a:extLst>
              <a:ext uri="{FF2B5EF4-FFF2-40B4-BE49-F238E27FC236}">
                <a16:creationId xmlns:a16="http://schemas.microsoft.com/office/drawing/2014/main" id="{8BDF7176-B307-A25B-CE87-CD9770845418}"/>
              </a:ext>
            </a:extLst>
          </p:cNvPr>
          <p:cNvSpPr>
            <a:spLocks noChangeAspect="1"/>
          </p:cNvSpPr>
          <p:nvPr/>
        </p:nvSpPr>
        <p:spPr>
          <a:xfrm>
            <a:off x="3799649" y="518008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8" name="椭圆 127">
            <a:extLst>
              <a:ext uri="{FF2B5EF4-FFF2-40B4-BE49-F238E27FC236}">
                <a16:creationId xmlns:a16="http://schemas.microsoft.com/office/drawing/2014/main" id="{6B74922D-28EE-C6C8-5728-97D94448CAB0}"/>
              </a:ext>
            </a:extLst>
          </p:cNvPr>
          <p:cNvSpPr>
            <a:spLocks noChangeAspect="1"/>
          </p:cNvSpPr>
          <p:nvPr/>
        </p:nvSpPr>
        <p:spPr>
          <a:xfrm>
            <a:off x="4464594" y="518008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0" name="椭圆 129">
            <a:extLst>
              <a:ext uri="{FF2B5EF4-FFF2-40B4-BE49-F238E27FC236}">
                <a16:creationId xmlns:a16="http://schemas.microsoft.com/office/drawing/2014/main" id="{7F271EBA-DC38-873B-F6DD-759F14D16F64}"/>
              </a:ext>
            </a:extLst>
          </p:cNvPr>
          <p:cNvSpPr>
            <a:spLocks noChangeAspect="1"/>
          </p:cNvSpPr>
          <p:nvPr/>
        </p:nvSpPr>
        <p:spPr>
          <a:xfrm>
            <a:off x="5129540" y="5180088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E0147766-C552-4A2D-4617-40BCD89B7E78}"/>
              </a:ext>
            </a:extLst>
          </p:cNvPr>
          <p:cNvSpPr/>
          <p:nvPr/>
        </p:nvSpPr>
        <p:spPr>
          <a:xfrm>
            <a:off x="2187924" y="4663530"/>
            <a:ext cx="3229232" cy="1674796"/>
          </a:xfrm>
          <a:prstGeom prst="rect">
            <a:avLst/>
          </a:prstGeom>
          <a:solidFill>
            <a:schemeClr val="accent6">
              <a:alpha val="2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4" name="椭圆 133">
            <a:extLst>
              <a:ext uri="{FF2B5EF4-FFF2-40B4-BE49-F238E27FC236}">
                <a16:creationId xmlns:a16="http://schemas.microsoft.com/office/drawing/2014/main" id="{8E85387A-9C35-ECBB-46E5-B3E5DE613208}"/>
              </a:ext>
            </a:extLst>
          </p:cNvPr>
          <p:cNvSpPr>
            <a:spLocks noChangeAspect="1"/>
          </p:cNvSpPr>
          <p:nvPr/>
        </p:nvSpPr>
        <p:spPr>
          <a:xfrm>
            <a:off x="2469759" y="566692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386A1C20-BFD5-00ED-0B77-BC10F687AC23}"/>
              </a:ext>
            </a:extLst>
          </p:cNvPr>
          <p:cNvSpPr>
            <a:spLocks noChangeAspect="1"/>
          </p:cNvSpPr>
          <p:nvPr/>
        </p:nvSpPr>
        <p:spPr>
          <a:xfrm>
            <a:off x="3134704" y="566692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8" name="椭圆 137">
            <a:extLst>
              <a:ext uri="{FF2B5EF4-FFF2-40B4-BE49-F238E27FC236}">
                <a16:creationId xmlns:a16="http://schemas.microsoft.com/office/drawing/2014/main" id="{2525015E-20DB-B51D-E0E9-523FED9A7998}"/>
              </a:ext>
            </a:extLst>
          </p:cNvPr>
          <p:cNvSpPr>
            <a:spLocks noChangeAspect="1"/>
          </p:cNvSpPr>
          <p:nvPr/>
        </p:nvSpPr>
        <p:spPr>
          <a:xfrm>
            <a:off x="3799649" y="566692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0" name="椭圆 139">
            <a:extLst>
              <a:ext uri="{FF2B5EF4-FFF2-40B4-BE49-F238E27FC236}">
                <a16:creationId xmlns:a16="http://schemas.microsoft.com/office/drawing/2014/main" id="{F422535D-6D73-2860-8FCE-6D8BC861CA27}"/>
              </a:ext>
            </a:extLst>
          </p:cNvPr>
          <p:cNvSpPr>
            <a:spLocks noChangeAspect="1"/>
          </p:cNvSpPr>
          <p:nvPr/>
        </p:nvSpPr>
        <p:spPr>
          <a:xfrm>
            <a:off x="4464594" y="566692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2" name="椭圆 141">
            <a:extLst>
              <a:ext uri="{FF2B5EF4-FFF2-40B4-BE49-F238E27FC236}">
                <a16:creationId xmlns:a16="http://schemas.microsoft.com/office/drawing/2014/main" id="{3CAECA2C-473A-5060-4FB5-6FD1A044295E}"/>
              </a:ext>
            </a:extLst>
          </p:cNvPr>
          <p:cNvSpPr>
            <a:spLocks noChangeAspect="1"/>
          </p:cNvSpPr>
          <p:nvPr/>
        </p:nvSpPr>
        <p:spPr>
          <a:xfrm>
            <a:off x="5129540" y="5666920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4" name="椭圆 143">
            <a:extLst>
              <a:ext uri="{FF2B5EF4-FFF2-40B4-BE49-F238E27FC236}">
                <a16:creationId xmlns:a16="http://schemas.microsoft.com/office/drawing/2014/main" id="{BDF69142-4719-7D11-3AD8-2A1696FC7E0B}"/>
              </a:ext>
            </a:extLst>
          </p:cNvPr>
          <p:cNvSpPr>
            <a:spLocks noChangeAspect="1"/>
          </p:cNvSpPr>
          <p:nvPr/>
        </p:nvSpPr>
        <p:spPr>
          <a:xfrm>
            <a:off x="2469759" y="605032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6" name="椭圆 145">
            <a:extLst>
              <a:ext uri="{FF2B5EF4-FFF2-40B4-BE49-F238E27FC236}">
                <a16:creationId xmlns:a16="http://schemas.microsoft.com/office/drawing/2014/main" id="{EB817B1D-E654-70D4-9AE7-9B57AA37A4ED}"/>
              </a:ext>
            </a:extLst>
          </p:cNvPr>
          <p:cNvSpPr>
            <a:spLocks noChangeAspect="1"/>
          </p:cNvSpPr>
          <p:nvPr/>
        </p:nvSpPr>
        <p:spPr>
          <a:xfrm>
            <a:off x="3134704" y="605032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411B3897-10C1-78EB-8F11-4444DDABDDD8}"/>
              </a:ext>
            </a:extLst>
          </p:cNvPr>
          <p:cNvSpPr>
            <a:spLocks noChangeAspect="1"/>
          </p:cNvSpPr>
          <p:nvPr/>
        </p:nvSpPr>
        <p:spPr>
          <a:xfrm>
            <a:off x="3799649" y="605032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0" name="椭圆 149">
            <a:extLst>
              <a:ext uri="{FF2B5EF4-FFF2-40B4-BE49-F238E27FC236}">
                <a16:creationId xmlns:a16="http://schemas.microsoft.com/office/drawing/2014/main" id="{4A5DD98D-28E1-6B88-A9B3-80AEC2F44407}"/>
              </a:ext>
            </a:extLst>
          </p:cNvPr>
          <p:cNvSpPr>
            <a:spLocks noChangeAspect="1"/>
          </p:cNvSpPr>
          <p:nvPr/>
        </p:nvSpPr>
        <p:spPr>
          <a:xfrm>
            <a:off x="4464594" y="605032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2" name="椭圆 151">
            <a:extLst>
              <a:ext uri="{FF2B5EF4-FFF2-40B4-BE49-F238E27FC236}">
                <a16:creationId xmlns:a16="http://schemas.microsoft.com/office/drawing/2014/main" id="{427F7571-1F4B-6BC2-2C86-94D7A8353DAE}"/>
              </a:ext>
            </a:extLst>
          </p:cNvPr>
          <p:cNvSpPr>
            <a:spLocks noChangeAspect="1"/>
          </p:cNvSpPr>
          <p:nvPr/>
        </p:nvSpPr>
        <p:spPr>
          <a:xfrm>
            <a:off x="5129540" y="6050326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635EAA45-3829-073C-FAC1-AB2F2E15BD4C}"/>
              </a:ext>
            </a:extLst>
          </p:cNvPr>
          <p:cNvSpPr/>
          <p:nvPr/>
        </p:nvSpPr>
        <p:spPr>
          <a:xfrm>
            <a:off x="2077444" y="1301013"/>
            <a:ext cx="4211727" cy="2800397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CF4BFCE2-002F-F0D4-8952-E890C6789054}"/>
              </a:ext>
            </a:extLst>
          </p:cNvPr>
          <p:cNvSpPr txBox="1"/>
          <p:nvPr/>
        </p:nvSpPr>
        <p:spPr>
          <a:xfrm>
            <a:off x="400050" y="2484220"/>
            <a:ext cx="114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Word 1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7" name="直接箭头连接符 156">
            <a:extLst>
              <a:ext uri="{FF2B5EF4-FFF2-40B4-BE49-F238E27FC236}">
                <a16:creationId xmlns:a16="http://schemas.microsoft.com/office/drawing/2014/main" id="{6C558F3B-07B4-68F7-344A-6BA101F08780}"/>
              </a:ext>
            </a:extLst>
          </p:cNvPr>
          <p:cNvCxnSpPr>
            <a:cxnSpLocks/>
            <a:stCxn id="155" idx="3"/>
            <a:endCxn id="76" idx="1"/>
          </p:cNvCxnSpPr>
          <p:nvPr/>
        </p:nvCxnSpPr>
        <p:spPr>
          <a:xfrm>
            <a:off x="1549570" y="2668886"/>
            <a:ext cx="667466" cy="32326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文本框 165">
            <a:extLst>
              <a:ext uri="{FF2B5EF4-FFF2-40B4-BE49-F238E27FC236}">
                <a16:creationId xmlns:a16="http://schemas.microsoft.com/office/drawing/2014/main" id="{212490ED-9917-5446-A372-EE388241B629}"/>
              </a:ext>
            </a:extLst>
          </p:cNvPr>
          <p:cNvSpPr txBox="1"/>
          <p:nvPr/>
        </p:nvSpPr>
        <p:spPr>
          <a:xfrm>
            <a:off x="2519371" y="866297"/>
            <a:ext cx="114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Word 2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351B6007-DF02-A9C4-0B85-C5A3FFBC0F73}"/>
              </a:ext>
            </a:extLst>
          </p:cNvPr>
          <p:cNvCxnSpPr>
            <a:cxnSpLocks/>
            <a:stCxn id="166" idx="2"/>
            <a:endCxn id="78" idx="3"/>
          </p:cNvCxnSpPr>
          <p:nvPr/>
        </p:nvCxnSpPr>
        <p:spPr>
          <a:xfrm flipH="1">
            <a:off x="2864988" y="1235629"/>
            <a:ext cx="229143" cy="1465583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矩形 169">
            <a:extLst>
              <a:ext uri="{FF2B5EF4-FFF2-40B4-BE49-F238E27FC236}">
                <a16:creationId xmlns:a16="http://schemas.microsoft.com/office/drawing/2014/main" id="{D156A508-28AA-F8C4-E4CC-1CD9741753D6}"/>
              </a:ext>
            </a:extLst>
          </p:cNvPr>
          <p:cNvSpPr/>
          <p:nvPr/>
        </p:nvSpPr>
        <p:spPr>
          <a:xfrm>
            <a:off x="2435014" y="4715207"/>
            <a:ext cx="916048" cy="712307"/>
          </a:xfrm>
          <a:prstGeom prst="rect">
            <a:avLst/>
          </a:prstGeom>
          <a:ln w="2540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77" name="直接连接符 176">
            <a:extLst>
              <a:ext uri="{FF2B5EF4-FFF2-40B4-BE49-F238E27FC236}">
                <a16:creationId xmlns:a16="http://schemas.microsoft.com/office/drawing/2014/main" id="{A8EDB5D6-B746-722D-4240-FF551852614F}"/>
              </a:ext>
            </a:extLst>
          </p:cNvPr>
          <p:cNvCxnSpPr>
            <a:cxnSpLocks/>
            <a:stCxn id="71" idx="7"/>
            <a:endCxn id="82" idx="1"/>
          </p:cNvCxnSpPr>
          <p:nvPr/>
        </p:nvCxnSpPr>
        <p:spPr>
          <a:xfrm>
            <a:off x="2709814" y="3032191"/>
            <a:ext cx="1146064" cy="0"/>
          </a:xfrm>
          <a:prstGeom prst="line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连接符 180">
            <a:extLst>
              <a:ext uri="{FF2B5EF4-FFF2-40B4-BE49-F238E27FC236}">
                <a16:creationId xmlns:a16="http://schemas.microsoft.com/office/drawing/2014/main" id="{0ED08020-02DF-3B5E-879C-9B533E14E3FE}"/>
              </a:ext>
            </a:extLst>
          </p:cNvPr>
          <p:cNvCxnSpPr>
            <a:stCxn id="71" idx="5"/>
            <a:endCxn id="82" idx="3"/>
          </p:cNvCxnSpPr>
          <p:nvPr/>
        </p:nvCxnSpPr>
        <p:spPr>
          <a:xfrm>
            <a:off x="2709814" y="3134015"/>
            <a:ext cx="1146064" cy="0"/>
          </a:xfrm>
          <a:prstGeom prst="line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连接符 182">
            <a:extLst>
              <a:ext uri="{FF2B5EF4-FFF2-40B4-BE49-F238E27FC236}">
                <a16:creationId xmlns:a16="http://schemas.microsoft.com/office/drawing/2014/main" id="{8F6805D2-00DB-DC22-09D4-18A83F43BCE3}"/>
              </a:ext>
            </a:extLst>
          </p:cNvPr>
          <p:cNvCxnSpPr>
            <a:cxnSpLocks/>
            <a:stCxn id="86" idx="3"/>
            <a:endCxn id="116" idx="1"/>
          </p:cNvCxnSpPr>
          <p:nvPr/>
        </p:nvCxnSpPr>
        <p:spPr>
          <a:xfrm flipH="1">
            <a:off x="3820737" y="3850796"/>
            <a:ext cx="35141" cy="966974"/>
          </a:xfrm>
          <a:prstGeom prst="line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连接符 185">
            <a:extLst>
              <a:ext uri="{FF2B5EF4-FFF2-40B4-BE49-F238E27FC236}">
                <a16:creationId xmlns:a16="http://schemas.microsoft.com/office/drawing/2014/main" id="{2BADA22B-5D98-3A0E-DEDF-623678DC1ACF}"/>
              </a:ext>
            </a:extLst>
          </p:cNvPr>
          <p:cNvCxnSpPr>
            <a:stCxn id="86" idx="5"/>
            <a:endCxn id="116" idx="7"/>
          </p:cNvCxnSpPr>
          <p:nvPr/>
        </p:nvCxnSpPr>
        <p:spPr>
          <a:xfrm flipH="1">
            <a:off x="3922561" y="3850796"/>
            <a:ext cx="35141" cy="966974"/>
          </a:xfrm>
          <a:prstGeom prst="line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接连接符 187">
            <a:extLst>
              <a:ext uri="{FF2B5EF4-FFF2-40B4-BE49-F238E27FC236}">
                <a16:creationId xmlns:a16="http://schemas.microsoft.com/office/drawing/2014/main" id="{FB1302F9-4321-2D5D-DE05-392A55316201}"/>
              </a:ext>
            </a:extLst>
          </p:cNvPr>
          <p:cNvCxnSpPr>
            <a:stCxn id="63" idx="3"/>
            <a:endCxn id="67" idx="1"/>
          </p:cNvCxnSpPr>
          <p:nvPr/>
        </p:nvCxnSpPr>
        <p:spPr>
          <a:xfrm>
            <a:off x="2311590" y="3134015"/>
            <a:ext cx="0" cy="614957"/>
          </a:xfrm>
          <a:prstGeom prst="line">
            <a:avLst/>
          </a:prstGeom>
          <a:ln w="15875" cmpd="dbl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接连接符 189">
            <a:extLst>
              <a:ext uri="{FF2B5EF4-FFF2-40B4-BE49-F238E27FC236}">
                <a16:creationId xmlns:a16="http://schemas.microsoft.com/office/drawing/2014/main" id="{F87E8A9D-4F2A-23AF-D59C-F6083A2301E6}"/>
              </a:ext>
            </a:extLst>
          </p:cNvPr>
          <p:cNvCxnSpPr>
            <a:stCxn id="63" idx="5"/>
            <a:endCxn id="67" idx="7"/>
          </p:cNvCxnSpPr>
          <p:nvPr/>
        </p:nvCxnSpPr>
        <p:spPr>
          <a:xfrm>
            <a:off x="2413414" y="3134015"/>
            <a:ext cx="0" cy="614957"/>
          </a:xfrm>
          <a:prstGeom prst="line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文本框 192">
            <a:extLst>
              <a:ext uri="{FF2B5EF4-FFF2-40B4-BE49-F238E27FC236}">
                <a16:creationId xmlns:a16="http://schemas.microsoft.com/office/drawing/2014/main" id="{45471B1F-C0D2-91F0-A196-F06CE5528C31}"/>
              </a:ext>
            </a:extLst>
          </p:cNvPr>
          <p:cNvSpPr txBox="1"/>
          <p:nvPr/>
        </p:nvSpPr>
        <p:spPr>
          <a:xfrm>
            <a:off x="1119115" y="3314536"/>
            <a:ext cx="106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Site bus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4" name="文本框 193">
            <a:extLst>
              <a:ext uri="{FF2B5EF4-FFF2-40B4-BE49-F238E27FC236}">
                <a16:creationId xmlns:a16="http://schemas.microsoft.com/office/drawing/2014/main" id="{D0761791-7D3A-DB0A-0AD1-85F6EDE2799B}"/>
              </a:ext>
            </a:extLst>
          </p:cNvPr>
          <p:cNvSpPr txBox="1"/>
          <p:nvPr/>
        </p:nvSpPr>
        <p:spPr>
          <a:xfrm>
            <a:off x="3042099" y="2584815"/>
            <a:ext cx="1260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Word bus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5" name="文本框 194">
            <a:extLst>
              <a:ext uri="{FF2B5EF4-FFF2-40B4-BE49-F238E27FC236}">
                <a16:creationId xmlns:a16="http://schemas.microsoft.com/office/drawing/2014/main" id="{CAAD954F-204E-FB93-5D7D-A5368143B015}"/>
              </a:ext>
            </a:extLst>
          </p:cNvPr>
          <p:cNvSpPr txBox="1"/>
          <p:nvPr/>
        </p:nvSpPr>
        <p:spPr>
          <a:xfrm>
            <a:off x="3943649" y="4199705"/>
            <a:ext cx="1215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Zone bus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456097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5F8579B-EF24-4C0D-FAC3-0A8D1B5D0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CA08F70-8155-F5D7-62C0-0EFE05C22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Bloqade</a:t>
            </a:r>
            <a:r>
              <a:rPr lang="en-US" altLang="zh-CN" dirty="0"/>
              <a:t>-lane </a:t>
            </a:r>
            <a:r>
              <a:rPr lang="zh-CN" altLang="en-US" dirty="0"/>
              <a:t>调研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A7965A8-0818-4F6E-9C92-012F8118C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194" y="818147"/>
            <a:ext cx="7644017" cy="5972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9945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FA464B1-FA14-C1C2-5A91-02A688DC4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6BE2-40FE-4A59-82BB-128E7E394AEC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318B645-A516-D4A2-FF38-B9527F6F9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CAC</a:t>
            </a:r>
            <a:r>
              <a:rPr lang="zh-CN" altLang="en-US" dirty="0"/>
              <a:t>信息传递机制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1D3683F-2715-520A-2197-72370A0F96C3}"/>
              </a:ext>
            </a:extLst>
          </p:cNvPr>
          <p:cNvSpPr txBox="1"/>
          <p:nvPr/>
        </p:nvSpPr>
        <p:spPr>
          <a:xfrm>
            <a:off x="5324751" y="5551745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Calibration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62B2366-6D5D-8023-BE72-0A23D42DE6E3}"/>
              </a:ext>
            </a:extLst>
          </p:cNvPr>
          <p:cNvSpPr txBox="1"/>
          <p:nvPr/>
        </p:nvSpPr>
        <p:spPr>
          <a:xfrm>
            <a:off x="5256046" y="2796217"/>
            <a:ext cx="1527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Architecture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FE36372-2A03-3E3D-AC2C-58A53B5F9A9D}"/>
              </a:ext>
            </a:extLst>
          </p:cNvPr>
          <p:cNvSpPr txBox="1"/>
          <p:nvPr/>
        </p:nvSpPr>
        <p:spPr>
          <a:xfrm>
            <a:off x="5389673" y="1174165"/>
            <a:ext cx="1260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Compiler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C6AC259-A33C-9264-23F1-1247CCE4EA9C}"/>
              </a:ext>
            </a:extLst>
          </p:cNvPr>
          <p:cNvSpPr txBox="1"/>
          <p:nvPr/>
        </p:nvSpPr>
        <p:spPr>
          <a:xfrm>
            <a:off x="2601152" y="4762718"/>
            <a:ext cx="2654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目前不同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校准的代价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0545CEA-9D35-A264-F5DF-C664C60EDDBF}"/>
              </a:ext>
            </a:extLst>
          </p:cNvPr>
          <p:cNvSpPr txBox="1"/>
          <p:nvPr/>
        </p:nvSpPr>
        <p:spPr>
          <a:xfrm>
            <a:off x="2601152" y="1926195"/>
            <a:ext cx="2659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有哪些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连接模式可选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7DBB97A-3754-5557-AEF5-28D20DA55CD2}"/>
              </a:ext>
            </a:extLst>
          </p:cNvPr>
          <p:cNvSpPr txBox="1"/>
          <p:nvPr/>
        </p:nvSpPr>
        <p:spPr>
          <a:xfrm>
            <a:off x="6714875" y="1841098"/>
            <a:ext cx="3023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哪些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Qubit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之间需要做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cz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门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E1DB37-AC77-2CBE-FA29-757069857A94}"/>
              </a:ext>
            </a:extLst>
          </p:cNvPr>
          <p:cNvSpPr txBox="1"/>
          <p:nvPr/>
        </p:nvSpPr>
        <p:spPr>
          <a:xfrm>
            <a:off x="6839777" y="3685292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箭头: 上 12">
            <a:extLst>
              <a:ext uri="{FF2B5EF4-FFF2-40B4-BE49-F238E27FC236}">
                <a16:creationId xmlns:a16="http://schemas.microsoft.com/office/drawing/2014/main" id="{4FE16138-6792-07C3-CD18-AB321D4888F2}"/>
              </a:ext>
            </a:extLst>
          </p:cNvPr>
          <p:cNvSpPr/>
          <p:nvPr/>
        </p:nvSpPr>
        <p:spPr>
          <a:xfrm>
            <a:off x="5389673" y="1728163"/>
            <a:ext cx="258652" cy="964534"/>
          </a:xfrm>
          <a:prstGeom prst="upArrow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箭头: 上 14">
            <a:extLst>
              <a:ext uri="{FF2B5EF4-FFF2-40B4-BE49-F238E27FC236}">
                <a16:creationId xmlns:a16="http://schemas.microsoft.com/office/drawing/2014/main" id="{10937686-22B6-5682-BA7E-2B9E0D792A56}"/>
              </a:ext>
            </a:extLst>
          </p:cNvPr>
          <p:cNvSpPr/>
          <p:nvPr/>
        </p:nvSpPr>
        <p:spPr>
          <a:xfrm>
            <a:off x="5412747" y="3453735"/>
            <a:ext cx="258652" cy="2016000"/>
          </a:xfrm>
          <a:prstGeom prst="upArrow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箭头: 下 15">
            <a:extLst>
              <a:ext uri="{FF2B5EF4-FFF2-40B4-BE49-F238E27FC236}">
                <a16:creationId xmlns:a16="http://schemas.microsoft.com/office/drawing/2014/main" id="{B11413C2-4B95-FD2F-9919-6A5AE4E8B8E3}"/>
              </a:ext>
            </a:extLst>
          </p:cNvPr>
          <p:cNvSpPr/>
          <p:nvPr/>
        </p:nvSpPr>
        <p:spPr>
          <a:xfrm>
            <a:off x="6301344" y="1750538"/>
            <a:ext cx="258652" cy="964534"/>
          </a:xfrm>
          <a:prstGeom prst="downArrow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箭头: 下 17">
            <a:extLst>
              <a:ext uri="{FF2B5EF4-FFF2-40B4-BE49-F238E27FC236}">
                <a16:creationId xmlns:a16="http://schemas.microsoft.com/office/drawing/2014/main" id="{3D984068-A741-2A88-B0A0-2ADFC1404E46}"/>
              </a:ext>
            </a:extLst>
          </p:cNvPr>
          <p:cNvSpPr/>
          <p:nvPr/>
        </p:nvSpPr>
        <p:spPr>
          <a:xfrm>
            <a:off x="6364231" y="3453735"/>
            <a:ext cx="258652" cy="2016000"/>
          </a:xfrm>
          <a:prstGeom prst="downArrow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05BC3D77-72B2-772D-9E07-3E1A8619E2B3}"/>
              </a:ext>
            </a:extLst>
          </p:cNvPr>
          <p:cNvSpPr>
            <a:spLocks noChangeAspect="1"/>
          </p:cNvSpPr>
          <p:nvPr/>
        </p:nvSpPr>
        <p:spPr>
          <a:xfrm>
            <a:off x="3595820" y="2407779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94FDFB4D-1A9A-A3F1-AE75-65F94AC5D99F}"/>
              </a:ext>
            </a:extLst>
          </p:cNvPr>
          <p:cNvSpPr>
            <a:spLocks noChangeAspect="1"/>
          </p:cNvSpPr>
          <p:nvPr/>
        </p:nvSpPr>
        <p:spPr>
          <a:xfrm>
            <a:off x="4832265" y="2407779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4E5F0D33-2A32-D3D2-F700-68569C078653}"/>
              </a:ext>
            </a:extLst>
          </p:cNvPr>
          <p:cNvSpPr>
            <a:spLocks noChangeAspect="1"/>
          </p:cNvSpPr>
          <p:nvPr/>
        </p:nvSpPr>
        <p:spPr>
          <a:xfrm>
            <a:off x="3595820" y="338173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1160DF49-3382-4574-25DD-2D7D43A71954}"/>
              </a:ext>
            </a:extLst>
          </p:cNvPr>
          <p:cNvSpPr>
            <a:spLocks noChangeAspect="1"/>
          </p:cNvSpPr>
          <p:nvPr/>
        </p:nvSpPr>
        <p:spPr>
          <a:xfrm>
            <a:off x="4832265" y="3381735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33453391-353D-1965-B741-714D3EA3A55F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>
            <a:off x="3616908" y="2530691"/>
            <a:ext cx="0" cy="872132"/>
          </a:xfrm>
          <a:prstGeom prst="line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586D5407-9D33-6C39-E135-EA86A84471AE}"/>
              </a:ext>
            </a:extLst>
          </p:cNvPr>
          <p:cNvCxnSpPr>
            <a:stCxn id="21" idx="7"/>
            <a:endCxn id="19" idx="5"/>
          </p:cNvCxnSpPr>
          <p:nvPr/>
        </p:nvCxnSpPr>
        <p:spPr>
          <a:xfrm flipV="1">
            <a:off x="3718732" y="2530691"/>
            <a:ext cx="0" cy="872132"/>
          </a:xfrm>
          <a:prstGeom prst="straightConnector1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654DE866-5442-195D-237F-62F4D12E883E}"/>
              </a:ext>
            </a:extLst>
          </p:cNvPr>
          <p:cNvCxnSpPr>
            <a:stCxn id="19" idx="7"/>
            <a:endCxn id="20" idx="1"/>
          </p:cNvCxnSpPr>
          <p:nvPr/>
        </p:nvCxnSpPr>
        <p:spPr>
          <a:xfrm>
            <a:off x="3718732" y="2428867"/>
            <a:ext cx="1134621" cy="0"/>
          </a:xfrm>
          <a:prstGeom prst="straightConnector1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480F11D0-DFE9-667F-8855-3BF08E8088F2}"/>
              </a:ext>
            </a:extLst>
          </p:cNvPr>
          <p:cNvCxnSpPr>
            <a:stCxn id="20" idx="3"/>
            <a:endCxn id="19" idx="5"/>
          </p:cNvCxnSpPr>
          <p:nvPr/>
        </p:nvCxnSpPr>
        <p:spPr>
          <a:xfrm flipH="1">
            <a:off x="3718732" y="2530691"/>
            <a:ext cx="1134621" cy="0"/>
          </a:xfrm>
          <a:prstGeom prst="straightConnector1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C784E585-A70B-0562-285B-B366038EC712}"/>
              </a:ext>
            </a:extLst>
          </p:cNvPr>
          <p:cNvCxnSpPr>
            <a:stCxn id="20" idx="5"/>
            <a:endCxn id="22" idx="7"/>
          </p:cNvCxnSpPr>
          <p:nvPr/>
        </p:nvCxnSpPr>
        <p:spPr>
          <a:xfrm>
            <a:off x="4955177" y="2530691"/>
            <a:ext cx="0" cy="872132"/>
          </a:xfrm>
          <a:prstGeom prst="straightConnector1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5AFC9641-20EA-502D-A17C-A1E6C7DE874F}"/>
              </a:ext>
            </a:extLst>
          </p:cNvPr>
          <p:cNvCxnSpPr>
            <a:stCxn id="22" idx="1"/>
            <a:endCxn id="20" idx="3"/>
          </p:cNvCxnSpPr>
          <p:nvPr/>
        </p:nvCxnSpPr>
        <p:spPr>
          <a:xfrm flipV="1">
            <a:off x="4853353" y="2530691"/>
            <a:ext cx="0" cy="872132"/>
          </a:xfrm>
          <a:prstGeom prst="straightConnector1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1728898E-88BC-45E2-B4E5-9A5BF4633BC2}"/>
              </a:ext>
            </a:extLst>
          </p:cNvPr>
          <p:cNvCxnSpPr>
            <a:stCxn id="22" idx="1"/>
            <a:endCxn id="21" idx="7"/>
          </p:cNvCxnSpPr>
          <p:nvPr/>
        </p:nvCxnSpPr>
        <p:spPr>
          <a:xfrm flipH="1">
            <a:off x="3718732" y="3402823"/>
            <a:ext cx="1134621" cy="0"/>
          </a:xfrm>
          <a:prstGeom prst="straightConnector1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445C239B-53AF-5309-B9F2-2EC5E3BD83C5}"/>
              </a:ext>
            </a:extLst>
          </p:cNvPr>
          <p:cNvCxnSpPr>
            <a:stCxn id="21" idx="5"/>
            <a:endCxn id="22" idx="3"/>
          </p:cNvCxnSpPr>
          <p:nvPr/>
        </p:nvCxnSpPr>
        <p:spPr>
          <a:xfrm>
            <a:off x="3718732" y="3504647"/>
            <a:ext cx="1134621" cy="0"/>
          </a:xfrm>
          <a:prstGeom prst="straightConnector1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4533986-B528-9E4B-3EAD-9B06E20749D1}"/>
              </a:ext>
            </a:extLst>
          </p:cNvPr>
          <p:cNvSpPr>
            <a:spLocks noChangeAspect="1"/>
          </p:cNvSpPr>
          <p:nvPr/>
        </p:nvSpPr>
        <p:spPr>
          <a:xfrm>
            <a:off x="1467890" y="242886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D24A2F76-92A5-8116-25FE-07151CF06012}"/>
              </a:ext>
            </a:extLst>
          </p:cNvPr>
          <p:cNvSpPr>
            <a:spLocks noChangeAspect="1"/>
          </p:cNvSpPr>
          <p:nvPr/>
        </p:nvSpPr>
        <p:spPr>
          <a:xfrm>
            <a:off x="2704335" y="2428867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345A931D-0598-E24C-4551-9FAEA211BBBB}"/>
              </a:ext>
            </a:extLst>
          </p:cNvPr>
          <p:cNvSpPr>
            <a:spLocks noChangeAspect="1"/>
          </p:cNvSpPr>
          <p:nvPr/>
        </p:nvSpPr>
        <p:spPr>
          <a:xfrm>
            <a:off x="1467890" y="340282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8B721E81-F92B-11B0-8408-B21A67328FD3}"/>
              </a:ext>
            </a:extLst>
          </p:cNvPr>
          <p:cNvSpPr>
            <a:spLocks noChangeAspect="1"/>
          </p:cNvSpPr>
          <p:nvPr/>
        </p:nvSpPr>
        <p:spPr>
          <a:xfrm>
            <a:off x="2704335" y="3402823"/>
            <a:ext cx="144000" cy="1440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98826786-B34A-0BF2-3F95-60A4D28F773E}"/>
              </a:ext>
            </a:extLst>
          </p:cNvPr>
          <p:cNvCxnSpPr>
            <a:cxnSpLocks/>
            <a:stCxn id="31" idx="6"/>
            <a:endCxn id="34" idx="0"/>
          </p:cNvCxnSpPr>
          <p:nvPr/>
        </p:nvCxnSpPr>
        <p:spPr>
          <a:xfrm>
            <a:off x="1611890" y="2500867"/>
            <a:ext cx="1164445" cy="901956"/>
          </a:xfrm>
          <a:prstGeom prst="line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03CC2E83-41C2-B360-680D-A09A35813938}"/>
              </a:ext>
            </a:extLst>
          </p:cNvPr>
          <p:cNvCxnSpPr>
            <a:cxnSpLocks/>
            <a:stCxn id="34" idx="2"/>
            <a:endCxn id="31" idx="4"/>
          </p:cNvCxnSpPr>
          <p:nvPr/>
        </p:nvCxnSpPr>
        <p:spPr>
          <a:xfrm flipH="1" flipV="1">
            <a:off x="1539890" y="2572867"/>
            <a:ext cx="1164445" cy="901956"/>
          </a:xfrm>
          <a:prstGeom prst="line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1753B2A4-5796-A694-C6ED-903B0C7FF704}"/>
              </a:ext>
            </a:extLst>
          </p:cNvPr>
          <p:cNvCxnSpPr>
            <a:stCxn id="33" idx="0"/>
            <a:endCxn id="32" idx="2"/>
          </p:cNvCxnSpPr>
          <p:nvPr/>
        </p:nvCxnSpPr>
        <p:spPr>
          <a:xfrm flipV="1">
            <a:off x="1539890" y="2500867"/>
            <a:ext cx="1164445" cy="901956"/>
          </a:xfrm>
          <a:prstGeom prst="line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07913155-8784-ACA7-610B-F77187C6D009}"/>
              </a:ext>
            </a:extLst>
          </p:cNvPr>
          <p:cNvCxnSpPr>
            <a:stCxn id="32" idx="4"/>
            <a:endCxn id="33" idx="6"/>
          </p:cNvCxnSpPr>
          <p:nvPr/>
        </p:nvCxnSpPr>
        <p:spPr>
          <a:xfrm flipH="1">
            <a:off x="1611890" y="2572867"/>
            <a:ext cx="1164445" cy="901956"/>
          </a:xfrm>
          <a:prstGeom prst="line">
            <a:avLst/>
          </a:prstGeom>
          <a:ln w="158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207502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tx1"/>
          </a:solidFill>
        </a:ln>
      </a:spPr>
      <a:bodyPr wrap="square" rtlCol="0" anchor="ctr">
        <a:noAutofit/>
      </a:bodyPr>
      <a:lstStyle>
        <a:defPPr algn="ctr">
          <a:defRPr dirty="0">
            <a:latin typeface="微软雅黑" pitchFamily="34" charset="-122"/>
            <a:ea typeface="微软雅黑" pitchFamily="34" charset="-122"/>
          </a:defRPr>
        </a:defPPr>
      </a:lstStyle>
    </a:spDef>
    <a:lnDef>
      <a:spPr>
        <a:ln w="15875">
          <a:solidFill>
            <a:srgbClr val="FF0000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wsh答辩" id="{04017E27-01F6-4C48-BB9D-DAB75066864B}" vid="{0642D14E-0680-BF47-9FE6-EE2E04DFE772}"/>
    </a:ext>
  </a:extLst>
</a:theme>
</file>

<file path=ppt/theme/theme2.xml><?xml version="1.0" encoding="utf-8"?>
<a:theme xmlns:a="http://schemas.openxmlformats.org/drawingml/2006/main" name="毕设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sh答辩" id="{04017E27-01F6-4C48-BB9D-DAB75066864B}" vid="{A580D086-0C03-CD49-BF00-8BBA58F514D6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1_Office 主题​​</Template>
  <TotalTime>6546</TotalTime>
  <Words>910</Words>
  <Application>Microsoft Office PowerPoint</Application>
  <PresentationFormat>宽屏</PresentationFormat>
  <Paragraphs>247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等线</vt:lpstr>
      <vt:lpstr>微软雅黑</vt:lpstr>
      <vt:lpstr>Arial</vt:lpstr>
      <vt:lpstr>Cambria Math</vt:lpstr>
      <vt:lpstr>Wingdings</vt:lpstr>
      <vt:lpstr>1_Office 主题​​</vt:lpstr>
      <vt:lpstr>毕设</vt:lpstr>
      <vt:lpstr>FT compiling framework</vt:lpstr>
      <vt:lpstr>1q/2q/M block</vt:lpstr>
      <vt:lpstr>状态&amp;动作</vt:lpstr>
      <vt:lpstr>X/Y channel</vt:lpstr>
      <vt:lpstr>PowerPoint 演示文稿</vt:lpstr>
      <vt:lpstr>Token</vt:lpstr>
      <vt:lpstr>策略网络</vt:lpstr>
      <vt:lpstr>PowerPoint 演示文稿</vt:lpstr>
      <vt:lpstr>Zone architecture</vt:lpstr>
      <vt:lpstr>捕获&amp;初始化原子</vt:lpstr>
      <vt:lpstr>门集</vt:lpstr>
      <vt:lpstr>AOD移动模式</vt:lpstr>
      <vt:lpstr>基于交叉注意力机制的routing model</vt:lpstr>
      <vt:lpstr>模拟训练</vt:lpstr>
      <vt:lpstr>训练结果</vt:lpstr>
      <vt:lpstr>下步计划</vt:lpstr>
      <vt:lpstr>Bloqade-lane 调研</vt:lpstr>
      <vt:lpstr>Bloqade-lane 调研</vt:lpstr>
      <vt:lpstr>CAC信息传递机制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无数据模型量化论文分享：ZeroQ</dc:title>
  <dc:creator>x338</dc:creator>
  <cp:lastModifiedBy>永尚 李</cp:lastModifiedBy>
  <cp:revision>88</cp:revision>
  <dcterms:created xsi:type="dcterms:W3CDTF">2023-05-31T05:10:39Z</dcterms:created>
  <dcterms:modified xsi:type="dcterms:W3CDTF">2026-07-27T09:55:30Z</dcterms:modified>
</cp:coreProperties>
</file>