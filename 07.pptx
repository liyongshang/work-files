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66" r:id="rId1"/>
    <p:sldMasterId id="2147483673" r:id="rId2"/>
  </p:sldMasterIdLst>
  <p:notesMasterIdLst>
    <p:notesMasterId r:id="rId10"/>
  </p:notesMasterIdLst>
  <p:sldIdLst>
    <p:sldId id="259" r:id="rId3"/>
    <p:sldId id="260" r:id="rId4"/>
    <p:sldId id="256" r:id="rId5"/>
    <p:sldId id="261" r:id="rId6"/>
    <p:sldId id="262" r:id="rId7"/>
    <p:sldId id="258" r:id="rId8"/>
    <p:sldId id="257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F528F"/>
    <a:srgbClr val="00CAFF"/>
    <a:srgbClr val="266AB0"/>
    <a:srgbClr val="00B050"/>
    <a:srgbClr val="FFFFFF"/>
    <a:srgbClr val="C5E0B3"/>
    <a:srgbClr val="A5B1CF"/>
    <a:srgbClr val="21C153"/>
    <a:srgbClr val="247DC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6" autoAdjust="0"/>
    <p:restoredTop sz="89880" autoAdjust="0"/>
  </p:normalViewPr>
  <p:slideViewPr>
    <p:cSldViewPr snapToGrid="0">
      <p:cViewPr varScale="1">
        <p:scale>
          <a:sx n="99" d="100"/>
          <a:sy n="99" d="100"/>
        </p:scale>
        <p:origin x="306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presProps" Target="presProps.xml"/><Relationship Id="rId5" Type="http://schemas.openxmlformats.org/officeDocument/2006/relationships/slide" Target="slides/slide3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B711F3E-B30C-42F4-A182-916C2273D750}" type="datetimeFigureOut">
              <a:rPr lang="zh-CN" altLang="en-US" smtClean="0"/>
              <a:t>2026/7/10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29ECE30-DA3C-4C43-B4FA-1B84E43DAA61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426001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E07242D-8BF4-491D-9337-DAF55FE06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6753" y="1726880"/>
            <a:ext cx="8585847" cy="1783082"/>
          </a:xfrm>
          <a:prstGeom prst="rect">
            <a:avLst/>
          </a:prstGeom>
        </p:spPr>
        <p:txBody>
          <a:bodyPr anchor="b"/>
          <a:lstStyle>
            <a:lvl1pPr algn="ctr">
              <a:defRPr sz="4000" b="1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746EC9B-BF03-44DF-A8BA-DEC10CF46EF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46752" y="3705101"/>
            <a:ext cx="8585847" cy="1552698"/>
          </a:xfrm>
        </p:spPr>
        <p:txBody>
          <a:bodyPr>
            <a:normAutofit/>
          </a:bodyPr>
          <a:lstStyle>
            <a:lvl1pPr marL="0" indent="0" algn="ctr">
              <a:buNone/>
              <a:defRPr sz="2800" b="0">
                <a:solidFill>
                  <a:srgbClr val="4B649F"/>
                </a:solidFill>
                <a:latin typeface="微软雅黑" pitchFamily="34" charset="-122"/>
                <a:ea typeface="微软雅黑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  <a:endParaRPr lang="zh-CN" altLang="en-US" dirty="0"/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DCF9BB-E938-4B89-BFD0-F1F7E7F01A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1969515-F994-4062-90A1-C5AFF88861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436AF07-1610-4396-B004-C0D31EE8D5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D9A5DF5-4A92-4DC2-BF60-CF7F5CFD30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8644" y="4757740"/>
            <a:ext cx="4399359" cy="1243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19">
            <a:extLst>
              <a:ext uri="{FF2B5EF4-FFF2-40B4-BE49-F238E27FC236}">
                <a16:creationId xmlns:a16="http://schemas.microsoft.com/office/drawing/2014/main" id="{3093C588-C891-47DE-AB8C-7210B8F033B9}"/>
              </a:ext>
            </a:extLst>
          </p:cNvPr>
          <p:cNvSpPr/>
          <p:nvPr userDrawn="1"/>
        </p:nvSpPr>
        <p:spPr>
          <a:xfrm>
            <a:off x="1468754" y="1701661"/>
            <a:ext cx="8918627" cy="3650890"/>
          </a:xfrm>
          <a:prstGeom prst="rect">
            <a:avLst/>
          </a:prstGeom>
          <a:noFill/>
          <a:ln w="25400">
            <a:solidFill>
              <a:srgbClr val="4B649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b="0" noProof="1">
              <a:solidFill>
                <a:prstClr val="white"/>
              </a:solidFill>
              <a:latin typeface="等线"/>
              <a:ea typeface="等线" panose="02010600030101010101" pitchFamily="2" charset="-122"/>
            </a:endParaRPr>
          </a:p>
        </p:txBody>
      </p:sp>
      <p:grpSp>
        <p:nvGrpSpPr>
          <p:cNvPr id="10" name="Group 1">
            <a:extLst>
              <a:ext uri="{FF2B5EF4-FFF2-40B4-BE49-F238E27FC236}">
                <a16:creationId xmlns:a16="http://schemas.microsoft.com/office/drawing/2014/main" id="{699205C8-0229-4279-B618-AEECC6033E62}"/>
              </a:ext>
            </a:extLst>
          </p:cNvPr>
          <p:cNvGrpSpPr/>
          <p:nvPr userDrawn="1"/>
        </p:nvGrpSpPr>
        <p:grpSpPr>
          <a:xfrm>
            <a:off x="10031385" y="4810119"/>
            <a:ext cx="558403" cy="528638"/>
            <a:chOff x="10637838" y="3171860"/>
            <a:chExt cx="744537" cy="704850"/>
          </a:xfrm>
        </p:grpSpPr>
        <p:sp>
          <p:nvSpPr>
            <p:cNvPr id="11" name="矩形 21">
              <a:extLst>
                <a:ext uri="{FF2B5EF4-FFF2-40B4-BE49-F238E27FC236}">
                  <a16:creationId xmlns:a16="http://schemas.microsoft.com/office/drawing/2014/main" id="{7642A93B-C446-461D-84B8-32CA9F4BDCDB}"/>
                </a:ext>
              </a:extLst>
            </p:cNvPr>
            <p:cNvSpPr/>
            <p:nvPr/>
          </p:nvSpPr>
          <p:spPr>
            <a:xfrm>
              <a:off x="10906125" y="3400460"/>
              <a:ext cx="476250" cy="47625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2" name="矩形 22">
              <a:extLst>
                <a:ext uri="{FF2B5EF4-FFF2-40B4-BE49-F238E27FC236}">
                  <a16:creationId xmlns:a16="http://schemas.microsoft.com/office/drawing/2014/main" id="{B95D439B-E84C-4CE8-B66B-54587B9CC8A0}"/>
                </a:ext>
              </a:extLst>
            </p:cNvPr>
            <p:cNvSpPr/>
            <p:nvPr/>
          </p:nvSpPr>
          <p:spPr>
            <a:xfrm>
              <a:off x="10637838" y="3171860"/>
              <a:ext cx="474662" cy="474662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13" name="Group 3">
            <a:extLst>
              <a:ext uri="{FF2B5EF4-FFF2-40B4-BE49-F238E27FC236}">
                <a16:creationId xmlns:a16="http://schemas.microsoft.com/office/drawing/2014/main" id="{5071832E-9782-4517-ABCE-52744968689D}"/>
              </a:ext>
            </a:extLst>
          </p:cNvPr>
          <p:cNvGrpSpPr/>
          <p:nvPr userDrawn="1"/>
        </p:nvGrpSpPr>
        <p:grpSpPr>
          <a:xfrm>
            <a:off x="1354455" y="1612580"/>
            <a:ext cx="470297" cy="470297"/>
            <a:chOff x="1308100" y="1397035"/>
            <a:chExt cx="627063" cy="627062"/>
          </a:xfrm>
        </p:grpSpPr>
        <p:sp>
          <p:nvSpPr>
            <p:cNvPr id="14" name="矩形 24">
              <a:extLst>
                <a:ext uri="{FF2B5EF4-FFF2-40B4-BE49-F238E27FC236}">
                  <a16:creationId xmlns:a16="http://schemas.microsoft.com/office/drawing/2014/main" id="{20CCC993-F73A-4608-BA4F-ECC09B6A8879}"/>
                </a:ext>
              </a:extLst>
            </p:cNvPr>
            <p:cNvSpPr/>
            <p:nvPr/>
          </p:nvSpPr>
          <p:spPr>
            <a:xfrm>
              <a:off x="1308100" y="1397035"/>
              <a:ext cx="474663" cy="474662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5" name="矩形 25">
              <a:extLst>
                <a:ext uri="{FF2B5EF4-FFF2-40B4-BE49-F238E27FC236}">
                  <a16:creationId xmlns:a16="http://schemas.microsoft.com/office/drawing/2014/main" id="{05E4C06D-7FAD-47AC-97E6-1CF70EAFAD79}"/>
                </a:ext>
              </a:extLst>
            </p:cNvPr>
            <p:cNvSpPr/>
            <p:nvPr/>
          </p:nvSpPr>
          <p:spPr>
            <a:xfrm>
              <a:off x="1460500" y="1549435"/>
              <a:ext cx="474663" cy="474662"/>
            </a:xfrm>
            <a:prstGeom prst="rect">
              <a:avLst/>
            </a:prstGeom>
            <a:solidFill>
              <a:srgbClr val="4B649F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5518335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标题 1">
            <a:extLst>
              <a:ext uri="{FF2B5EF4-FFF2-40B4-BE49-F238E27FC236}">
                <a16:creationId xmlns:a16="http://schemas.microsoft.com/office/drawing/2014/main" id="{CE07242D-8BF4-491D-9337-DAF55FE062AD}"/>
              </a:ext>
            </a:extLst>
          </p:cNvPr>
          <p:cNvSpPr txBox="1">
            <a:spLocks/>
          </p:cNvSpPr>
          <p:nvPr userDrawn="1"/>
        </p:nvSpPr>
        <p:spPr>
          <a:xfrm>
            <a:off x="-1556395" y="0"/>
            <a:ext cx="8585847" cy="2047869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endParaRPr lang="zh-CN" altLang="en-US" dirty="0"/>
          </a:p>
        </p:txBody>
      </p:sp>
      <p:pic>
        <p:nvPicPr>
          <p:cNvPr id="8" name="图片 6">
            <a:extLst>
              <a:ext uri="{FF2B5EF4-FFF2-40B4-BE49-F238E27FC236}">
                <a16:creationId xmlns:a16="http://schemas.microsoft.com/office/drawing/2014/main" id="{1D9A5DF5-4A92-4DC2-BF60-CF7F5CFD30E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30543" y="4057650"/>
            <a:ext cx="4399359" cy="12430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矩形 19">
            <a:extLst>
              <a:ext uri="{FF2B5EF4-FFF2-40B4-BE49-F238E27FC236}">
                <a16:creationId xmlns:a16="http://schemas.microsoft.com/office/drawing/2014/main" id="{3093C588-C891-47DE-AB8C-7210B8F033B9}"/>
              </a:ext>
            </a:extLst>
          </p:cNvPr>
          <p:cNvSpPr/>
          <p:nvPr userDrawn="1"/>
        </p:nvSpPr>
        <p:spPr>
          <a:xfrm>
            <a:off x="1468754" y="2419350"/>
            <a:ext cx="8918627" cy="2076450"/>
          </a:xfrm>
          <a:prstGeom prst="rect">
            <a:avLst/>
          </a:prstGeom>
          <a:noFill/>
          <a:ln w="25400">
            <a:solidFill>
              <a:srgbClr val="4B649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b="0" noProof="1">
              <a:solidFill>
                <a:prstClr val="white"/>
              </a:solidFill>
              <a:latin typeface="等线"/>
              <a:ea typeface="等线" panose="02010600030101010101" pitchFamily="2" charset="-122"/>
            </a:endParaRPr>
          </a:p>
        </p:txBody>
      </p:sp>
      <p:grpSp>
        <p:nvGrpSpPr>
          <p:cNvPr id="10" name="Group 1">
            <a:extLst>
              <a:ext uri="{FF2B5EF4-FFF2-40B4-BE49-F238E27FC236}">
                <a16:creationId xmlns:a16="http://schemas.microsoft.com/office/drawing/2014/main" id="{699205C8-0229-4279-B618-AEECC6033E62}"/>
              </a:ext>
            </a:extLst>
          </p:cNvPr>
          <p:cNvGrpSpPr/>
          <p:nvPr userDrawn="1"/>
        </p:nvGrpSpPr>
        <p:grpSpPr>
          <a:xfrm>
            <a:off x="9993285" y="4295769"/>
            <a:ext cx="558403" cy="528638"/>
            <a:chOff x="10637838" y="3171860"/>
            <a:chExt cx="744537" cy="704850"/>
          </a:xfrm>
        </p:grpSpPr>
        <p:sp>
          <p:nvSpPr>
            <p:cNvPr id="11" name="矩形 21">
              <a:extLst>
                <a:ext uri="{FF2B5EF4-FFF2-40B4-BE49-F238E27FC236}">
                  <a16:creationId xmlns:a16="http://schemas.microsoft.com/office/drawing/2014/main" id="{7642A93B-C446-461D-84B8-32CA9F4BDCDB}"/>
                </a:ext>
              </a:extLst>
            </p:cNvPr>
            <p:cNvSpPr/>
            <p:nvPr/>
          </p:nvSpPr>
          <p:spPr>
            <a:xfrm>
              <a:off x="10906125" y="3400460"/>
              <a:ext cx="476250" cy="47625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2" name="矩形 22">
              <a:extLst>
                <a:ext uri="{FF2B5EF4-FFF2-40B4-BE49-F238E27FC236}">
                  <a16:creationId xmlns:a16="http://schemas.microsoft.com/office/drawing/2014/main" id="{B95D439B-E84C-4CE8-B66B-54587B9CC8A0}"/>
                </a:ext>
              </a:extLst>
            </p:cNvPr>
            <p:cNvSpPr/>
            <p:nvPr/>
          </p:nvSpPr>
          <p:spPr>
            <a:xfrm>
              <a:off x="10637838" y="3171860"/>
              <a:ext cx="474662" cy="474662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13" name="Group 3">
            <a:extLst>
              <a:ext uri="{FF2B5EF4-FFF2-40B4-BE49-F238E27FC236}">
                <a16:creationId xmlns:a16="http://schemas.microsoft.com/office/drawing/2014/main" id="{5071832E-9782-4517-ABCE-52744968689D}"/>
              </a:ext>
            </a:extLst>
          </p:cNvPr>
          <p:cNvGrpSpPr/>
          <p:nvPr userDrawn="1"/>
        </p:nvGrpSpPr>
        <p:grpSpPr>
          <a:xfrm>
            <a:off x="1411604" y="2184201"/>
            <a:ext cx="470297" cy="470297"/>
            <a:chOff x="1308100" y="1397035"/>
            <a:chExt cx="627063" cy="627062"/>
          </a:xfrm>
        </p:grpSpPr>
        <p:sp>
          <p:nvSpPr>
            <p:cNvPr id="14" name="矩形 24">
              <a:extLst>
                <a:ext uri="{FF2B5EF4-FFF2-40B4-BE49-F238E27FC236}">
                  <a16:creationId xmlns:a16="http://schemas.microsoft.com/office/drawing/2014/main" id="{20CCC993-F73A-4608-BA4F-ECC09B6A8879}"/>
                </a:ext>
              </a:extLst>
            </p:cNvPr>
            <p:cNvSpPr/>
            <p:nvPr/>
          </p:nvSpPr>
          <p:spPr>
            <a:xfrm>
              <a:off x="1308100" y="1397035"/>
              <a:ext cx="474663" cy="474662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5" name="矩形 25">
              <a:extLst>
                <a:ext uri="{FF2B5EF4-FFF2-40B4-BE49-F238E27FC236}">
                  <a16:creationId xmlns:a16="http://schemas.microsoft.com/office/drawing/2014/main" id="{05E4C06D-7FAD-47AC-97E6-1CF70EAFAD79}"/>
                </a:ext>
              </a:extLst>
            </p:cNvPr>
            <p:cNvSpPr/>
            <p:nvPr/>
          </p:nvSpPr>
          <p:spPr>
            <a:xfrm>
              <a:off x="1460500" y="1549435"/>
              <a:ext cx="474663" cy="474662"/>
            </a:xfrm>
            <a:prstGeom prst="rect">
              <a:avLst/>
            </a:prstGeom>
            <a:solidFill>
              <a:srgbClr val="4B649F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sp>
        <p:nvSpPr>
          <p:cNvPr id="24" name="标题 1">
            <a:extLst>
              <a:ext uri="{FF2B5EF4-FFF2-40B4-BE49-F238E27FC236}">
                <a16:creationId xmlns:a16="http://schemas.microsoft.com/office/drawing/2014/main" id="{CE07242D-8BF4-491D-9337-DAF55FE062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46753" y="2546030"/>
            <a:ext cx="8585847" cy="1783082"/>
          </a:xfrm>
          <a:prstGeom prst="rect">
            <a:avLst/>
          </a:prstGeom>
        </p:spPr>
        <p:txBody>
          <a:bodyPr anchor="ctr" anchorCtr="0"/>
          <a:lstStyle>
            <a:lvl1pPr algn="ctr">
              <a:defRPr sz="4000" b="1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</a:defRPr>
            </a:lvl1pPr>
          </a:lstStyle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01063817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190005" y="902526"/>
            <a:ext cx="11792198" cy="5379522"/>
          </a:xfrm>
        </p:spPr>
        <p:txBody>
          <a:bodyPr/>
          <a:lstStyle>
            <a:lvl1pPr>
              <a:lnSpc>
                <a:spcPct val="114000"/>
              </a:lnSpc>
              <a:defRPr/>
            </a:lvl1pPr>
            <a:lvl2pPr>
              <a:lnSpc>
                <a:spcPct val="114000"/>
              </a:lnSpc>
              <a:defRPr/>
            </a:lvl2pPr>
            <a:lvl3pPr>
              <a:lnSpc>
                <a:spcPct val="114000"/>
              </a:lnSpc>
              <a:defRPr/>
            </a:lvl3pPr>
            <a:lvl4pPr>
              <a:lnSpc>
                <a:spcPct val="114000"/>
              </a:lnSpc>
              <a:defRPr/>
            </a:lvl4pPr>
            <a:lvl5pPr>
              <a:lnSpc>
                <a:spcPct val="114000"/>
              </a:lnSpc>
              <a:defRPr/>
            </a:lvl5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en-US" dirty="0"/>
          </a:p>
        </p:txBody>
      </p:sp>
      <p:sp>
        <p:nvSpPr>
          <p:cNvPr id="9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59213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5"/>
          <p:cNvSpPr>
            <a:spLocks noGrp="1"/>
          </p:cNvSpPr>
          <p:nvPr>
            <p:ph type="sldNum" sz="quarter" idx="12"/>
          </p:nvPr>
        </p:nvSpPr>
        <p:spPr>
          <a:xfrm>
            <a:off x="11176000" y="6274026"/>
            <a:ext cx="695820" cy="365125"/>
          </a:xfrm>
        </p:spPr>
        <p:txBody>
          <a:bodyPr/>
          <a:lstStyle>
            <a:lvl1pPr>
              <a:defRPr sz="1800" b="1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defTabSz="685800">
              <a:defRPr/>
            </a:pPr>
            <a:fld id="{86CFBB55-5383-4680-AC02-FAC14F853CF3}" type="slidenum">
              <a:rPr lang="zh-CN" altLang="en-US" smtClean="0">
                <a:solidFill>
                  <a:prstClr val="black">
                    <a:lumMod val="75000"/>
                    <a:lumOff val="25000"/>
                  </a:prstClr>
                </a:solidFill>
              </a:rPr>
              <a:pPr defTabSz="685800">
                <a:defRPr/>
              </a:pPr>
              <a:t>‹#›</a:t>
            </a:fld>
            <a:endParaRPr lang="zh-CN" altLang="en-US" dirty="0">
              <a:solidFill>
                <a:prstClr val="black">
                  <a:lumMod val="75000"/>
                  <a:lumOff val="25000"/>
                </a:prstClr>
              </a:solidFill>
            </a:endParaRPr>
          </a:p>
        </p:txBody>
      </p:sp>
      <p:cxnSp>
        <p:nvCxnSpPr>
          <p:cNvPr id="7" name="直接连接符 6"/>
          <p:cNvCxnSpPr/>
          <p:nvPr userDrawn="1"/>
        </p:nvCxnSpPr>
        <p:spPr>
          <a:xfrm>
            <a:off x="0" y="785813"/>
            <a:ext cx="11176000" cy="0"/>
          </a:xfrm>
          <a:prstGeom prst="line">
            <a:avLst/>
          </a:prstGeom>
          <a:ln w="25400">
            <a:gradFill>
              <a:gsLst>
                <a:gs pos="0">
                  <a:srgbClr val="4B649F"/>
                </a:gs>
                <a:gs pos="100000">
                  <a:srgbClr val="7DB1CD">
                    <a:alpha val="0"/>
                  </a:srgb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文本占位符 2">
            <a:extLst>
              <a:ext uri="{FF2B5EF4-FFF2-40B4-BE49-F238E27FC236}">
                <a16:creationId xmlns:a16="http://schemas.microsoft.com/office/drawing/2014/main" id="{80FC510A-EAAE-41C0-9423-6423A04A3E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007" y="878774"/>
            <a:ext cx="11720945" cy="537952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  <a:endParaRPr lang="zh-CN" altLang="en-US" dirty="0"/>
          </a:p>
        </p:txBody>
      </p:sp>
      <p:sp>
        <p:nvSpPr>
          <p:cNvPr id="12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012602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ustom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6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76174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7BA96EA-D46C-425F-9023-F6E11ED2E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  <a:endParaRPr lang="zh-CN" altLang="en-US" dirty="0"/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7418F6-77DE-4C93-8786-64C7EB5786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67A26F3-B790-4F42-83B8-93E6880F15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BF051AD-0767-4DE2-AC0C-E71E58D36F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C3F8D-CBB6-4D77-B9DA-1B244EAD3A6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201578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标题 3">
            <a:extLst>
              <a:ext uri="{FF2B5EF4-FFF2-40B4-BE49-F238E27FC236}">
                <a16:creationId xmlns:a16="http://schemas.microsoft.com/office/drawing/2014/main" id="{A3E354F7-F0ED-42AE-82D8-126AC5F225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13082" y="1536333"/>
            <a:ext cx="7965831" cy="1892667"/>
          </a:xfrm>
          <a:prstGeom prst="rect">
            <a:avLst/>
          </a:prstGeom>
        </p:spPr>
        <p:txBody>
          <a:bodyPr anchor="ctr"/>
          <a:lstStyle>
            <a:lvl1pPr algn="ctr">
              <a:defRPr lang="zh-CN" altLang="en-US" sz="4000" b="1" kern="1200" dirty="0" smtClean="0">
                <a:solidFill>
                  <a:schemeClr val="accent1">
                    <a:lumMod val="50000"/>
                  </a:schemeClr>
                </a:solidFill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5" name="矩形 19">
            <a:extLst>
              <a:ext uri="{FF2B5EF4-FFF2-40B4-BE49-F238E27FC236}">
                <a16:creationId xmlns:a16="http://schemas.microsoft.com/office/drawing/2014/main" id="{BC71A19F-F7A3-42EA-A331-F2E4908A384F}"/>
              </a:ext>
            </a:extLst>
          </p:cNvPr>
          <p:cNvSpPr/>
          <p:nvPr userDrawn="1"/>
        </p:nvSpPr>
        <p:spPr>
          <a:xfrm>
            <a:off x="1636686" y="1484784"/>
            <a:ext cx="8918627" cy="3650890"/>
          </a:xfrm>
          <a:prstGeom prst="rect">
            <a:avLst/>
          </a:prstGeom>
          <a:noFill/>
          <a:ln w="25400">
            <a:solidFill>
              <a:srgbClr val="4B649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defTabSz="685800"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zh-CN" altLang="en-US" sz="1350" b="0" noProof="1">
              <a:solidFill>
                <a:prstClr val="white"/>
              </a:solidFill>
              <a:latin typeface="等线"/>
              <a:ea typeface="等线" panose="02010600030101010101" pitchFamily="2" charset="-122"/>
            </a:endParaRPr>
          </a:p>
        </p:txBody>
      </p:sp>
      <p:sp>
        <p:nvSpPr>
          <p:cNvPr id="6" name="副标题 2">
            <a:extLst>
              <a:ext uri="{FF2B5EF4-FFF2-40B4-BE49-F238E27FC236}">
                <a16:creationId xmlns:a16="http://schemas.microsoft.com/office/drawing/2014/main" id="{FC6CC002-1B6C-4F2D-94C7-2E8ACA288B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03075" y="3518817"/>
            <a:ext cx="8585847" cy="1552698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 algn="ctr">
              <a:buNone/>
              <a:defRPr sz="2800" b="0">
                <a:solidFill>
                  <a:srgbClr val="4B649F"/>
                </a:solidFill>
                <a:latin typeface="微软雅黑" pitchFamily="34" charset="-122"/>
                <a:ea typeface="微软雅黑" pitchFamily="34" charset="-122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单击此处编辑母版副标题样式</a:t>
            </a:r>
          </a:p>
        </p:txBody>
      </p:sp>
      <p:grpSp>
        <p:nvGrpSpPr>
          <p:cNvPr id="7" name="Group 3">
            <a:extLst>
              <a:ext uri="{FF2B5EF4-FFF2-40B4-BE49-F238E27FC236}">
                <a16:creationId xmlns:a16="http://schemas.microsoft.com/office/drawing/2014/main" id="{B197089F-3598-4951-B6D4-54D9A671E5B2}"/>
              </a:ext>
            </a:extLst>
          </p:cNvPr>
          <p:cNvGrpSpPr/>
          <p:nvPr userDrawn="1"/>
        </p:nvGrpSpPr>
        <p:grpSpPr>
          <a:xfrm>
            <a:off x="1506855" y="1331226"/>
            <a:ext cx="470297" cy="470297"/>
            <a:chOff x="1308100" y="1397035"/>
            <a:chExt cx="627063" cy="627062"/>
          </a:xfrm>
        </p:grpSpPr>
        <p:sp>
          <p:nvSpPr>
            <p:cNvPr id="8" name="矩形 24">
              <a:extLst>
                <a:ext uri="{FF2B5EF4-FFF2-40B4-BE49-F238E27FC236}">
                  <a16:creationId xmlns:a16="http://schemas.microsoft.com/office/drawing/2014/main" id="{7EAABA7A-4F6F-438D-9185-86E90C63417E}"/>
                </a:ext>
              </a:extLst>
            </p:cNvPr>
            <p:cNvSpPr/>
            <p:nvPr/>
          </p:nvSpPr>
          <p:spPr>
            <a:xfrm>
              <a:off x="1308100" y="1397035"/>
              <a:ext cx="474663" cy="474662"/>
            </a:xfrm>
            <a:prstGeom prst="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9" name="矩形 25">
              <a:extLst>
                <a:ext uri="{FF2B5EF4-FFF2-40B4-BE49-F238E27FC236}">
                  <a16:creationId xmlns:a16="http://schemas.microsoft.com/office/drawing/2014/main" id="{33DD09B7-9822-4566-8A6F-FE8A7FE7079A}"/>
                </a:ext>
              </a:extLst>
            </p:cNvPr>
            <p:cNvSpPr/>
            <p:nvPr/>
          </p:nvSpPr>
          <p:spPr>
            <a:xfrm>
              <a:off x="1460500" y="1549435"/>
              <a:ext cx="474663" cy="474662"/>
            </a:xfrm>
            <a:prstGeom prst="rect">
              <a:avLst/>
            </a:prstGeom>
            <a:solidFill>
              <a:srgbClr val="4B649F">
                <a:alpha val="5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10" name="Group 1">
            <a:extLst>
              <a:ext uri="{FF2B5EF4-FFF2-40B4-BE49-F238E27FC236}">
                <a16:creationId xmlns:a16="http://schemas.microsoft.com/office/drawing/2014/main" id="{E368B615-5657-440B-8D0D-569A4DA40CAA}"/>
              </a:ext>
            </a:extLst>
          </p:cNvPr>
          <p:cNvGrpSpPr/>
          <p:nvPr userDrawn="1"/>
        </p:nvGrpSpPr>
        <p:grpSpPr>
          <a:xfrm>
            <a:off x="10220906" y="4807196"/>
            <a:ext cx="558403" cy="528638"/>
            <a:chOff x="10637838" y="3171860"/>
            <a:chExt cx="744537" cy="704850"/>
          </a:xfrm>
        </p:grpSpPr>
        <p:sp>
          <p:nvSpPr>
            <p:cNvPr id="11" name="矩形 21">
              <a:extLst>
                <a:ext uri="{FF2B5EF4-FFF2-40B4-BE49-F238E27FC236}">
                  <a16:creationId xmlns:a16="http://schemas.microsoft.com/office/drawing/2014/main" id="{3328BEBE-9CD5-4A86-8914-3E9049EFB455}"/>
                </a:ext>
              </a:extLst>
            </p:cNvPr>
            <p:cNvSpPr/>
            <p:nvPr/>
          </p:nvSpPr>
          <p:spPr>
            <a:xfrm>
              <a:off x="10906125" y="3400460"/>
              <a:ext cx="476250" cy="476250"/>
            </a:xfrm>
            <a:prstGeom prst="rect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  <p:sp>
          <p:nvSpPr>
            <p:cNvPr id="12" name="矩形 22">
              <a:extLst>
                <a:ext uri="{FF2B5EF4-FFF2-40B4-BE49-F238E27FC236}">
                  <a16:creationId xmlns:a16="http://schemas.microsoft.com/office/drawing/2014/main" id="{F9774E07-744E-411E-9128-3DDE00D3E509}"/>
                </a:ext>
              </a:extLst>
            </p:cNvPr>
            <p:cNvSpPr/>
            <p:nvPr/>
          </p:nvSpPr>
          <p:spPr>
            <a:xfrm>
              <a:off x="10637838" y="3171860"/>
              <a:ext cx="474662" cy="474662"/>
            </a:xfrm>
            <a:prstGeom prst="rect">
              <a:avLst/>
            </a:prstGeom>
            <a:solidFill>
              <a:schemeClr val="accent6">
                <a:lumMod val="60000"/>
                <a:lumOff val="40000"/>
                <a:alpha val="67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defTabSz="685800"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endParaRPr lang="zh-CN" altLang="en-US" sz="1350" b="0" noProof="1">
                <a:solidFill>
                  <a:prstClr val="white"/>
                </a:solidFill>
                <a:latin typeface="等线"/>
                <a:ea typeface="等线" panose="02010600030101010101" pitchFamily="2" charset="-122"/>
              </a:endParaRPr>
            </a:p>
          </p:txBody>
        </p:sp>
      </p:grpSp>
      <p:grpSp>
        <p:nvGrpSpPr>
          <p:cNvPr id="22" name="组合 21">
            <a:extLst>
              <a:ext uri="{FF2B5EF4-FFF2-40B4-BE49-F238E27FC236}">
                <a16:creationId xmlns:a16="http://schemas.microsoft.com/office/drawing/2014/main" id="{CDB66F6E-3F5E-4D6E-AAEE-FAA482896727}"/>
              </a:ext>
            </a:extLst>
          </p:cNvPr>
          <p:cNvGrpSpPr/>
          <p:nvPr userDrawn="1"/>
        </p:nvGrpSpPr>
        <p:grpSpPr>
          <a:xfrm>
            <a:off x="9523" y="0"/>
            <a:ext cx="981077" cy="1003300"/>
            <a:chOff x="9523" y="0"/>
            <a:chExt cx="981077" cy="1003300"/>
          </a:xfrm>
        </p:grpSpPr>
        <p:sp>
          <p:nvSpPr>
            <p:cNvPr id="16" name="等腰三角形 15">
              <a:extLst>
                <a:ext uri="{FF2B5EF4-FFF2-40B4-BE49-F238E27FC236}">
                  <a16:creationId xmlns:a16="http://schemas.microsoft.com/office/drawing/2014/main" id="{6B801437-7D3B-43D3-882E-DFA97626D4E2}"/>
                </a:ext>
              </a:extLst>
            </p:cNvPr>
            <p:cNvSpPr/>
            <p:nvPr userDrawn="1"/>
          </p:nvSpPr>
          <p:spPr>
            <a:xfrm>
              <a:off x="336548" y="501650"/>
              <a:ext cx="654050" cy="501650"/>
            </a:xfrm>
            <a:prstGeom prst="triangle">
              <a:avLst/>
            </a:prstGeom>
            <a:solidFill>
              <a:srgbClr val="C5E0B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7" name="等腰三角形 16">
              <a:extLst>
                <a:ext uri="{FF2B5EF4-FFF2-40B4-BE49-F238E27FC236}">
                  <a16:creationId xmlns:a16="http://schemas.microsoft.com/office/drawing/2014/main" id="{F7CAEB83-20FB-427B-9E60-CC51F816B235}"/>
                </a:ext>
              </a:extLst>
            </p:cNvPr>
            <p:cNvSpPr/>
            <p:nvPr userDrawn="1"/>
          </p:nvSpPr>
          <p:spPr>
            <a:xfrm rot="10800000">
              <a:off x="336550" y="0"/>
              <a:ext cx="654050" cy="501650"/>
            </a:xfrm>
            <a:prstGeom prst="triangle">
              <a:avLst/>
            </a:prstGeom>
            <a:solidFill>
              <a:srgbClr val="A5B1C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19" name="等腰三角形 18">
              <a:extLst>
                <a:ext uri="{FF2B5EF4-FFF2-40B4-BE49-F238E27FC236}">
                  <a16:creationId xmlns:a16="http://schemas.microsoft.com/office/drawing/2014/main" id="{24C93EC3-1E98-4286-A723-6E340DC8745F}"/>
                </a:ext>
              </a:extLst>
            </p:cNvPr>
            <p:cNvSpPr/>
            <p:nvPr userDrawn="1"/>
          </p:nvSpPr>
          <p:spPr>
            <a:xfrm>
              <a:off x="9523" y="0"/>
              <a:ext cx="654050" cy="501650"/>
            </a:xfrm>
            <a:prstGeom prst="triangle">
              <a:avLst/>
            </a:prstGeom>
            <a:solidFill>
              <a:srgbClr val="266AB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  <p:sp>
          <p:nvSpPr>
            <p:cNvPr id="20" name="等腰三角形 19">
              <a:extLst>
                <a:ext uri="{FF2B5EF4-FFF2-40B4-BE49-F238E27FC236}">
                  <a16:creationId xmlns:a16="http://schemas.microsoft.com/office/drawing/2014/main" id="{52B555B4-4495-49D5-9D51-D9D40D38EDFB}"/>
                </a:ext>
              </a:extLst>
            </p:cNvPr>
            <p:cNvSpPr/>
            <p:nvPr userDrawn="1"/>
          </p:nvSpPr>
          <p:spPr>
            <a:xfrm rot="10800000">
              <a:off x="9523" y="501650"/>
              <a:ext cx="654050" cy="501650"/>
            </a:xfrm>
            <a:prstGeom prst="triangle">
              <a:avLst/>
            </a:prstGeom>
            <a:solidFill>
              <a:srgbClr val="00B05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3656077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普通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页脚占位符 2">
            <a:extLst>
              <a:ext uri="{FF2B5EF4-FFF2-40B4-BE49-F238E27FC236}">
                <a16:creationId xmlns:a16="http://schemas.microsoft.com/office/drawing/2014/main" id="{FB82FB95-47FB-4938-A121-2227E0BDAC9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>
          <a:xfrm>
            <a:off x="4084649" y="6341810"/>
            <a:ext cx="4114800" cy="365125"/>
          </a:xfrm>
          <a:prstGeom prst="rect">
            <a:avLst/>
          </a:prstGeom>
          <a:noFill/>
        </p:spPr>
        <p:txBody>
          <a:bodyPr/>
          <a:lstStyle>
            <a:lvl1pPr>
              <a:defRPr b="1">
                <a:solidFill>
                  <a:schemeClr val="accent1">
                    <a:lumMod val="75000"/>
                  </a:schemeClr>
                </a:solidFill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pPr algn="ctr"/>
            <a:endParaRPr lang="zh-CN" altLang="en-US" dirty="0"/>
          </a:p>
        </p:txBody>
      </p:sp>
      <p:cxnSp>
        <p:nvCxnSpPr>
          <p:cNvPr id="6" name="直接连接符 5">
            <a:extLst>
              <a:ext uri="{FF2B5EF4-FFF2-40B4-BE49-F238E27FC236}">
                <a16:creationId xmlns:a16="http://schemas.microsoft.com/office/drawing/2014/main" id="{FA3D5BA1-327D-4FFB-8604-622C04783FB7}"/>
              </a:ext>
            </a:extLst>
          </p:cNvPr>
          <p:cNvCxnSpPr>
            <a:cxnSpLocks/>
          </p:cNvCxnSpPr>
          <p:nvPr userDrawn="1"/>
        </p:nvCxnSpPr>
        <p:spPr>
          <a:xfrm>
            <a:off x="0" y="785813"/>
            <a:ext cx="10175631" cy="0"/>
          </a:xfrm>
          <a:prstGeom prst="line">
            <a:avLst/>
          </a:prstGeom>
          <a:ln w="25400">
            <a:gradFill>
              <a:gsLst>
                <a:gs pos="0">
                  <a:srgbClr val="4B649F"/>
                </a:gs>
                <a:gs pos="100000">
                  <a:srgbClr val="7DB1CD">
                    <a:alpha val="0"/>
                  </a:srgb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文本占位符 2">
            <a:extLst>
              <a:ext uri="{FF2B5EF4-FFF2-40B4-BE49-F238E27FC236}">
                <a16:creationId xmlns:a16="http://schemas.microsoft.com/office/drawing/2014/main" id="{0A90AC45-33B8-467E-8109-A6BDBB3864A3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235527" y="919698"/>
            <a:ext cx="11721523" cy="52969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55600" indent="-355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1"/>
              </a:buClr>
              <a:buSzPct val="90000"/>
              <a:buFont typeface="Wingdings" pitchFamily="2" charset="2"/>
              <a:buChar char="q"/>
              <a:defRPr sz="2800" b="1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Times New Roman" pitchFamily="18" charset="0"/>
              </a:defRPr>
            </a:lvl1pPr>
            <a:lvl2pPr marL="685800" indent="-2349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SzPct val="90000"/>
              <a:buFont typeface="Wingdings" pitchFamily="2" charset="2"/>
              <a:buChar char="n"/>
              <a:defRPr sz="24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2pPr>
            <a:lvl3pPr marL="985838" indent="-27305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itchFamily="2" charset="2"/>
              <a:buChar char="v"/>
              <a:defRPr sz="20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3pPr>
            <a:lvl4pPr marL="1262063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itchFamily="2" charset="2"/>
              <a:buChar char="ü"/>
              <a:defRPr sz="18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4pPr>
            <a:lvl5pPr marL="1524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1"/>
              </a:buClr>
              <a:buFont typeface="Wingdings" pitchFamily="2" charset="2"/>
              <a:buChar char="§"/>
              <a:defRPr sz="1800" kern="1200">
                <a:solidFill>
                  <a:schemeClr val="tx1"/>
                </a:solidFill>
                <a:latin typeface="微软雅黑" pitchFamily="34" charset="-122"/>
                <a:ea typeface="微软雅黑" pitchFamily="34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16" name="平行四边形 15">
            <a:extLst>
              <a:ext uri="{FF2B5EF4-FFF2-40B4-BE49-F238E27FC236}">
                <a16:creationId xmlns:a16="http://schemas.microsoft.com/office/drawing/2014/main" id="{B1201DA1-814D-477D-93C1-4CE97B76CA07}"/>
              </a:ext>
            </a:extLst>
          </p:cNvPr>
          <p:cNvSpPr/>
          <p:nvPr userDrawn="1"/>
        </p:nvSpPr>
        <p:spPr>
          <a:xfrm>
            <a:off x="4803932" y="6418197"/>
            <a:ext cx="78730" cy="212350"/>
          </a:xfrm>
          <a:prstGeom prst="parallelogram">
            <a:avLst/>
          </a:prstGeom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" name="平行四边形 16">
            <a:extLst>
              <a:ext uri="{FF2B5EF4-FFF2-40B4-BE49-F238E27FC236}">
                <a16:creationId xmlns:a16="http://schemas.microsoft.com/office/drawing/2014/main" id="{CF070881-46C6-4933-90A8-CFF40A0FBF12}"/>
              </a:ext>
            </a:extLst>
          </p:cNvPr>
          <p:cNvSpPr/>
          <p:nvPr userDrawn="1"/>
        </p:nvSpPr>
        <p:spPr>
          <a:xfrm>
            <a:off x="7388871" y="6418197"/>
            <a:ext cx="78730" cy="212350"/>
          </a:xfrm>
          <a:prstGeom prst="parallelogram">
            <a:avLst/>
          </a:prstGeom>
          <a:ln>
            <a:noFill/>
          </a:ln>
          <a:effectLst>
            <a:outerShdw blurRad="50800" dist="38100" dir="5400000" algn="t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标题 21">
            <a:extLst>
              <a:ext uri="{FF2B5EF4-FFF2-40B4-BE49-F238E27FC236}">
                <a16:creationId xmlns:a16="http://schemas.microsoft.com/office/drawing/2014/main" id="{F17CA559-8F3D-43C4-844D-C9BA2F6534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950" y="1"/>
            <a:ext cx="9340850" cy="709424"/>
          </a:xfrm>
          <a:prstGeom prst="rect">
            <a:avLst/>
          </a:prstGeom>
        </p:spPr>
        <p:txBody>
          <a:bodyPr anchor="ctr"/>
          <a:lstStyle>
            <a:lvl1pPr algn="l">
              <a:defRPr lang="zh-CN" altLang="en-US" sz="4000" b="1" kern="1200" dirty="0" smtClean="0">
                <a:solidFill>
                  <a:srgbClr val="4B649F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  <a:latin typeface="微软雅黑" pitchFamily="34" charset="-122"/>
                <a:ea typeface="微软雅黑" pitchFamily="34" charset="-122"/>
                <a:cs typeface="+mj-cs"/>
              </a:defRPr>
            </a:lvl1pPr>
          </a:lstStyle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2353B46D-92D7-43F6-B39F-D17490099C0E}"/>
              </a:ext>
            </a:extLst>
          </p:cNvPr>
          <p:cNvSpPr/>
          <p:nvPr userDrawn="1"/>
        </p:nvSpPr>
        <p:spPr>
          <a:xfrm>
            <a:off x="11556957" y="6251928"/>
            <a:ext cx="455007" cy="455007"/>
          </a:xfrm>
          <a:prstGeom prst="round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  <a:effectLst>
            <a:outerShdw blurRad="57785" dist="33020" dir="3180000" algn="ctr">
              <a:srgbClr val="000000">
                <a:alpha val="3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fld id="{2587977E-2C10-420F-BE86-C0F891FE5212}" type="slidenum">
              <a:rPr lang="zh-CN" altLang="en-US" sz="1200" b="1" smtClean="0">
                <a:latin typeface="微软雅黑" panose="020B0503020204020204" pitchFamily="34" charset="-122"/>
                <a:ea typeface="微软雅黑" panose="020B0503020204020204" pitchFamily="34" charset="-122"/>
              </a:rPr>
              <a:pPr/>
              <a:t>‹#›</a:t>
            </a:fld>
            <a:endParaRPr lang="zh-CN" altLang="en-US" b="1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583812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0FC510A-EAAE-41C0-9423-6423A04A3ED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285007" y="890649"/>
            <a:ext cx="11720945" cy="536764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dirty="0"/>
              <a:t>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6900C973-F94C-48B5-B69A-DF371E842A5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F8959F7-3E4A-4CAE-B5F7-1BCE614C757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DF0037F-8DF7-47E7-A2E9-7112F040D9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B466BE2-40FE-4A59-82BB-128E7E394AEC}" type="slidenum">
              <a:rPr lang="zh-CN" altLang="en-US" smtClean="0"/>
              <a:t>‹#›</a:t>
            </a:fld>
            <a:endParaRPr lang="zh-CN" altLang="en-US"/>
          </a:p>
        </p:txBody>
      </p:sp>
      <p:cxnSp>
        <p:nvCxnSpPr>
          <p:cNvPr id="9" name="直接连接符 6"/>
          <p:cNvCxnSpPr/>
          <p:nvPr userDrawn="1"/>
        </p:nvCxnSpPr>
        <p:spPr>
          <a:xfrm>
            <a:off x="0" y="785813"/>
            <a:ext cx="11176000" cy="0"/>
          </a:xfrm>
          <a:prstGeom prst="line">
            <a:avLst/>
          </a:prstGeom>
          <a:ln w="25400">
            <a:gradFill>
              <a:gsLst>
                <a:gs pos="0">
                  <a:srgbClr val="4B649F"/>
                </a:gs>
                <a:gs pos="100000">
                  <a:srgbClr val="7DB1CD">
                    <a:alpha val="0"/>
                  </a:srgbClr>
                </a:gs>
              </a:gsLst>
              <a:lin ang="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itle Placeholder 10"/>
          <p:cNvSpPr>
            <a:spLocks noGrp="1"/>
          </p:cNvSpPr>
          <p:nvPr>
            <p:ph type="title"/>
          </p:nvPr>
        </p:nvSpPr>
        <p:spPr>
          <a:xfrm>
            <a:off x="166255" y="0"/>
            <a:ext cx="10212779" cy="7388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81432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b="1" kern="1200">
          <a:solidFill>
            <a:srgbClr val="4B649F"/>
          </a:solidFill>
          <a:latin typeface="微软雅黑" pitchFamily="34" charset="-122"/>
          <a:ea typeface="微软雅黑" pitchFamily="34" charset="-122"/>
          <a:cs typeface="+mj-cs"/>
        </a:defRPr>
      </a:lvl1pPr>
    </p:titleStyle>
    <p:bodyStyle>
      <a:lvl1pPr marL="355600" indent="-355600" algn="l" defTabSz="914400" rtl="0" eaLnBrk="1" latinLnBrk="0" hangingPunct="1">
        <a:lnSpc>
          <a:spcPct val="90000"/>
        </a:lnSpc>
        <a:spcBef>
          <a:spcPts val="1000"/>
        </a:spcBef>
        <a:buClr>
          <a:schemeClr val="accent1"/>
        </a:buClr>
        <a:buSzPct val="90000"/>
        <a:buFont typeface="Wingdings" pitchFamily="2" charset="2"/>
        <a:buChar char="q"/>
        <a:defRPr sz="2800" b="1" kern="1200">
          <a:solidFill>
            <a:schemeClr val="tx1"/>
          </a:solidFill>
          <a:latin typeface="微软雅黑" pitchFamily="34" charset="-122"/>
          <a:ea typeface="微软雅黑" pitchFamily="34" charset="-122"/>
          <a:cs typeface="Times New Roman" pitchFamily="18" charset="0"/>
        </a:defRPr>
      </a:lvl1pPr>
      <a:lvl2pPr marL="685800" indent="-23495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SzPct val="90000"/>
        <a:buFont typeface="Wingdings" pitchFamily="2" charset="2"/>
        <a:buChar char="n"/>
        <a:defRPr sz="24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2pPr>
      <a:lvl3pPr marL="985838" indent="-27305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Wingdings" pitchFamily="2" charset="2"/>
        <a:buChar char="v"/>
        <a:defRPr sz="20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3pPr>
      <a:lvl4pPr marL="1262063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Wingdings" pitchFamily="2" charset="2"/>
        <a:buChar char="ü"/>
        <a:defRPr sz="18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4pPr>
      <a:lvl5pPr marL="1524000" indent="-228600" algn="l" defTabSz="914400" rtl="0" eaLnBrk="1" latinLnBrk="0" hangingPunct="1">
        <a:lnSpc>
          <a:spcPct val="90000"/>
        </a:lnSpc>
        <a:spcBef>
          <a:spcPts val="500"/>
        </a:spcBef>
        <a:buClr>
          <a:schemeClr val="accent1"/>
        </a:buClr>
        <a:buFont typeface="Wingdings" pitchFamily="2" charset="2"/>
        <a:buChar char="§"/>
        <a:defRPr sz="1800" kern="1200">
          <a:solidFill>
            <a:schemeClr val="tx1"/>
          </a:solidFill>
          <a:latin typeface="微软雅黑" pitchFamily="34" charset="-122"/>
          <a:ea typeface="微软雅黑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379565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B21DE5B-ECAD-BC4F-8849-AEE2132938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1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8EF44EC3-3B85-46FD-F4E3-E132D7BFB3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FT compiling framework</a:t>
            </a:r>
            <a:endParaRPr lang="zh-CN" altLang="en-US" dirty="0"/>
          </a:p>
        </p:txBody>
      </p:sp>
      <p:sp>
        <p:nvSpPr>
          <p:cNvPr id="4" name="矩形: 折角 3">
            <a:extLst>
              <a:ext uri="{FF2B5EF4-FFF2-40B4-BE49-F238E27FC236}">
                <a16:creationId xmlns:a16="http://schemas.microsoft.com/office/drawing/2014/main" id="{0FB728A0-6223-BC7E-1AD3-3E39F3B97029}"/>
              </a:ext>
            </a:extLst>
          </p:cNvPr>
          <p:cNvSpPr/>
          <p:nvPr/>
        </p:nvSpPr>
        <p:spPr>
          <a:xfrm>
            <a:off x="812533" y="1245344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Quantum algorithm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矩形: 折角 5">
            <a:extLst>
              <a:ext uri="{FF2B5EF4-FFF2-40B4-BE49-F238E27FC236}">
                <a16:creationId xmlns:a16="http://schemas.microsoft.com/office/drawing/2014/main" id="{DCC4D227-A2C8-2794-740B-B1E1A113A30B}"/>
              </a:ext>
            </a:extLst>
          </p:cNvPr>
          <p:cNvSpPr/>
          <p:nvPr/>
        </p:nvSpPr>
        <p:spPr>
          <a:xfrm>
            <a:off x="812533" y="3138992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Clifford + 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: 折角 7">
            <a:extLst>
              <a:ext uri="{FF2B5EF4-FFF2-40B4-BE49-F238E27FC236}">
                <a16:creationId xmlns:a16="http://schemas.microsoft.com/office/drawing/2014/main" id="{7F0CB6E6-2422-F223-397C-D23E0147E69A}"/>
              </a:ext>
            </a:extLst>
          </p:cNvPr>
          <p:cNvSpPr/>
          <p:nvPr/>
        </p:nvSpPr>
        <p:spPr>
          <a:xfrm>
            <a:off x="812533" y="5032640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Clifford circuit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F579F47D-B43F-6983-4020-B8CE3329EFC3}"/>
              </a:ext>
            </a:extLst>
          </p:cNvPr>
          <p:cNvSpPr/>
          <p:nvPr/>
        </p:nvSpPr>
        <p:spPr>
          <a:xfrm>
            <a:off x="812533" y="1876560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Circuit synthesis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4054509-DF7D-1F75-A48C-B738CED7499C}"/>
              </a:ext>
            </a:extLst>
          </p:cNvPr>
          <p:cNvSpPr/>
          <p:nvPr/>
        </p:nvSpPr>
        <p:spPr>
          <a:xfrm>
            <a:off x="812533" y="2507776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Logical circuit opt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1FEF0F7-FCB8-3A5B-6030-993D7A033D75}"/>
              </a:ext>
            </a:extLst>
          </p:cNvPr>
          <p:cNvSpPr/>
          <p:nvPr/>
        </p:nvSpPr>
        <p:spPr>
          <a:xfrm>
            <a:off x="812533" y="4401424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|T&gt;/|S&gt; preparation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67DF4AA-9C7F-936D-E830-A128A5860CE2}"/>
              </a:ext>
            </a:extLst>
          </p:cNvPr>
          <p:cNvSpPr/>
          <p:nvPr/>
        </p:nvSpPr>
        <p:spPr>
          <a:xfrm>
            <a:off x="812533" y="5663855"/>
            <a:ext cx="2656571" cy="57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Clifford gate decomposition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1AA54277-9FB5-5CE6-D8E9-BD2133DA116B}"/>
              </a:ext>
            </a:extLst>
          </p:cNvPr>
          <p:cNvSpPr/>
          <p:nvPr/>
        </p:nvSpPr>
        <p:spPr>
          <a:xfrm>
            <a:off x="812533" y="3770208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Code selection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45" name="直接箭头连接符 44">
            <a:extLst>
              <a:ext uri="{FF2B5EF4-FFF2-40B4-BE49-F238E27FC236}">
                <a16:creationId xmlns:a16="http://schemas.microsoft.com/office/drawing/2014/main" id="{E321911A-5548-462D-9ED7-629C523471E9}"/>
              </a:ext>
            </a:extLst>
          </p:cNvPr>
          <p:cNvCxnSpPr>
            <a:stCxn id="4" idx="2"/>
            <a:endCxn id="15" idx="0"/>
          </p:cNvCxnSpPr>
          <p:nvPr/>
        </p:nvCxnSpPr>
        <p:spPr>
          <a:xfrm>
            <a:off x="2140819" y="1649605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直接箭头连接符 46">
            <a:extLst>
              <a:ext uri="{FF2B5EF4-FFF2-40B4-BE49-F238E27FC236}">
                <a16:creationId xmlns:a16="http://schemas.microsoft.com/office/drawing/2014/main" id="{7E4B596F-401D-187E-A3BB-5D5C5E898D91}"/>
              </a:ext>
            </a:extLst>
          </p:cNvPr>
          <p:cNvCxnSpPr>
            <a:stCxn id="15" idx="2"/>
            <a:endCxn id="17" idx="0"/>
          </p:cNvCxnSpPr>
          <p:nvPr/>
        </p:nvCxnSpPr>
        <p:spPr>
          <a:xfrm>
            <a:off x="2140819" y="2280821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直接箭头连接符 48">
            <a:extLst>
              <a:ext uri="{FF2B5EF4-FFF2-40B4-BE49-F238E27FC236}">
                <a16:creationId xmlns:a16="http://schemas.microsoft.com/office/drawing/2014/main" id="{F575A907-0B99-A658-0F23-372343A5A1F3}"/>
              </a:ext>
            </a:extLst>
          </p:cNvPr>
          <p:cNvCxnSpPr>
            <a:stCxn id="17" idx="2"/>
            <a:endCxn id="6" idx="0"/>
          </p:cNvCxnSpPr>
          <p:nvPr/>
        </p:nvCxnSpPr>
        <p:spPr>
          <a:xfrm>
            <a:off x="2140819" y="2912037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箭头连接符 50">
            <a:extLst>
              <a:ext uri="{FF2B5EF4-FFF2-40B4-BE49-F238E27FC236}">
                <a16:creationId xmlns:a16="http://schemas.microsoft.com/office/drawing/2014/main" id="{A48DF75A-C023-7C48-E6C8-75F68D15F927}"/>
              </a:ext>
            </a:extLst>
          </p:cNvPr>
          <p:cNvCxnSpPr>
            <a:stCxn id="6" idx="2"/>
            <a:endCxn id="23" idx="0"/>
          </p:cNvCxnSpPr>
          <p:nvPr/>
        </p:nvCxnSpPr>
        <p:spPr>
          <a:xfrm>
            <a:off x="2140819" y="3543253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84216E33-6E26-714F-DB84-3D9E3F25A7C6}"/>
              </a:ext>
            </a:extLst>
          </p:cNvPr>
          <p:cNvCxnSpPr>
            <a:stCxn id="23" idx="2"/>
            <a:endCxn id="19" idx="0"/>
          </p:cNvCxnSpPr>
          <p:nvPr/>
        </p:nvCxnSpPr>
        <p:spPr>
          <a:xfrm>
            <a:off x="2140819" y="4174469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2E0AA3C-65DC-3C12-8183-391207E2F0F7}"/>
              </a:ext>
            </a:extLst>
          </p:cNvPr>
          <p:cNvCxnSpPr>
            <a:stCxn id="19" idx="2"/>
            <a:endCxn id="8" idx="0"/>
          </p:cNvCxnSpPr>
          <p:nvPr/>
        </p:nvCxnSpPr>
        <p:spPr>
          <a:xfrm>
            <a:off x="2140819" y="4805685"/>
            <a:ext cx="0" cy="22695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764DB2CB-7157-DC18-8014-E9456A28AC6D}"/>
              </a:ext>
            </a:extLst>
          </p:cNvPr>
          <p:cNvCxnSpPr>
            <a:stCxn id="8" idx="2"/>
            <a:endCxn id="21" idx="0"/>
          </p:cNvCxnSpPr>
          <p:nvPr/>
        </p:nvCxnSpPr>
        <p:spPr>
          <a:xfrm>
            <a:off x="2140819" y="5436901"/>
            <a:ext cx="0" cy="22695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: 折角 9">
            <a:extLst>
              <a:ext uri="{FF2B5EF4-FFF2-40B4-BE49-F238E27FC236}">
                <a16:creationId xmlns:a16="http://schemas.microsoft.com/office/drawing/2014/main" id="{DD7B60FC-7AC4-886D-E3D4-4E9B386768DA}"/>
              </a:ext>
            </a:extLst>
          </p:cNvPr>
          <p:cNvSpPr/>
          <p:nvPr/>
        </p:nvSpPr>
        <p:spPr>
          <a:xfrm>
            <a:off x="4754879" y="5754683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FT IR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BED9A29-4CEF-0E8B-0E66-40E084DCB746}"/>
              </a:ext>
            </a:extLst>
          </p:cNvPr>
          <p:cNvSpPr/>
          <p:nvPr/>
        </p:nvSpPr>
        <p:spPr>
          <a:xfrm>
            <a:off x="4754883" y="3542947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FT IR scheduling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F1F9179-9106-0748-41DF-FE2258842A95}"/>
              </a:ext>
            </a:extLst>
          </p:cNvPr>
          <p:cNvSpPr/>
          <p:nvPr/>
        </p:nvSpPr>
        <p:spPr>
          <a:xfrm>
            <a:off x="4754879" y="1159474"/>
            <a:ext cx="2656571" cy="576000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Physical circuit </a:t>
            </a:r>
            <a:r>
              <a:rPr lang="en-US" altLang="zh-CN" dirty="0" err="1">
                <a:latin typeface="微软雅黑" pitchFamily="34" charset="-122"/>
                <a:ea typeface="微软雅黑" pitchFamily="34" charset="-122"/>
              </a:rPr>
              <a:t>syn&amp;opt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8C51D07B-651E-6D97-EAA2-595F0407668D}"/>
              </a:ext>
            </a:extLst>
          </p:cNvPr>
          <p:cNvSpPr/>
          <p:nvPr/>
        </p:nvSpPr>
        <p:spPr>
          <a:xfrm>
            <a:off x="4754880" y="2437080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SE insertion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A92B76FB-3D2E-7A63-0A00-D8C1C8033574}"/>
              </a:ext>
            </a:extLst>
          </p:cNvPr>
          <p:cNvSpPr/>
          <p:nvPr/>
        </p:nvSpPr>
        <p:spPr>
          <a:xfrm>
            <a:off x="4754879" y="4648814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L qubit placement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61" name="直接箭头连接符 60">
            <a:extLst>
              <a:ext uri="{FF2B5EF4-FFF2-40B4-BE49-F238E27FC236}">
                <a16:creationId xmlns:a16="http://schemas.microsoft.com/office/drawing/2014/main" id="{50342A4C-C2FA-548D-B4C7-7A1AA9B94B2A}"/>
              </a:ext>
            </a:extLst>
          </p:cNvPr>
          <p:cNvCxnSpPr>
            <a:stCxn id="10" idx="0"/>
            <a:endCxn id="35" idx="2"/>
          </p:cNvCxnSpPr>
          <p:nvPr/>
        </p:nvCxnSpPr>
        <p:spPr>
          <a:xfrm flipV="1">
            <a:off x="6083165" y="5053075"/>
            <a:ext cx="0" cy="70160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4450E03E-E04C-CDC3-07E7-D4825677B88A}"/>
              </a:ext>
            </a:extLst>
          </p:cNvPr>
          <p:cNvCxnSpPr>
            <a:stCxn id="35" idx="0"/>
            <a:endCxn id="25" idx="2"/>
          </p:cNvCxnSpPr>
          <p:nvPr/>
        </p:nvCxnSpPr>
        <p:spPr>
          <a:xfrm flipV="1">
            <a:off x="6083165" y="3947208"/>
            <a:ext cx="4" cy="701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直接箭头连接符 64">
            <a:extLst>
              <a:ext uri="{FF2B5EF4-FFF2-40B4-BE49-F238E27FC236}">
                <a16:creationId xmlns:a16="http://schemas.microsoft.com/office/drawing/2014/main" id="{D11731D5-D13B-2AE3-103C-C7D46D961AD2}"/>
              </a:ext>
            </a:extLst>
          </p:cNvPr>
          <p:cNvCxnSpPr>
            <a:stCxn id="25" idx="0"/>
            <a:endCxn id="33" idx="2"/>
          </p:cNvCxnSpPr>
          <p:nvPr/>
        </p:nvCxnSpPr>
        <p:spPr>
          <a:xfrm flipH="1" flipV="1">
            <a:off x="6083166" y="2841341"/>
            <a:ext cx="3" cy="701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直接箭头连接符 66">
            <a:extLst>
              <a:ext uri="{FF2B5EF4-FFF2-40B4-BE49-F238E27FC236}">
                <a16:creationId xmlns:a16="http://schemas.microsoft.com/office/drawing/2014/main" id="{C1A447BF-780C-B052-3394-7B9D03F84E63}"/>
              </a:ext>
            </a:extLst>
          </p:cNvPr>
          <p:cNvCxnSpPr>
            <a:stCxn id="33" idx="0"/>
            <a:endCxn id="27" idx="2"/>
          </p:cNvCxnSpPr>
          <p:nvPr/>
        </p:nvCxnSpPr>
        <p:spPr>
          <a:xfrm flipH="1" flipV="1">
            <a:off x="6083165" y="1735474"/>
            <a:ext cx="1" cy="70160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矩形: 折角 11">
            <a:extLst>
              <a:ext uri="{FF2B5EF4-FFF2-40B4-BE49-F238E27FC236}">
                <a16:creationId xmlns:a16="http://schemas.microsoft.com/office/drawing/2014/main" id="{637F968B-4692-97C4-BEEC-6149DF872388}"/>
              </a:ext>
            </a:extLst>
          </p:cNvPr>
          <p:cNvSpPr/>
          <p:nvPr/>
        </p:nvSpPr>
        <p:spPr>
          <a:xfrm>
            <a:off x="8697228" y="1245344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Physical circuit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矩形: 折角 13">
            <a:extLst>
              <a:ext uri="{FF2B5EF4-FFF2-40B4-BE49-F238E27FC236}">
                <a16:creationId xmlns:a16="http://schemas.microsoft.com/office/drawing/2014/main" id="{66A2C0B8-5084-64C4-F29A-CC01CED63C97}"/>
              </a:ext>
            </a:extLst>
          </p:cNvPr>
          <p:cNvSpPr/>
          <p:nvPr/>
        </p:nvSpPr>
        <p:spPr>
          <a:xfrm>
            <a:off x="8697228" y="5749725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Hardware IR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BE1D745-E9CF-013C-B05D-5E4074268336}"/>
              </a:ext>
            </a:extLst>
          </p:cNvPr>
          <p:cNvSpPr/>
          <p:nvPr/>
        </p:nvSpPr>
        <p:spPr>
          <a:xfrm>
            <a:off x="8697228" y="3947972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 qubit placement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88F7C57-F9AE-7DA5-CB43-8198AC82F217}"/>
              </a:ext>
            </a:extLst>
          </p:cNvPr>
          <p:cNvSpPr/>
          <p:nvPr/>
        </p:nvSpPr>
        <p:spPr>
          <a:xfrm>
            <a:off x="8697229" y="2146220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Physic gate scheduling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182B6876-0FCB-B546-4751-903DB995438B}"/>
              </a:ext>
            </a:extLst>
          </p:cNvPr>
          <p:cNvSpPr/>
          <p:nvPr/>
        </p:nvSpPr>
        <p:spPr>
          <a:xfrm>
            <a:off x="8697229" y="4848848"/>
            <a:ext cx="2656571" cy="404261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lIns="36000" rIns="36000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Qubit routing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矩形: 折角 42">
            <a:extLst>
              <a:ext uri="{FF2B5EF4-FFF2-40B4-BE49-F238E27FC236}">
                <a16:creationId xmlns:a16="http://schemas.microsoft.com/office/drawing/2014/main" id="{1D03A0C1-5FAF-EFAD-C5ED-9CDF5A4D4B59}"/>
              </a:ext>
            </a:extLst>
          </p:cNvPr>
          <p:cNvSpPr/>
          <p:nvPr/>
        </p:nvSpPr>
        <p:spPr>
          <a:xfrm>
            <a:off x="8697228" y="3047096"/>
            <a:ext cx="2656572" cy="404261"/>
          </a:xfrm>
          <a:prstGeom prst="foldedCorner">
            <a:avLst>
              <a:gd name="adj" fmla="val 38095"/>
            </a:avLst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txBody>
          <a:bodyPr wrap="square" rtlCol="0" anchor="t" anchorCtr="1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1q/2q/M block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77" name="直接箭头连接符 76">
            <a:extLst>
              <a:ext uri="{FF2B5EF4-FFF2-40B4-BE49-F238E27FC236}">
                <a16:creationId xmlns:a16="http://schemas.microsoft.com/office/drawing/2014/main" id="{89CE22E4-C702-C878-4E81-1F6EEF32A9A3}"/>
              </a:ext>
            </a:extLst>
          </p:cNvPr>
          <p:cNvCxnSpPr>
            <a:stCxn id="39" idx="2"/>
            <a:endCxn id="43" idx="0"/>
          </p:cNvCxnSpPr>
          <p:nvPr/>
        </p:nvCxnSpPr>
        <p:spPr>
          <a:xfrm flipH="1">
            <a:off x="10025514" y="2550481"/>
            <a:ext cx="1" cy="4966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>
            <a:extLst>
              <a:ext uri="{FF2B5EF4-FFF2-40B4-BE49-F238E27FC236}">
                <a16:creationId xmlns:a16="http://schemas.microsoft.com/office/drawing/2014/main" id="{92EB80D2-E358-ACF0-3388-9D78BE0AABD6}"/>
              </a:ext>
            </a:extLst>
          </p:cNvPr>
          <p:cNvCxnSpPr>
            <a:stCxn id="41" idx="2"/>
            <a:endCxn id="14" idx="0"/>
          </p:cNvCxnSpPr>
          <p:nvPr/>
        </p:nvCxnSpPr>
        <p:spPr>
          <a:xfrm flipH="1">
            <a:off x="10025514" y="5253109"/>
            <a:ext cx="1" cy="49661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6" name="连接符: 肘形 85">
            <a:extLst>
              <a:ext uri="{FF2B5EF4-FFF2-40B4-BE49-F238E27FC236}">
                <a16:creationId xmlns:a16="http://schemas.microsoft.com/office/drawing/2014/main" id="{4FA30D18-2826-A76E-7DEE-027F4616C16D}"/>
              </a:ext>
            </a:extLst>
          </p:cNvPr>
          <p:cNvCxnSpPr>
            <a:stCxn id="21" idx="2"/>
            <a:endCxn id="10" idx="2"/>
          </p:cNvCxnSpPr>
          <p:nvPr/>
        </p:nvCxnSpPr>
        <p:spPr>
          <a:xfrm rot="5400000" flipH="1" flipV="1">
            <a:off x="4071536" y="4228227"/>
            <a:ext cx="80911" cy="3942346"/>
          </a:xfrm>
          <a:prstGeom prst="bentConnector3">
            <a:avLst>
              <a:gd name="adj1" fmla="val -282533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连接符: 肘形 87">
            <a:extLst>
              <a:ext uri="{FF2B5EF4-FFF2-40B4-BE49-F238E27FC236}">
                <a16:creationId xmlns:a16="http://schemas.microsoft.com/office/drawing/2014/main" id="{895F36D8-43C1-4CEF-7A20-AE50559F5240}"/>
              </a:ext>
            </a:extLst>
          </p:cNvPr>
          <p:cNvCxnSpPr>
            <a:stCxn id="27" idx="0"/>
            <a:endCxn id="12" idx="0"/>
          </p:cNvCxnSpPr>
          <p:nvPr/>
        </p:nvCxnSpPr>
        <p:spPr>
          <a:xfrm rot="16200000" flipH="1">
            <a:off x="8011404" y="-768765"/>
            <a:ext cx="85870" cy="3942349"/>
          </a:xfrm>
          <a:prstGeom prst="bentConnector3">
            <a:avLst>
              <a:gd name="adj1" fmla="val -266216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直接箭头连接符 6">
            <a:extLst>
              <a:ext uri="{FF2B5EF4-FFF2-40B4-BE49-F238E27FC236}">
                <a16:creationId xmlns:a16="http://schemas.microsoft.com/office/drawing/2014/main" id="{6B0644D4-D3F5-AFCB-E20B-C6C7B08A2F8B}"/>
              </a:ext>
            </a:extLst>
          </p:cNvPr>
          <p:cNvCxnSpPr>
            <a:stCxn id="12" idx="2"/>
            <a:endCxn id="39" idx="0"/>
          </p:cNvCxnSpPr>
          <p:nvPr/>
        </p:nvCxnSpPr>
        <p:spPr>
          <a:xfrm>
            <a:off x="10025514" y="1649605"/>
            <a:ext cx="1" cy="4966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直接箭头连接符 10">
            <a:extLst>
              <a:ext uri="{FF2B5EF4-FFF2-40B4-BE49-F238E27FC236}">
                <a16:creationId xmlns:a16="http://schemas.microsoft.com/office/drawing/2014/main" id="{6E5E7E0D-772A-9108-2349-438150BA5A45}"/>
              </a:ext>
            </a:extLst>
          </p:cNvPr>
          <p:cNvCxnSpPr>
            <a:stCxn id="43" idx="2"/>
            <a:endCxn id="37" idx="0"/>
          </p:cNvCxnSpPr>
          <p:nvPr/>
        </p:nvCxnSpPr>
        <p:spPr>
          <a:xfrm>
            <a:off x="10025514" y="3451357"/>
            <a:ext cx="0" cy="49661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接连接符 15">
            <a:extLst>
              <a:ext uri="{FF2B5EF4-FFF2-40B4-BE49-F238E27FC236}">
                <a16:creationId xmlns:a16="http://schemas.microsoft.com/office/drawing/2014/main" id="{71262D4E-B535-6AE8-D795-557881726ACD}"/>
              </a:ext>
            </a:extLst>
          </p:cNvPr>
          <p:cNvCxnSpPr>
            <a:stCxn id="37" idx="2"/>
            <a:endCxn id="41" idx="0"/>
          </p:cNvCxnSpPr>
          <p:nvPr/>
        </p:nvCxnSpPr>
        <p:spPr>
          <a:xfrm>
            <a:off x="10025514" y="4352233"/>
            <a:ext cx="1" cy="496615"/>
          </a:xfrm>
          <a:prstGeom prst="line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1527541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34553F47-AA2D-AC8F-ECB2-D0AB2BCB68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2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2D9E36E4-F8EA-54A1-244F-EEA4AB5F0F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1q/2q/M block</a:t>
            </a:r>
            <a:endParaRPr lang="zh-CN" altLang="en-US" dirty="0"/>
          </a:p>
        </p:txBody>
      </p:sp>
      <p:pic>
        <p:nvPicPr>
          <p:cNvPr id="74" name="图片 73" descr="optimized circuit">
            <a:extLst>
              <a:ext uri="{FF2B5EF4-FFF2-40B4-BE49-F238E27FC236}">
                <a16:creationId xmlns:a16="http://schemas.microsoft.com/office/drawing/2014/main" id="{F387FB54-4702-67F7-DA34-1BEBCC8F84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04749" y="883272"/>
            <a:ext cx="9182502" cy="4410924"/>
          </a:xfrm>
          <a:prstGeom prst="rect">
            <a:avLst/>
          </a:prstGeom>
        </p:spPr>
      </p:pic>
      <p:sp>
        <p:nvSpPr>
          <p:cNvPr id="76" name="矩形 75">
            <a:extLst>
              <a:ext uri="{FF2B5EF4-FFF2-40B4-BE49-F238E27FC236}">
                <a16:creationId xmlns:a16="http://schemas.microsoft.com/office/drawing/2014/main" id="{6C18C8D3-A30A-55A2-0F59-6E318D553245}"/>
              </a:ext>
            </a:extLst>
          </p:cNvPr>
          <p:cNvSpPr/>
          <p:nvPr/>
        </p:nvSpPr>
        <p:spPr>
          <a:xfrm>
            <a:off x="3031957" y="5438575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1q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8" name="矩形 77">
            <a:extLst>
              <a:ext uri="{FF2B5EF4-FFF2-40B4-BE49-F238E27FC236}">
                <a16:creationId xmlns:a16="http://schemas.microsoft.com/office/drawing/2014/main" id="{9B56BD1B-7583-9D91-DD65-AA58B8956526}"/>
              </a:ext>
            </a:extLst>
          </p:cNvPr>
          <p:cNvSpPr/>
          <p:nvPr/>
        </p:nvSpPr>
        <p:spPr>
          <a:xfrm>
            <a:off x="9676200" y="5438573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M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0" name="矩形 79">
            <a:extLst>
              <a:ext uri="{FF2B5EF4-FFF2-40B4-BE49-F238E27FC236}">
                <a16:creationId xmlns:a16="http://schemas.microsoft.com/office/drawing/2014/main" id="{734E580C-2ABB-2488-681F-F3D0560EA87F}"/>
              </a:ext>
            </a:extLst>
          </p:cNvPr>
          <p:cNvSpPr/>
          <p:nvPr/>
        </p:nvSpPr>
        <p:spPr>
          <a:xfrm>
            <a:off x="3869355" y="5438574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2q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807A71C-705F-6988-C867-2F5F5DB10F79}"/>
              </a:ext>
            </a:extLst>
          </p:cNvPr>
          <p:cNvSpPr/>
          <p:nvPr/>
        </p:nvSpPr>
        <p:spPr>
          <a:xfrm>
            <a:off x="6014184" y="5438576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1q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4" name="矩形 83">
            <a:extLst>
              <a:ext uri="{FF2B5EF4-FFF2-40B4-BE49-F238E27FC236}">
                <a16:creationId xmlns:a16="http://schemas.microsoft.com/office/drawing/2014/main" id="{2BDD0C8E-5AA4-3F8A-F36E-77155DB1636D}"/>
              </a:ext>
            </a:extLst>
          </p:cNvPr>
          <p:cNvSpPr/>
          <p:nvPr/>
        </p:nvSpPr>
        <p:spPr>
          <a:xfrm>
            <a:off x="6851582" y="5438575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2q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6" name="矩形 85">
            <a:extLst>
              <a:ext uri="{FF2B5EF4-FFF2-40B4-BE49-F238E27FC236}">
                <a16:creationId xmlns:a16="http://schemas.microsoft.com/office/drawing/2014/main" id="{7768F4B5-99E0-40A6-FD27-A4352DDF48C0}"/>
              </a:ext>
            </a:extLst>
          </p:cNvPr>
          <p:cNvSpPr/>
          <p:nvPr/>
        </p:nvSpPr>
        <p:spPr>
          <a:xfrm>
            <a:off x="8349913" y="5438573"/>
            <a:ext cx="612000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1q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7" name="矩形 86">
            <a:extLst>
              <a:ext uri="{FF2B5EF4-FFF2-40B4-BE49-F238E27FC236}">
                <a16:creationId xmlns:a16="http://schemas.microsoft.com/office/drawing/2014/main" id="{7FFB7A48-63C5-8EAD-905D-35609AACFEA6}"/>
              </a:ext>
            </a:extLst>
          </p:cNvPr>
          <p:cNvSpPr/>
          <p:nvPr/>
        </p:nvSpPr>
        <p:spPr>
          <a:xfrm>
            <a:off x="2040556" y="2483318"/>
            <a:ext cx="404261" cy="866274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89" name="直接箭头连接符 88">
            <a:extLst>
              <a:ext uri="{FF2B5EF4-FFF2-40B4-BE49-F238E27FC236}">
                <a16:creationId xmlns:a16="http://schemas.microsoft.com/office/drawing/2014/main" id="{0204178F-B3CA-F266-BFFA-D25260E2DED7}"/>
              </a:ext>
            </a:extLst>
          </p:cNvPr>
          <p:cNvCxnSpPr>
            <a:cxnSpLocks/>
            <a:endCxn id="76" idx="0"/>
          </p:cNvCxnSpPr>
          <p:nvPr/>
        </p:nvCxnSpPr>
        <p:spPr>
          <a:xfrm>
            <a:off x="2242686" y="3349592"/>
            <a:ext cx="1095271" cy="208898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矩形 91">
            <a:extLst>
              <a:ext uri="{FF2B5EF4-FFF2-40B4-BE49-F238E27FC236}">
                <a16:creationId xmlns:a16="http://schemas.microsoft.com/office/drawing/2014/main" id="{41788A51-4348-26E9-3C40-C1D233E11592}"/>
              </a:ext>
            </a:extLst>
          </p:cNvPr>
          <p:cNvSpPr/>
          <p:nvPr/>
        </p:nvSpPr>
        <p:spPr>
          <a:xfrm>
            <a:off x="2379848" y="981776"/>
            <a:ext cx="2865920" cy="2447223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4" name="矩形 93">
            <a:extLst>
              <a:ext uri="{FF2B5EF4-FFF2-40B4-BE49-F238E27FC236}">
                <a16:creationId xmlns:a16="http://schemas.microsoft.com/office/drawing/2014/main" id="{99005B57-CE8A-11E2-C9F3-AC437B552617}"/>
              </a:ext>
            </a:extLst>
          </p:cNvPr>
          <p:cNvSpPr/>
          <p:nvPr/>
        </p:nvSpPr>
        <p:spPr>
          <a:xfrm>
            <a:off x="9264317" y="2310062"/>
            <a:ext cx="1422934" cy="2692049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96" name="直接箭头连接符 95">
            <a:extLst>
              <a:ext uri="{FF2B5EF4-FFF2-40B4-BE49-F238E27FC236}">
                <a16:creationId xmlns:a16="http://schemas.microsoft.com/office/drawing/2014/main" id="{E694D1C3-D786-932E-FB30-712A637C21DD}"/>
              </a:ext>
            </a:extLst>
          </p:cNvPr>
          <p:cNvCxnSpPr>
            <a:endCxn id="80" idx="0"/>
          </p:cNvCxnSpPr>
          <p:nvPr/>
        </p:nvCxnSpPr>
        <p:spPr>
          <a:xfrm>
            <a:off x="3869355" y="3429000"/>
            <a:ext cx="306000" cy="200957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8964B1B0-3A0D-894F-7474-42AAF1DDEF17}"/>
              </a:ext>
            </a:extLst>
          </p:cNvPr>
          <p:cNvCxnSpPr>
            <a:stCxn id="94" idx="2"/>
            <a:endCxn id="78" idx="0"/>
          </p:cNvCxnSpPr>
          <p:nvPr/>
        </p:nvCxnSpPr>
        <p:spPr>
          <a:xfrm>
            <a:off x="9975784" y="5002111"/>
            <a:ext cx="6416" cy="436462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1454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DD248B-4F38-A46D-978A-B60AC1B038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3C3F8D-CBB6-4D77-B9DA-1B244EAD3A6E}" type="slidenum">
              <a:rPr lang="zh-CN" altLang="en-US" smtClean="0"/>
              <a:t>3</a:t>
            </a:fld>
            <a:endParaRPr lang="zh-CN" altLang="en-US"/>
          </a:p>
        </p:txBody>
      </p:sp>
      <p:sp>
        <p:nvSpPr>
          <p:cNvPr id="5" name="标题 4">
            <a:extLst>
              <a:ext uri="{FF2B5EF4-FFF2-40B4-BE49-F238E27FC236}">
                <a16:creationId xmlns:a16="http://schemas.microsoft.com/office/drawing/2014/main" id="{185488D9-4A0C-AE00-5BD8-C6D2F98812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状态</a:t>
            </a:r>
            <a:r>
              <a:rPr lang="en-US" altLang="zh-CN" dirty="0"/>
              <a:t>&amp;</a:t>
            </a:r>
            <a:r>
              <a:rPr lang="zh-CN" altLang="en-US" dirty="0"/>
              <a:t>动作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18EF35A-3BAA-A010-10C2-3EE2EB1773B0}"/>
              </a:ext>
            </a:extLst>
          </p:cNvPr>
          <p:cNvSpPr/>
          <p:nvPr/>
        </p:nvSpPr>
        <p:spPr>
          <a:xfrm>
            <a:off x="981776" y="1437190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1q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D625F660-5094-F7F8-EFFB-912932B2D54A}"/>
              </a:ext>
            </a:extLst>
          </p:cNvPr>
          <p:cNvSpPr/>
          <p:nvPr/>
        </p:nvSpPr>
        <p:spPr>
          <a:xfrm>
            <a:off x="981776" y="2262276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M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29903E4-B8E4-22A0-6E7E-82DCB1718B2F}"/>
              </a:ext>
            </a:extLst>
          </p:cNvPr>
          <p:cNvSpPr/>
          <p:nvPr/>
        </p:nvSpPr>
        <p:spPr>
          <a:xfrm>
            <a:off x="981776" y="3087362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cz block</a:t>
            </a:r>
            <a:endParaRPr lang="zh-CN" altLang="en-US" sz="16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A6E44D2-2B5C-0AE4-CC20-F038E9536EAD}"/>
              </a:ext>
            </a:extLst>
          </p:cNvPr>
          <p:cNvSpPr/>
          <p:nvPr/>
        </p:nvSpPr>
        <p:spPr>
          <a:xfrm>
            <a:off x="981776" y="1847728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latin typeface="微软雅黑" pitchFamily="34" charset="-122"/>
                <a:ea typeface="微软雅黑" pitchFamily="34" charset="-122"/>
              </a:rPr>
              <a:t>2q</a:t>
            </a:r>
            <a:endParaRPr lang="zh-CN" altLang="en-US" sz="16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6CDBEFCC-32E9-2E9D-0BD6-46017A14FC26}"/>
              </a:ext>
            </a:extLst>
          </p:cNvPr>
          <p:cNvSpPr/>
          <p:nvPr/>
        </p:nvSpPr>
        <p:spPr>
          <a:xfrm>
            <a:off x="981776" y="2674819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cz block</a:t>
            </a:r>
            <a:endParaRPr lang="zh-CN" altLang="en-US" sz="16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862F8496-7D30-78F3-E3B0-E147D3310A48}"/>
              </a:ext>
            </a:extLst>
          </p:cNvPr>
          <p:cNvSpPr/>
          <p:nvPr/>
        </p:nvSpPr>
        <p:spPr>
          <a:xfrm>
            <a:off x="981776" y="3499903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cz block</a:t>
            </a:r>
            <a:endParaRPr lang="zh-CN" altLang="en-US" sz="16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D361FA00-F94A-87F9-AFC6-8F3E83F56BB0}"/>
              </a:ext>
            </a:extLst>
          </p:cNvPr>
          <p:cNvSpPr/>
          <p:nvPr/>
        </p:nvSpPr>
        <p:spPr>
          <a:xfrm>
            <a:off x="981776" y="3912444"/>
            <a:ext cx="1058779" cy="353109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600" dirty="0">
                <a:solidFill>
                  <a:schemeClr val="bg1"/>
                </a:solidFill>
                <a:latin typeface="微软雅黑" pitchFamily="34" charset="-122"/>
                <a:ea typeface="微软雅黑" pitchFamily="34" charset="-122"/>
              </a:rPr>
              <a:t>cz block</a:t>
            </a:r>
            <a:endParaRPr lang="zh-CN" altLang="en-US" sz="1600" dirty="0">
              <a:solidFill>
                <a:schemeClr val="bg1"/>
              </a:solidFill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04057716-3784-495D-3D46-ED483C10D3CA}"/>
              </a:ext>
            </a:extLst>
          </p:cNvPr>
          <p:cNvSpPr/>
          <p:nvPr/>
        </p:nvSpPr>
        <p:spPr>
          <a:xfrm>
            <a:off x="856648" y="1354818"/>
            <a:ext cx="1299411" cy="2145085"/>
          </a:xfrm>
          <a:prstGeom prst="rect">
            <a:avLst/>
          </a:prstGeom>
          <a:ln w="22225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78842491-0A14-3C50-770F-1F2C6C965D46}"/>
              </a:ext>
            </a:extLst>
          </p:cNvPr>
          <p:cNvSpPr txBox="1"/>
          <p:nvPr/>
        </p:nvSpPr>
        <p:spPr>
          <a:xfrm rot="-5400000">
            <a:off x="-473172" y="2217802"/>
            <a:ext cx="232108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sz="1600" dirty="0">
                <a:solidFill>
                  <a:srgbClr val="C00000"/>
                </a:solidFill>
                <a:latin typeface="微软雅黑" panose="020B0503020204020204" pitchFamily="34" charset="-122"/>
                <a:ea typeface="微软雅黑" panose="020B0503020204020204" pitchFamily="34" charset="-122"/>
              </a:rPr>
              <a:t>Look forward window</a:t>
            </a:r>
            <a:endParaRPr lang="zh-CN" altLang="en-US" sz="1600" dirty="0">
              <a:solidFill>
                <a:srgbClr val="C00000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ADC7EC0B-2F9D-9A03-669C-2A1ED06ED669}"/>
              </a:ext>
            </a:extLst>
          </p:cNvPr>
          <p:cNvSpPr>
            <a:spLocks noChangeAspect="1"/>
          </p:cNvSpPr>
          <p:nvPr/>
        </p:nvSpPr>
        <p:spPr>
          <a:xfrm>
            <a:off x="2610119" y="1453132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AABB49B1-C32D-1BE1-6C49-F728288482B0}"/>
              </a:ext>
            </a:extLst>
          </p:cNvPr>
          <p:cNvSpPr>
            <a:spLocks noChangeAspect="1"/>
          </p:cNvSpPr>
          <p:nvPr/>
        </p:nvSpPr>
        <p:spPr>
          <a:xfrm>
            <a:off x="2754119" y="144714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ABD8EA60-4363-E03D-50FA-FA4597D85EC9}"/>
              </a:ext>
            </a:extLst>
          </p:cNvPr>
          <p:cNvSpPr>
            <a:spLocks noChangeAspect="1"/>
          </p:cNvSpPr>
          <p:nvPr/>
        </p:nvSpPr>
        <p:spPr>
          <a:xfrm>
            <a:off x="3052467" y="145313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ACB2F462-C5C6-483E-6703-8B0B5C4054CE}"/>
              </a:ext>
            </a:extLst>
          </p:cNvPr>
          <p:cNvSpPr>
            <a:spLocks noChangeAspect="1"/>
          </p:cNvSpPr>
          <p:nvPr/>
        </p:nvSpPr>
        <p:spPr>
          <a:xfrm>
            <a:off x="3196467" y="144714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3F7511AA-E251-60BE-F018-2A45FF8E9CDF}"/>
              </a:ext>
            </a:extLst>
          </p:cNvPr>
          <p:cNvSpPr>
            <a:spLocks noChangeAspect="1"/>
          </p:cNvSpPr>
          <p:nvPr/>
        </p:nvSpPr>
        <p:spPr>
          <a:xfrm>
            <a:off x="3494815" y="145313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9D04BF68-251A-880B-931F-318C04C328B4}"/>
              </a:ext>
            </a:extLst>
          </p:cNvPr>
          <p:cNvSpPr>
            <a:spLocks noChangeAspect="1"/>
          </p:cNvSpPr>
          <p:nvPr/>
        </p:nvSpPr>
        <p:spPr>
          <a:xfrm>
            <a:off x="3638815" y="144714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B7E7A8B6-B544-001A-AB37-A79E53DDA155}"/>
              </a:ext>
            </a:extLst>
          </p:cNvPr>
          <p:cNvSpPr>
            <a:spLocks noChangeAspect="1"/>
          </p:cNvSpPr>
          <p:nvPr/>
        </p:nvSpPr>
        <p:spPr>
          <a:xfrm>
            <a:off x="3937164" y="145313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0E6D3712-18F7-13C7-C20C-B871867459EA}"/>
              </a:ext>
            </a:extLst>
          </p:cNvPr>
          <p:cNvSpPr>
            <a:spLocks noChangeAspect="1"/>
          </p:cNvSpPr>
          <p:nvPr/>
        </p:nvSpPr>
        <p:spPr>
          <a:xfrm>
            <a:off x="4081164" y="144714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511D25E7-97DC-30BC-34A1-DF1154C26A2C}"/>
              </a:ext>
            </a:extLst>
          </p:cNvPr>
          <p:cNvSpPr>
            <a:spLocks noChangeAspect="1"/>
          </p:cNvSpPr>
          <p:nvPr/>
        </p:nvSpPr>
        <p:spPr>
          <a:xfrm>
            <a:off x="2610119" y="2584250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E80FC29E-4C92-AA64-E515-03C9A9358D9F}"/>
              </a:ext>
            </a:extLst>
          </p:cNvPr>
          <p:cNvSpPr>
            <a:spLocks noChangeAspect="1"/>
          </p:cNvSpPr>
          <p:nvPr/>
        </p:nvSpPr>
        <p:spPr>
          <a:xfrm>
            <a:off x="2846740" y="2584250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70478D61-BE29-8AFD-E95D-864F6D737F06}"/>
              </a:ext>
            </a:extLst>
          </p:cNvPr>
          <p:cNvSpPr>
            <a:spLocks noChangeAspect="1"/>
          </p:cNvSpPr>
          <p:nvPr/>
        </p:nvSpPr>
        <p:spPr>
          <a:xfrm>
            <a:off x="3083361" y="2584250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36C28A7D-D98B-ED87-B352-58B9B7067DCD}"/>
              </a:ext>
            </a:extLst>
          </p:cNvPr>
          <p:cNvSpPr>
            <a:spLocks noChangeAspect="1"/>
          </p:cNvSpPr>
          <p:nvPr/>
        </p:nvSpPr>
        <p:spPr>
          <a:xfrm>
            <a:off x="3319982" y="2584250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98F5540F-F2BE-132D-1A69-A962C6B91C8F}"/>
              </a:ext>
            </a:extLst>
          </p:cNvPr>
          <p:cNvSpPr>
            <a:spLocks noChangeAspect="1"/>
          </p:cNvSpPr>
          <p:nvPr/>
        </p:nvSpPr>
        <p:spPr>
          <a:xfrm>
            <a:off x="3556603" y="258425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3B7472B4-F7EA-60FF-2B8F-48B4F01BA1BE}"/>
              </a:ext>
            </a:extLst>
          </p:cNvPr>
          <p:cNvSpPr>
            <a:spLocks noChangeAspect="1"/>
          </p:cNvSpPr>
          <p:nvPr/>
        </p:nvSpPr>
        <p:spPr>
          <a:xfrm>
            <a:off x="3785643" y="258425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7B9E447E-F189-F95D-59AC-96340636687C}"/>
              </a:ext>
            </a:extLst>
          </p:cNvPr>
          <p:cNvSpPr>
            <a:spLocks noChangeAspect="1"/>
          </p:cNvSpPr>
          <p:nvPr/>
        </p:nvSpPr>
        <p:spPr>
          <a:xfrm>
            <a:off x="4022264" y="258425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0" name="椭圆 69">
            <a:extLst>
              <a:ext uri="{FF2B5EF4-FFF2-40B4-BE49-F238E27FC236}">
                <a16:creationId xmlns:a16="http://schemas.microsoft.com/office/drawing/2014/main" id="{1FF787B1-E960-B4E5-2C82-79095B15989B}"/>
              </a:ext>
            </a:extLst>
          </p:cNvPr>
          <p:cNvSpPr>
            <a:spLocks noChangeAspect="1"/>
          </p:cNvSpPr>
          <p:nvPr/>
        </p:nvSpPr>
        <p:spPr>
          <a:xfrm>
            <a:off x="2610119" y="288667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1" name="椭圆 70">
            <a:extLst>
              <a:ext uri="{FF2B5EF4-FFF2-40B4-BE49-F238E27FC236}">
                <a16:creationId xmlns:a16="http://schemas.microsoft.com/office/drawing/2014/main" id="{DA32F427-954B-F703-746F-A2E3C08A259E}"/>
              </a:ext>
            </a:extLst>
          </p:cNvPr>
          <p:cNvSpPr>
            <a:spLocks noChangeAspect="1"/>
          </p:cNvSpPr>
          <p:nvPr/>
        </p:nvSpPr>
        <p:spPr>
          <a:xfrm>
            <a:off x="2846740" y="288667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2" name="椭圆 71">
            <a:extLst>
              <a:ext uri="{FF2B5EF4-FFF2-40B4-BE49-F238E27FC236}">
                <a16:creationId xmlns:a16="http://schemas.microsoft.com/office/drawing/2014/main" id="{AD084377-4AB4-75F8-45AB-FCAEF3AC86B6}"/>
              </a:ext>
            </a:extLst>
          </p:cNvPr>
          <p:cNvSpPr>
            <a:spLocks noChangeAspect="1"/>
          </p:cNvSpPr>
          <p:nvPr/>
        </p:nvSpPr>
        <p:spPr>
          <a:xfrm>
            <a:off x="3083361" y="288667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3" name="椭圆 72">
            <a:extLst>
              <a:ext uri="{FF2B5EF4-FFF2-40B4-BE49-F238E27FC236}">
                <a16:creationId xmlns:a16="http://schemas.microsoft.com/office/drawing/2014/main" id="{5237AC31-95D0-5ED5-D3CA-86A2BDC35151}"/>
              </a:ext>
            </a:extLst>
          </p:cNvPr>
          <p:cNvSpPr>
            <a:spLocks noChangeAspect="1"/>
          </p:cNvSpPr>
          <p:nvPr/>
        </p:nvSpPr>
        <p:spPr>
          <a:xfrm>
            <a:off x="3319982" y="288667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4" name="椭圆 73">
            <a:extLst>
              <a:ext uri="{FF2B5EF4-FFF2-40B4-BE49-F238E27FC236}">
                <a16:creationId xmlns:a16="http://schemas.microsoft.com/office/drawing/2014/main" id="{D6E2E59D-A3E6-6D64-AB6B-18E2A6BA0265}"/>
              </a:ext>
            </a:extLst>
          </p:cNvPr>
          <p:cNvSpPr>
            <a:spLocks noChangeAspect="1"/>
          </p:cNvSpPr>
          <p:nvPr/>
        </p:nvSpPr>
        <p:spPr>
          <a:xfrm>
            <a:off x="3556603" y="288667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5" name="椭圆 74">
            <a:extLst>
              <a:ext uri="{FF2B5EF4-FFF2-40B4-BE49-F238E27FC236}">
                <a16:creationId xmlns:a16="http://schemas.microsoft.com/office/drawing/2014/main" id="{490AA02E-2170-209F-C49F-113293F84AA1}"/>
              </a:ext>
            </a:extLst>
          </p:cNvPr>
          <p:cNvSpPr>
            <a:spLocks noChangeAspect="1"/>
          </p:cNvSpPr>
          <p:nvPr/>
        </p:nvSpPr>
        <p:spPr>
          <a:xfrm>
            <a:off x="3785643" y="288667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6" name="椭圆 75">
            <a:extLst>
              <a:ext uri="{FF2B5EF4-FFF2-40B4-BE49-F238E27FC236}">
                <a16:creationId xmlns:a16="http://schemas.microsoft.com/office/drawing/2014/main" id="{68A9C3FB-09EE-CE51-A905-A20583CCD3AB}"/>
              </a:ext>
            </a:extLst>
          </p:cNvPr>
          <p:cNvSpPr>
            <a:spLocks noChangeAspect="1"/>
          </p:cNvSpPr>
          <p:nvPr/>
        </p:nvSpPr>
        <p:spPr>
          <a:xfrm>
            <a:off x="4022264" y="288667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8" name="椭圆 77">
            <a:extLst>
              <a:ext uri="{FF2B5EF4-FFF2-40B4-BE49-F238E27FC236}">
                <a16:creationId xmlns:a16="http://schemas.microsoft.com/office/drawing/2014/main" id="{0CDFA139-CBBA-9FBD-BF62-64F64CD72946}"/>
              </a:ext>
            </a:extLst>
          </p:cNvPr>
          <p:cNvSpPr>
            <a:spLocks noChangeAspect="1"/>
          </p:cNvSpPr>
          <p:nvPr/>
        </p:nvSpPr>
        <p:spPr>
          <a:xfrm>
            <a:off x="2610119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9" name="椭圆 78">
            <a:extLst>
              <a:ext uri="{FF2B5EF4-FFF2-40B4-BE49-F238E27FC236}">
                <a16:creationId xmlns:a16="http://schemas.microsoft.com/office/drawing/2014/main" id="{15EBAA7C-2FA2-D826-783E-F68659DF3B3E}"/>
              </a:ext>
            </a:extLst>
          </p:cNvPr>
          <p:cNvSpPr>
            <a:spLocks noChangeAspect="1"/>
          </p:cNvSpPr>
          <p:nvPr/>
        </p:nvSpPr>
        <p:spPr>
          <a:xfrm>
            <a:off x="2846740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0" name="椭圆 79">
            <a:extLst>
              <a:ext uri="{FF2B5EF4-FFF2-40B4-BE49-F238E27FC236}">
                <a16:creationId xmlns:a16="http://schemas.microsoft.com/office/drawing/2014/main" id="{55D3B476-C1DE-7036-3F10-237F563E2106}"/>
              </a:ext>
            </a:extLst>
          </p:cNvPr>
          <p:cNvSpPr>
            <a:spLocks noChangeAspect="1"/>
          </p:cNvSpPr>
          <p:nvPr/>
        </p:nvSpPr>
        <p:spPr>
          <a:xfrm>
            <a:off x="3083361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1" name="椭圆 80">
            <a:extLst>
              <a:ext uri="{FF2B5EF4-FFF2-40B4-BE49-F238E27FC236}">
                <a16:creationId xmlns:a16="http://schemas.microsoft.com/office/drawing/2014/main" id="{C3C0B18E-B75D-BEB8-1FE3-29E1E2BB3067}"/>
              </a:ext>
            </a:extLst>
          </p:cNvPr>
          <p:cNvSpPr>
            <a:spLocks noChangeAspect="1"/>
          </p:cNvSpPr>
          <p:nvPr/>
        </p:nvSpPr>
        <p:spPr>
          <a:xfrm>
            <a:off x="3319982" y="363186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2" name="椭圆 81">
            <a:extLst>
              <a:ext uri="{FF2B5EF4-FFF2-40B4-BE49-F238E27FC236}">
                <a16:creationId xmlns:a16="http://schemas.microsoft.com/office/drawing/2014/main" id="{9D977B8D-FD37-E06D-6250-4D526FC7851B}"/>
              </a:ext>
            </a:extLst>
          </p:cNvPr>
          <p:cNvSpPr>
            <a:spLocks noChangeAspect="1"/>
          </p:cNvSpPr>
          <p:nvPr/>
        </p:nvSpPr>
        <p:spPr>
          <a:xfrm>
            <a:off x="3556603" y="363186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3" name="椭圆 82">
            <a:extLst>
              <a:ext uri="{FF2B5EF4-FFF2-40B4-BE49-F238E27FC236}">
                <a16:creationId xmlns:a16="http://schemas.microsoft.com/office/drawing/2014/main" id="{282CF53E-5554-70D7-1798-D0FE3A34C768}"/>
              </a:ext>
            </a:extLst>
          </p:cNvPr>
          <p:cNvSpPr>
            <a:spLocks noChangeAspect="1"/>
          </p:cNvSpPr>
          <p:nvPr/>
        </p:nvSpPr>
        <p:spPr>
          <a:xfrm>
            <a:off x="3785643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4" name="椭圆 83">
            <a:extLst>
              <a:ext uri="{FF2B5EF4-FFF2-40B4-BE49-F238E27FC236}">
                <a16:creationId xmlns:a16="http://schemas.microsoft.com/office/drawing/2014/main" id="{CE48D7CE-1EAA-BD97-7CAD-AAF649262D0F}"/>
              </a:ext>
            </a:extLst>
          </p:cNvPr>
          <p:cNvSpPr>
            <a:spLocks noChangeAspect="1"/>
          </p:cNvSpPr>
          <p:nvPr/>
        </p:nvSpPr>
        <p:spPr>
          <a:xfrm>
            <a:off x="4022264" y="363186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6" name="椭圆 85">
            <a:extLst>
              <a:ext uri="{FF2B5EF4-FFF2-40B4-BE49-F238E27FC236}">
                <a16:creationId xmlns:a16="http://schemas.microsoft.com/office/drawing/2014/main" id="{2C99837D-317D-C804-D535-4D519612EEF0}"/>
              </a:ext>
            </a:extLst>
          </p:cNvPr>
          <p:cNvSpPr>
            <a:spLocks noChangeAspect="1"/>
          </p:cNvSpPr>
          <p:nvPr/>
        </p:nvSpPr>
        <p:spPr>
          <a:xfrm>
            <a:off x="2610119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7" name="椭圆 86">
            <a:extLst>
              <a:ext uri="{FF2B5EF4-FFF2-40B4-BE49-F238E27FC236}">
                <a16:creationId xmlns:a16="http://schemas.microsoft.com/office/drawing/2014/main" id="{EC4FCE2D-AD85-5444-DF25-B23D3490FFF8}"/>
              </a:ext>
            </a:extLst>
          </p:cNvPr>
          <p:cNvSpPr>
            <a:spLocks noChangeAspect="1"/>
          </p:cNvSpPr>
          <p:nvPr/>
        </p:nvSpPr>
        <p:spPr>
          <a:xfrm>
            <a:off x="2846740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8" name="椭圆 87">
            <a:extLst>
              <a:ext uri="{FF2B5EF4-FFF2-40B4-BE49-F238E27FC236}">
                <a16:creationId xmlns:a16="http://schemas.microsoft.com/office/drawing/2014/main" id="{BA8A198B-D8E4-D550-3814-FEF5F854C04F}"/>
              </a:ext>
            </a:extLst>
          </p:cNvPr>
          <p:cNvSpPr>
            <a:spLocks noChangeAspect="1"/>
          </p:cNvSpPr>
          <p:nvPr/>
        </p:nvSpPr>
        <p:spPr>
          <a:xfrm>
            <a:off x="3083361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9" name="椭圆 88">
            <a:extLst>
              <a:ext uri="{FF2B5EF4-FFF2-40B4-BE49-F238E27FC236}">
                <a16:creationId xmlns:a16="http://schemas.microsoft.com/office/drawing/2014/main" id="{972FB0AE-1E7F-50A1-7EE8-ED8D7D54EEA6}"/>
              </a:ext>
            </a:extLst>
          </p:cNvPr>
          <p:cNvSpPr>
            <a:spLocks noChangeAspect="1"/>
          </p:cNvSpPr>
          <p:nvPr/>
        </p:nvSpPr>
        <p:spPr>
          <a:xfrm>
            <a:off x="3319982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0" name="椭圆 89">
            <a:extLst>
              <a:ext uri="{FF2B5EF4-FFF2-40B4-BE49-F238E27FC236}">
                <a16:creationId xmlns:a16="http://schemas.microsoft.com/office/drawing/2014/main" id="{BC35876E-E154-D927-4B00-F34141DC59B2}"/>
              </a:ext>
            </a:extLst>
          </p:cNvPr>
          <p:cNvSpPr>
            <a:spLocks noChangeAspect="1"/>
          </p:cNvSpPr>
          <p:nvPr/>
        </p:nvSpPr>
        <p:spPr>
          <a:xfrm>
            <a:off x="3556603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1" name="椭圆 90">
            <a:extLst>
              <a:ext uri="{FF2B5EF4-FFF2-40B4-BE49-F238E27FC236}">
                <a16:creationId xmlns:a16="http://schemas.microsoft.com/office/drawing/2014/main" id="{5D8745C5-926B-D021-8511-2425EB8AEF28}"/>
              </a:ext>
            </a:extLst>
          </p:cNvPr>
          <p:cNvSpPr>
            <a:spLocks noChangeAspect="1"/>
          </p:cNvSpPr>
          <p:nvPr/>
        </p:nvSpPr>
        <p:spPr>
          <a:xfrm>
            <a:off x="3785643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2" name="椭圆 91">
            <a:extLst>
              <a:ext uri="{FF2B5EF4-FFF2-40B4-BE49-F238E27FC236}">
                <a16:creationId xmlns:a16="http://schemas.microsoft.com/office/drawing/2014/main" id="{ED7CE8B9-D327-5E93-B963-1514B125F6B2}"/>
              </a:ext>
            </a:extLst>
          </p:cNvPr>
          <p:cNvSpPr>
            <a:spLocks noChangeAspect="1"/>
          </p:cNvSpPr>
          <p:nvPr/>
        </p:nvSpPr>
        <p:spPr>
          <a:xfrm>
            <a:off x="4022264" y="393429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2" name="椭圆 101">
            <a:extLst>
              <a:ext uri="{FF2B5EF4-FFF2-40B4-BE49-F238E27FC236}">
                <a16:creationId xmlns:a16="http://schemas.microsoft.com/office/drawing/2014/main" id="{79115B46-BA9C-C22D-43BC-36E51264E280}"/>
              </a:ext>
            </a:extLst>
          </p:cNvPr>
          <p:cNvSpPr>
            <a:spLocks noChangeAspect="1"/>
          </p:cNvSpPr>
          <p:nvPr/>
        </p:nvSpPr>
        <p:spPr>
          <a:xfrm>
            <a:off x="2610119" y="174957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3" name="椭圆 102">
            <a:extLst>
              <a:ext uri="{FF2B5EF4-FFF2-40B4-BE49-F238E27FC236}">
                <a16:creationId xmlns:a16="http://schemas.microsoft.com/office/drawing/2014/main" id="{1D15EAF9-6D2D-508B-9BCD-8B0C8BDD4F0C}"/>
              </a:ext>
            </a:extLst>
          </p:cNvPr>
          <p:cNvSpPr>
            <a:spLocks noChangeAspect="1"/>
          </p:cNvSpPr>
          <p:nvPr/>
        </p:nvSpPr>
        <p:spPr>
          <a:xfrm>
            <a:off x="2754119" y="1743586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5" name="椭圆 104">
            <a:extLst>
              <a:ext uri="{FF2B5EF4-FFF2-40B4-BE49-F238E27FC236}">
                <a16:creationId xmlns:a16="http://schemas.microsoft.com/office/drawing/2014/main" id="{3E5262D7-2C06-0871-E6BD-760D102FDBE8}"/>
              </a:ext>
            </a:extLst>
          </p:cNvPr>
          <p:cNvSpPr>
            <a:spLocks noChangeAspect="1"/>
          </p:cNvSpPr>
          <p:nvPr/>
        </p:nvSpPr>
        <p:spPr>
          <a:xfrm>
            <a:off x="3052467" y="174957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6" name="椭圆 105">
            <a:extLst>
              <a:ext uri="{FF2B5EF4-FFF2-40B4-BE49-F238E27FC236}">
                <a16:creationId xmlns:a16="http://schemas.microsoft.com/office/drawing/2014/main" id="{EB428D69-BED9-BD8E-DB17-16DCC8F23522}"/>
              </a:ext>
            </a:extLst>
          </p:cNvPr>
          <p:cNvSpPr>
            <a:spLocks noChangeAspect="1"/>
          </p:cNvSpPr>
          <p:nvPr/>
        </p:nvSpPr>
        <p:spPr>
          <a:xfrm>
            <a:off x="3196467" y="174358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8" name="椭圆 107">
            <a:extLst>
              <a:ext uri="{FF2B5EF4-FFF2-40B4-BE49-F238E27FC236}">
                <a16:creationId xmlns:a16="http://schemas.microsoft.com/office/drawing/2014/main" id="{5FC3526E-5A47-E0EA-0176-E58AA7BDED29}"/>
              </a:ext>
            </a:extLst>
          </p:cNvPr>
          <p:cNvSpPr>
            <a:spLocks noChangeAspect="1"/>
          </p:cNvSpPr>
          <p:nvPr/>
        </p:nvSpPr>
        <p:spPr>
          <a:xfrm>
            <a:off x="3494815" y="174957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9" name="椭圆 108">
            <a:extLst>
              <a:ext uri="{FF2B5EF4-FFF2-40B4-BE49-F238E27FC236}">
                <a16:creationId xmlns:a16="http://schemas.microsoft.com/office/drawing/2014/main" id="{97715A7C-61B0-F494-5ABC-D7A1CC6B42D2}"/>
              </a:ext>
            </a:extLst>
          </p:cNvPr>
          <p:cNvSpPr>
            <a:spLocks noChangeAspect="1"/>
          </p:cNvSpPr>
          <p:nvPr/>
        </p:nvSpPr>
        <p:spPr>
          <a:xfrm>
            <a:off x="3638815" y="1743586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1" name="椭圆 110">
            <a:extLst>
              <a:ext uri="{FF2B5EF4-FFF2-40B4-BE49-F238E27FC236}">
                <a16:creationId xmlns:a16="http://schemas.microsoft.com/office/drawing/2014/main" id="{083A5875-6279-041F-9900-23FA0630D165}"/>
              </a:ext>
            </a:extLst>
          </p:cNvPr>
          <p:cNvSpPr>
            <a:spLocks noChangeAspect="1"/>
          </p:cNvSpPr>
          <p:nvPr/>
        </p:nvSpPr>
        <p:spPr>
          <a:xfrm>
            <a:off x="3937164" y="174957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2" name="椭圆 111">
            <a:extLst>
              <a:ext uri="{FF2B5EF4-FFF2-40B4-BE49-F238E27FC236}">
                <a16:creationId xmlns:a16="http://schemas.microsoft.com/office/drawing/2014/main" id="{D932510B-994C-C21D-CD95-878696949FAD}"/>
              </a:ext>
            </a:extLst>
          </p:cNvPr>
          <p:cNvSpPr>
            <a:spLocks noChangeAspect="1"/>
          </p:cNvSpPr>
          <p:nvPr/>
        </p:nvSpPr>
        <p:spPr>
          <a:xfrm>
            <a:off x="4081164" y="1743586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3" name="矩形 112">
            <a:extLst>
              <a:ext uri="{FF2B5EF4-FFF2-40B4-BE49-F238E27FC236}">
                <a16:creationId xmlns:a16="http://schemas.microsoft.com/office/drawing/2014/main" id="{33E411D9-5020-B6FD-98CC-D5AC33DB5BC3}"/>
              </a:ext>
            </a:extLst>
          </p:cNvPr>
          <p:cNvSpPr/>
          <p:nvPr/>
        </p:nvSpPr>
        <p:spPr>
          <a:xfrm>
            <a:off x="2494614" y="1354818"/>
            <a:ext cx="1867303" cy="595423"/>
          </a:xfrm>
          <a:prstGeom prst="rect">
            <a:avLst/>
          </a:prstGeom>
          <a:ln w="15875">
            <a:solidFill>
              <a:schemeClr val="accent2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5" name="矩形 114">
            <a:extLst>
              <a:ext uri="{FF2B5EF4-FFF2-40B4-BE49-F238E27FC236}">
                <a16:creationId xmlns:a16="http://schemas.microsoft.com/office/drawing/2014/main" id="{2E3F1682-558B-B455-F35F-FCEBDAEFF110}"/>
              </a:ext>
            </a:extLst>
          </p:cNvPr>
          <p:cNvSpPr/>
          <p:nvPr/>
        </p:nvSpPr>
        <p:spPr>
          <a:xfrm>
            <a:off x="2494614" y="2477615"/>
            <a:ext cx="1867303" cy="639403"/>
          </a:xfrm>
          <a:prstGeom prst="rect">
            <a:avLst/>
          </a:prstGeom>
          <a:ln w="15875">
            <a:solidFill>
              <a:schemeClr val="accent5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5230E342-38C4-9956-97AD-39446726C236}"/>
              </a:ext>
            </a:extLst>
          </p:cNvPr>
          <p:cNvSpPr txBox="1"/>
          <p:nvPr/>
        </p:nvSpPr>
        <p:spPr>
          <a:xfrm>
            <a:off x="1192004" y="4169194"/>
            <a:ext cx="6286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 …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17" name="矩形: 折角 116">
            <a:extLst>
              <a:ext uri="{FF2B5EF4-FFF2-40B4-BE49-F238E27FC236}">
                <a16:creationId xmlns:a16="http://schemas.microsoft.com/office/drawing/2014/main" id="{89804C6F-94CA-1897-6D10-F5E430EFD364}"/>
              </a:ext>
            </a:extLst>
          </p:cNvPr>
          <p:cNvSpPr/>
          <p:nvPr/>
        </p:nvSpPr>
        <p:spPr>
          <a:xfrm>
            <a:off x="837863" y="4681917"/>
            <a:ext cx="744203" cy="738893"/>
          </a:xfrm>
          <a:prstGeom prst="foldedCorner">
            <a:avLst/>
          </a:prstGeom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AOD</a:t>
            </a:r>
          </a:p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move</a:t>
            </a:r>
          </a:p>
        </p:txBody>
      </p:sp>
      <p:sp>
        <p:nvSpPr>
          <p:cNvPr id="119" name="矩形: 折角 118">
            <a:extLst>
              <a:ext uri="{FF2B5EF4-FFF2-40B4-BE49-F238E27FC236}">
                <a16:creationId xmlns:a16="http://schemas.microsoft.com/office/drawing/2014/main" id="{DF70DBA7-38EB-7E66-D57F-7C63E375CADB}"/>
              </a:ext>
            </a:extLst>
          </p:cNvPr>
          <p:cNvSpPr/>
          <p:nvPr/>
        </p:nvSpPr>
        <p:spPr>
          <a:xfrm>
            <a:off x="2632277" y="4681917"/>
            <a:ext cx="744203" cy="738893"/>
          </a:xfrm>
          <a:prstGeom prst="foldedCorner">
            <a:avLst/>
          </a:prstGeom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execute</a:t>
            </a:r>
          </a:p>
        </p:txBody>
      </p:sp>
      <p:sp>
        <p:nvSpPr>
          <p:cNvPr id="121" name="矩形: 折角 120">
            <a:extLst>
              <a:ext uri="{FF2B5EF4-FFF2-40B4-BE49-F238E27FC236}">
                <a16:creationId xmlns:a16="http://schemas.microsoft.com/office/drawing/2014/main" id="{40D8C03E-096A-E285-4D88-F6F3B0791EE6}"/>
              </a:ext>
            </a:extLst>
          </p:cNvPr>
          <p:cNvSpPr/>
          <p:nvPr/>
        </p:nvSpPr>
        <p:spPr>
          <a:xfrm>
            <a:off x="1742403" y="4681917"/>
            <a:ext cx="744203" cy="738893"/>
          </a:xfrm>
          <a:prstGeom prst="foldedCorner">
            <a:avLst/>
          </a:prstGeom>
          <a:ln w="19050"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AOD</a:t>
            </a:r>
          </a:p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move</a:t>
            </a:r>
          </a:p>
        </p:txBody>
      </p:sp>
      <p:cxnSp>
        <p:nvCxnSpPr>
          <p:cNvPr id="123" name="直接箭头连接符 122">
            <a:extLst>
              <a:ext uri="{FF2B5EF4-FFF2-40B4-BE49-F238E27FC236}">
                <a16:creationId xmlns:a16="http://schemas.microsoft.com/office/drawing/2014/main" id="{357BC6AD-D6D3-45ED-FCE7-6220AEE1938A}"/>
              </a:ext>
            </a:extLst>
          </p:cNvPr>
          <p:cNvCxnSpPr>
            <a:stCxn id="117" idx="3"/>
            <a:endCxn id="121" idx="1"/>
          </p:cNvCxnSpPr>
          <p:nvPr/>
        </p:nvCxnSpPr>
        <p:spPr>
          <a:xfrm>
            <a:off x="1582066" y="5051364"/>
            <a:ext cx="16033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5" name="直接箭头连接符 124">
            <a:extLst>
              <a:ext uri="{FF2B5EF4-FFF2-40B4-BE49-F238E27FC236}">
                <a16:creationId xmlns:a16="http://schemas.microsoft.com/office/drawing/2014/main" id="{9B66EA08-3BE4-0CA6-5F9D-97A4214EBC9A}"/>
              </a:ext>
            </a:extLst>
          </p:cNvPr>
          <p:cNvCxnSpPr>
            <a:stCxn id="121" idx="3"/>
            <a:endCxn id="119" idx="1"/>
          </p:cNvCxnSpPr>
          <p:nvPr/>
        </p:nvCxnSpPr>
        <p:spPr>
          <a:xfrm>
            <a:off x="2486606" y="5051364"/>
            <a:ext cx="145671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7" name="直接箭头连接符 126">
            <a:extLst>
              <a:ext uri="{FF2B5EF4-FFF2-40B4-BE49-F238E27FC236}">
                <a16:creationId xmlns:a16="http://schemas.microsoft.com/office/drawing/2014/main" id="{C3682F91-2FED-4621-22E8-BC839C2A2DF3}"/>
              </a:ext>
            </a:extLst>
          </p:cNvPr>
          <p:cNvCxnSpPr>
            <a:stCxn id="103" idx="0"/>
            <a:endCxn id="34" idx="4"/>
          </p:cNvCxnSpPr>
          <p:nvPr/>
        </p:nvCxnSpPr>
        <p:spPr>
          <a:xfrm flipV="1">
            <a:off x="2826119" y="1591145"/>
            <a:ext cx="0" cy="1524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直接箭头连接符 128">
            <a:extLst>
              <a:ext uri="{FF2B5EF4-FFF2-40B4-BE49-F238E27FC236}">
                <a16:creationId xmlns:a16="http://schemas.microsoft.com/office/drawing/2014/main" id="{26C901A0-5085-7656-4613-C1C1BE3A4A85}"/>
              </a:ext>
            </a:extLst>
          </p:cNvPr>
          <p:cNvCxnSpPr>
            <a:cxnSpLocks/>
            <a:stCxn id="40" idx="0"/>
            <a:endCxn id="105" idx="4"/>
          </p:cNvCxnSpPr>
          <p:nvPr/>
        </p:nvCxnSpPr>
        <p:spPr>
          <a:xfrm flipH="1" flipV="1">
            <a:off x="3124467" y="1893573"/>
            <a:ext cx="30894" cy="6906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>
            <a:extLst>
              <a:ext uri="{FF2B5EF4-FFF2-40B4-BE49-F238E27FC236}">
                <a16:creationId xmlns:a16="http://schemas.microsoft.com/office/drawing/2014/main" id="{14F9DF45-AF52-7ADA-DE47-325A8E7401FB}"/>
              </a:ext>
            </a:extLst>
          </p:cNvPr>
          <p:cNvCxnSpPr>
            <a:stCxn id="42" idx="0"/>
            <a:endCxn id="106" idx="4"/>
          </p:cNvCxnSpPr>
          <p:nvPr/>
        </p:nvCxnSpPr>
        <p:spPr>
          <a:xfrm flipH="1" flipV="1">
            <a:off x="3268467" y="1887586"/>
            <a:ext cx="123515" cy="696664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4" name="矩形: 折角 133">
            <a:extLst>
              <a:ext uri="{FF2B5EF4-FFF2-40B4-BE49-F238E27FC236}">
                <a16:creationId xmlns:a16="http://schemas.microsoft.com/office/drawing/2014/main" id="{FE2396A4-DF51-5BC8-6686-6C35342D8E77}"/>
              </a:ext>
            </a:extLst>
          </p:cNvPr>
          <p:cNvSpPr/>
          <p:nvPr/>
        </p:nvSpPr>
        <p:spPr>
          <a:xfrm>
            <a:off x="3543074" y="4681917"/>
            <a:ext cx="744203" cy="738893"/>
          </a:xfrm>
          <a:prstGeom prst="foldedCorner">
            <a:avLst/>
          </a:prstGeom>
          <a:ln w="19050">
            <a:solidFill>
              <a:schemeClr val="bg1">
                <a:lumMod val="6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AOD</a:t>
            </a:r>
          </a:p>
          <a:p>
            <a:pPr algn="ctr"/>
            <a:r>
              <a:rPr lang="en-US" altLang="zh-CN" sz="1200" dirty="0">
                <a:latin typeface="微软雅黑" pitchFamily="34" charset="-122"/>
                <a:ea typeface="微软雅黑" pitchFamily="34" charset="-122"/>
              </a:rPr>
              <a:t>move</a:t>
            </a:r>
          </a:p>
        </p:txBody>
      </p:sp>
      <p:cxnSp>
        <p:nvCxnSpPr>
          <p:cNvPr id="136" name="直接箭头连接符 135">
            <a:extLst>
              <a:ext uri="{FF2B5EF4-FFF2-40B4-BE49-F238E27FC236}">
                <a16:creationId xmlns:a16="http://schemas.microsoft.com/office/drawing/2014/main" id="{CF7DEF09-91E3-158E-7C3D-53AB4A145EAD}"/>
              </a:ext>
            </a:extLst>
          </p:cNvPr>
          <p:cNvCxnSpPr>
            <a:stCxn id="119" idx="3"/>
            <a:endCxn id="134" idx="1"/>
          </p:cNvCxnSpPr>
          <p:nvPr/>
        </p:nvCxnSpPr>
        <p:spPr>
          <a:xfrm>
            <a:off x="3376480" y="5051364"/>
            <a:ext cx="166594" cy="0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" name="文本框 136">
            <a:extLst>
              <a:ext uri="{FF2B5EF4-FFF2-40B4-BE49-F238E27FC236}">
                <a16:creationId xmlns:a16="http://schemas.microsoft.com/office/drawing/2014/main" id="{16D33623-941E-BA90-4837-DA5459A629C6}"/>
              </a:ext>
            </a:extLst>
          </p:cNvPr>
          <p:cNvSpPr txBox="1"/>
          <p:nvPr/>
        </p:nvSpPr>
        <p:spPr>
          <a:xfrm rot="10800000">
            <a:off x="437753" y="4670169"/>
            <a:ext cx="400110" cy="762388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l"/>
            <a:r>
              <a:rPr lang="en-US" altLang="zh-CN" sz="1400" dirty="0">
                <a:latin typeface="微软雅黑" panose="020B0503020204020204" pitchFamily="34" charset="-122"/>
                <a:ea typeface="微软雅黑" panose="020B0503020204020204" pitchFamily="34" charset="-122"/>
              </a:rPr>
              <a:t>Output </a:t>
            </a:r>
            <a:endParaRPr lang="zh-CN" altLang="en-US" sz="1400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文本框 2">
            <a:extLst>
              <a:ext uri="{FF2B5EF4-FFF2-40B4-BE49-F238E27FC236}">
                <a16:creationId xmlns:a16="http://schemas.microsoft.com/office/drawing/2014/main" id="{B03C541D-51CF-7375-E786-E05FC1F1FDF0}"/>
              </a:ext>
            </a:extLst>
          </p:cNvPr>
          <p:cNvSpPr txBox="1"/>
          <p:nvPr/>
        </p:nvSpPr>
        <p:spPr>
          <a:xfrm>
            <a:off x="6708508" y="1331629"/>
            <a:ext cx="3804183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move :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移动一个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qubit</a:t>
            </a: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next stage: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进入下一个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AOD stage</a:t>
            </a:r>
          </a:p>
          <a:p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execute 1q/2q/M: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执行门或测量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04FA4237-398B-6C18-2671-AEBD9E005D37}"/>
              </a:ext>
            </a:extLst>
          </p:cNvPr>
          <p:cNvSpPr/>
          <p:nvPr/>
        </p:nvSpPr>
        <p:spPr>
          <a:xfrm>
            <a:off x="2494614" y="3525491"/>
            <a:ext cx="1867303" cy="639403"/>
          </a:xfrm>
          <a:prstGeom prst="rect">
            <a:avLst/>
          </a:prstGeom>
          <a:ln w="15875">
            <a:solidFill>
              <a:srgbClr val="00B05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13" name="直接箭头连接符 12">
            <a:extLst>
              <a:ext uri="{FF2B5EF4-FFF2-40B4-BE49-F238E27FC236}">
                <a16:creationId xmlns:a16="http://schemas.microsoft.com/office/drawing/2014/main" id="{0E29CB84-DFA4-9776-D2F3-7E6481028EB6}"/>
              </a:ext>
            </a:extLst>
          </p:cNvPr>
          <p:cNvCxnSpPr>
            <a:stCxn id="71" idx="4"/>
            <a:endCxn id="79" idx="0"/>
          </p:cNvCxnSpPr>
          <p:nvPr/>
        </p:nvCxnSpPr>
        <p:spPr>
          <a:xfrm>
            <a:off x="2918740" y="3030678"/>
            <a:ext cx="0" cy="6011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49108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A1F8ADAE-C04F-C775-F8D8-B42A3C0F11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4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F5E9389D-DCDA-FB26-048A-506D978D36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X/Y channel</a:t>
            </a:r>
            <a:endParaRPr lang="zh-CN" altLang="en-US" dirty="0"/>
          </a:p>
        </p:txBody>
      </p:sp>
      <p:sp>
        <p:nvSpPr>
          <p:cNvPr id="4" name="椭圆 3">
            <a:extLst>
              <a:ext uri="{FF2B5EF4-FFF2-40B4-BE49-F238E27FC236}">
                <a16:creationId xmlns:a16="http://schemas.microsoft.com/office/drawing/2014/main" id="{66ADE13A-7872-85A0-5414-24AA982163DE}"/>
              </a:ext>
            </a:extLst>
          </p:cNvPr>
          <p:cNvSpPr>
            <a:spLocks noChangeAspect="1"/>
          </p:cNvSpPr>
          <p:nvPr/>
        </p:nvSpPr>
        <p:spPr>
          <a:xfrm>
            <a:off x="790944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" name="椭圆 4">
            <a:extLst>
              <a:ext uri="{FF2B5EF4-FFF2-40B4-BE49-F238E27FC236}">
                <a16:creationId xmlns:a16="http://schemas.microsoft.com/office/drawing/2014/main" id="{EE903263-120F-61CA-51D6-E0EE5A40E447}"/>
              </a:ext>
            </a:extLst>
          </p:cNvPr>
          <p:cNvSpPr>
            <a:spLocks noChangeAspect="1"/>
          </p:cNvSpPr>
          <p:nvPr/>
        </p:nvSpPr>
        <p:spPr>
          <a:xfrm>
            <a:off x="1027565" y="1306552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椭圆 5">
            <a:extLst>
              <a:ext uri="{FF2B5EF4-FFF2-40B4-BE49-F238E27FC236}">
                <a16:creationId xmlns:a16="http://schemas.microsoft.com/office/drawing/2014/main" id="{EE6F4B53-5B62-AA97-7E4C-9E8704E8C117}"/>
              </a:ext>
            </a:extLst>
          </p:cNvPr>
          <p:cNvSpPr>
            <a:spLocks noChangeAspect="1"/>
          </p:cNvSpPr>
          <p:nvPr/>
        </p:nvSpPr>
        <p:spPr>
          <a:xfrm>
            <a:off x="1264186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椭圆 6">
            <a:extLst>
              <a:ext uri="{FF2B5EF4-FFF2-40B4-BE49-F238E27FC236}">
                <a16:creationId xmlns:a16="http://schemas.microsoft.com/office/drawing/2014/main" id="{2E573E9D-C74E-E86D-AEF9-9008DB9D00E1}"/>
              </a:ext>
            </a:extLst>
          </p:cNvPr>
          <p:cNvSpPr>
            <a:spLocks noChangeAspect="1"/>
          </p:cNvSpPr>
          <p:nvPr/>
        </p:nvSpPr>
        <p:spPr>
          <a:xfrm>
            <a:off x="1500807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F0BC973A-09CE-11FF-1359-F718266B43B0}"/>
              </a:ext>
            </a:extLst>
          </p:cNvPr>
          <p:cNvSpPr>
            <a:spLocks noChangeAspect="1"/>
          </p:cNvSpPr>
          <p:nvPr/>
        </p:nvSpPr>
        <p:spPr>
          <a:xfrm>
            <a:off x="1737428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F2F6039E-701A-F352-F38B-CA58F4E84849}"/>
              </a:ext>
            </a:extLst>
          </p:cNvPr>
          <p:cNvSpPr>
            <a:spLocks noChangeAspect="1"/>
          </p:cNvSpPr>
          <p:nvPr/>
        </p:nvSpPr>
        <p:spPr>
          <a:xfrm>
            <a:off x="1966468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9D89892A-3624-9D58-22D4-1E26AF68087B}"/>
              </a:ext>
            </a:extLst>
          </p:cNvPr>
          <p:cNvSpPr>
            <a:spLocks noChangeAspect="1"/>
          </p:cNvSpPr>
          <p:nvPr/>
        </p:nvSpPr>
        <p:spPr>
          <a:xfrm>
            <a:off x="2203089" y="1306552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ACD90CE3-68AB-096F-C2B7-497BF075B4A6}"/>
              </a:ext>
            </a:extLst>
          </p:cNvPr>
          <p:cNvSpPr>
            <a:spLocks noChangeAspect="1"/>
          </p:cNvSpPr>
          <p:nvPr/>
        </p:nvSpPr>
        <p:spPr>
          <a:xfrm>
            <a:off x="790944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C5DDFF39-91F8-9B0C-0600-FB6E403D6B1A}"/>
              </a:ext>
            </a:extLst>
          </p:cNvPr>
          <p:cNvSpPr>
            <a:spLocks noChangeAspect="1"/>
          </p:cNvSpPr>
          <p:nvPr/>
        </p:nvSpPr>
        <p:spPr>
          <a:xfrm>
            <a:off x="1027565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8D7C4887-C501-9647-A1B9-4B4BE518E66A}"/>
              </a:ext>
            </a:extLst>
          </p:cNvPr>
          <p:cNvSpPr>
            <a:spLocks noChangeAspect="1"/>
          </p:cNvSpPr>
          <p:nvPr/>
        </p:nvSpPr>
        <p:spPr>
          <a:xfrm>
            <a:off x="1264186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8FAE0D46-A8B8-D4B6-7D22-3C1D21E3C14B}"/>
              </a:ext>
            </a:extLst>
          </p:cNvPr>
          <p:cNvSpPr>
            <a:spLocks noChangeAspect="1"/>
          </p:cNvSpPr>
          <p:nvPr/>
        </p:nvSpPr>
        <p:spPr>
          <a:xfrm>
            <a:off x="1500807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B7D41187-F592-7F8B-1D1D-B3455E992E36}"/>
              </a:ext>
            </a:extLst>
          </p:cNvPr>
          <p:cNvSpPr>
            <a:spLocks noChangeAspect="1"/>
          </p:cNvSpPr>
          <p:nvPr/>
        </p:nvSpPr>
        <p:spPr>
          <a:xfrm>
            <a:off x="1737428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F706149D-432B-6BFD-B644-55EAFFA5F34B}"/>
              </a:ext>
            </a:extLst>
          </p:cNvPr>
          <p:cNvSpPr>
            <a:spLocks noChangeAspect="1"/>
          </p:cNvSpPr>
          <p:nvPr/>
        </p:nvSpPr>
        <p:spPr>
          <a:xfrm>
            <a:off x="1966468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118DF0F0-11D4-AFD8-4C2B-0C03D1C15541}"/>
              </a:ext>
            </a:extLst>
          </p:cNvPr>
          <p:cNvSpPr>
            <a:spLocks noChangeAspect="1"/>
          </p:cNvSpPr>
          <p:nvPr/>
        </p:nvSpPr>
        <p:spPr>
          <a:xfrm>
            <a:off x="2203089" y="160898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B711E644-2B89-AE44-8438-E273B9A348D1}"/>
              </a:ext>
            </a:extLst>
          </p:cNvPr>
          <p:cNvSpPr>
            <a:spLocks noChangeAspect="1"/>
          </p:cNvSpPr>
          <p:nvPr/>
        </p:nvSpPr>
        <p:spPr>
          <a:xfrm>
            <a:off x="790944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7A95D711-11D8-B18A-B8B0-98691EBAB75F}"/>
              </a:ext>
            </a:extLst>
          </p:cNvPr>
          <p:cNvSpPr>
            <a:spLocks noChangeAspect="1"/>
          </p:cNvSpPr>
          <p:nvPr/>
        </p:nvSpPr>
        <p:spPr>
          <a:xfrm>
            <a:off x="1027565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06FBA2B5-3EA8-C3E2-8AE6-05CE1666DF3B}"/>
              </a:ext>
            </a:extLst>
          </p:cNvPr>
          <p:cNvSpPr>
            <a:spLocks noChangeAspect="1"/>
          </p:cNvSpPr>
          <p:nvPr/>
        </p:nvSpPr>
        <p:spPr>
          <a:xfrm>
            <a:off x="1264186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B8A3D96E-3F6F-0097-174A-97D58425EBD6}"/>
              </a:ext>
            </a:extLst>
          </p:cNvPr>
          <p:cNvSpPr>
            <a:spLocks noChangeAspect="1"/>
          </p:cNvSpPr>
          <p:nvPr/>
        </p:nvSpPr>
        <p:spPr>
          <a:xfrm>
            <a:off x="1500807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1579E921-726A-2507-0AEB-92881FB6109D}"/>
              </a:ext>
            </a:extLst>
          </p:cNvPr>
          <p:cNvSpPr>
            <a:spLocks noChangeAspect="1"/>
          </p:cNvSpPr>
          <p:nvPr/>
        </p:nvSpPr>
        <p:spPr>
          <a:xfrm>
            <a:off x="1737428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0FBED75E-27E3-9321-4717-E9E52AAD637B}"/>
              </a:ext>
            </a:extLst>
          </p:cNvPr>
          <p:cNvSpPr>
            <a:spLocks noChangeAspect="1"/>
          </p:cNvSpPr>
          <p:nvPr/>
        </p:nvSpPr>
        <p:spPr>
          <a:xfrm>
            <a:off x="1966468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644E6B54-682E-73B8-4DBE-6571B9E639C5}"/>
              </a:ext>
            </a:extLst>
          </p:cNvPr>
          <p:cNvSpPr>
            <a:spLocks noChangeAspect="1"/>
          </p:cNvSpPr>
          <p:nvPr/>
        </p:nvSpPr>
        <p:spPr>
          <a:xfrm>
            <a:off x="2203089" y="235417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FD269697-0417-404F-DE7E-B60DE6E13540}"/>
              </a:ext>
            </a:extLst>
          </p:cNvPr>
          <p:cNvSpPr>
            <a:spLocks noChangeAspect="1"/>
          </p:cNvSpPr>
          <p:nvPr/>
        </p:nvSpPr>
        <p:spPr>
          <a:xfrm>
            <a:off x="790944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51165037-62F6-F1E9-FBD8-C5C0065DF1A9}"/>
              </a:ext>
            </a:extLst>
          </p:cNvPr>
          <p:cNvSpPr>
            <a:spLocks noChangeAspect="1"/>
          </p:cNvSpPr>
          <p:nvPr/>
        </p:nvSpPr>
        <p:spPr>
          <a:xfrm>
            <a:off x="1027565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D8FD67DE-8215-C12A-6B8C-CFDAB77A5108}"/>
              </a:ext>
            </a:extLst>
          </p:cNvPr>
          <p:cNvSpPr>
            <a:spLocks noChangeAspect="1"/>
          </p:cNvSpPr>
          <p:nvPr/>
        </p:nvSpPr>
        <p:spPr>
          <a:xfrm>
            <a:off x="1264186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70CD0392-668C-D8C3-0A30-6E76FED9AEEE}"/>
              </a:ext>
            </a:extLst>
          </p:cNvPr>
          <p:cNvSpPr>
            <a:spLocks noChangeAspect="1"/>
          </p:cNvSpPr>
          <p:nvPr/>
        </p:nvSpPr>
        <p:spPr>
          <a:xfrm>
            <a:off x="1500807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642901EF-35B2-B3BD-3B67-B6B6E49B02A9}"/>
              </a:ext>
            </a:extLst>
          </p:cNvPr>
          <p:cNvSpPr>
            <a:spLocks noChangeAspect="1"/>
          </p:cNvSpPr>
          <p:nvPr/>
        </p:nvSpPr>
        <p:spPr>
          <a:xfrm>
            <a:off x="1737428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C3116ABC-A15E-D6A1-4D8D-660C2FE18B86}"/>
              </a:ext>
            </a:extLst>
          </p:cNvPr>
          <p:cNvSpPr>
            <a:spLocks noChangeAspect="1"/>
          </p:cNvSpPr>
          <p:nvPr/>
        </p:nvSpPr>
        <p:spPr>
          <a:xfrm>
            <a:off x="1966468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A6F5261D-F2A9-03C8-025C-41B55DAB41F1}"/>
              </a:ext>
            </a:extLst>
          </p:cNvPr>
          <p:cNvSpPr>
            <a:spLocks noChangeAspect="1"/>
          </p:cNvSpPr>
          <p:nvPr/>
        </p:nvSpPr>
        <p:spPr>
          <a:xfrm>
            <a:off x="2203089" y="265659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文本框 39">
            <a:extLst>
              <a:ext uri="{FF2B5EF4-FFF2-40B4-BE49-F238E27FC236}">
                <a16:creationId xmlns:a16="http://schemas.microsoft.com/office/drawing/2014/main" id="{FDC0036E-F5C4-AC2B-5EA7-EC07D97556E3}"/>
              </a:ext>
            </a:extLst>
          </p:cNvPr>
          <p:cNvSpPr txBox="1"/>
          <p:nvPr/>
        </p:nvSpPr>
        <p:spPr>
          <a:xfrm>
            <a:off x="572237" y="3240218"/>
            <a:ext cx="2145139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x/y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轴坐标离散化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轴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: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 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0,1,2,…,X-1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y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轴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: 0,1,2,…,Y-1</a:t>
            </a: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C417D428-6EE8-2DA6-6491-3A12A62FEED2}"/>
              </a:ext>
            </a:extLst>
          </p:cNvPr>
          <p:cNvSpPr>
            <a:spLocks noChangeAspect="1"/>
          </p:cNvSpPr>
          <p:nvPr/>
        </p:nvSpPr>
        <p:spPr>
          <a:xfrm>
            <a:off x="5382679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2229C2BF-2B51-21BA-EA8B-DDAEFDF51E42}"/>
              </a:ext>
            </a:extLst>
          </p:cNvPr>
          <p:cNvSpPr>
            <a:spLocks noChangeAspect="1"/>
          </p:cNvSpPr>
          <p:nvPr/>
        </p:nvSpPr>
        <p:spPr>
          <a:xfrm>
            <a:off x="5619300" y="416354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97579799-5CCB-E4B2-D0ED-7881E12F146C}"/>
              </a:ext>
            </a:extLst>
          </p:cNvPr>
          <p:cNvSpPr>
            <a:spLocks noChangeAspect="1"/>
          </p:cNvSpPr>
          <p:nvPr/>
        </p:nvSpPr>
        <p:spPr>
          <a:xfrm>
            <a:off x="5855921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20E59921-0F2E-334B-1C50-1BDB9E82B753}"/>
              </a:ext>
            </a:extLst>
          </p:cNvPr>
          <p:cNvSpPr>
            <a:spLocks noChangeAspect="1"/>
          </p:cNvSpPr>
          <p:nvPr/>
        </p:nvSpPr>
        <p:spPr>
          <a:xfrm>
            <a:off x="6092542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119E054D-BACB-3AAE-16A4-081556AEFDBC}"/>
              </a:ext>
            </a:extLst>
          </p:cNvPr>
          <p:cNvSpPr>
            <a:spLocks noChangeAspect="1"/>
          </p:cNvSpPr>
          <p:nvPr/>
        </p:nvSpPr>
        <p:spPr>
          <a:xfrm>
            <a:off x="6329163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1CE6C7EC-8218-578D-B6C1-59646BB64AB6}"/>
              </a:ext>
            </a:extLst>
          </p:cNvPr>
          <p:cNvSpPr>
            <a:spLocks noChangeAspect="1"/>
          </p:cNvSpPr>
          <p:nvPr/>
        </p:nvSpPr>
        <p:spPr>
          <a:xfrm>
            <a:off x="6558203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E96F2680-1D7D-A4E2-703C-CEE222F7544D}"/>
              </a:ext>
            </a:extLst>
          </p:cNvPr>
          <p:cNvSpPr>
            <a:spLocks noChangeAspect="1"/>
          </p:cNvSpPr>
          <p:nvPr/>
        </p:nvSpPr>
        <p:spPr>
          <a:xfrm>
            <a:off x="6794824" y="416354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17ACA773-9C67-577A-8DD2-0FC83F8A60F0}"/>
              </a:ext>
            </a:extLst>
          </p:cNvPr>
          <p:cNvSpPr>
            <a:spLocks noChangeAspect="1"/>
          </p:cNvSpPr>
          <p:nvPr/>
        </p:nvSpPr>
        <p:spPr>
          <a:xfrm>
            <a:off x="5382679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40AC1303-FF69-39FF-175A-1ED056258DEE}"/>
              </a:ext>
            </a:extLst>
          </p:cNvPr>
          <p:cNvSpPr>
            <a:spLocks noChangeAspect="1"/>
          </p:cNvSpPr>
          <p:nvPr/>
        </p:nvSpPr>
        <p:spPr>
          <a:xfrm>
            <a:off x="5619300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68D1979B-3C97-DB08-7E20-7907B0B16123}"/>
              </a:ext>
            </a:extLst>
          </p:cNvPr>
          <p:cNvSpPr>
            <a:spLocks noChangeAspect="1"/>
          </p:cNvSpPr>
          <p:nvPr/>
        </p:nvSpPr>
        <p:spPr>
          <a:xfrm>
            <a:off x="5855921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椭圆 50">
            <a:extLst>
              <a:ext uri="{FF2B5EF4-FFF2-40B4-BE49-F238E27FC236}">
                <a16:creationId xmlns:a16="http://schemas.microsoft.com/office/drawing/2014/main" id="{03598DAA-A65B-7A78-7A2D-948DF1EAB86D}"/>
              </a:ext>
            </a:extLst>
          </p:cNvPr>
          <p:cNvSpPr>
            <a:spLocks noChangeAspect="1"/>
          </p:cNvSpPr>
          <p:nvPr/>
        </p:nvSpPr>
        <p:spPr>
          <a:xfrm>
            <a:off x="6092542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椭圆 51">
            <a:extLst>
              <a:ext uri="{FF2B5EF4-FFF2-40B4-BE49-F238E27FC236}">
                <a16:creationId xmlns:a16="http://schemas.microsoft.com/office/drawing/2014/main" id="{0A91F2AD-D199-6A8B-EEB4-A1AF5FE80A91}"/>
              </a:ext>
            </a:extLst>
          </p:cNvPr>
          <p:cNvSpPr>
            <a:spLocks noChangeAspect="1"/>
          </p:cNvSpPr>
          <p:nvPr/>
        </p:nvSpPr>
        <p:spPr>
          <a:xfrm>
            <a:off x="6329163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3" name="椭圆 52">
            <a:extLst>
              <a:ext uri="{FF2B5EF4-FFF2-40B4-BE49-F238E27FC236}">
                <a16:creationId xmlns:a16="http://schemas.microsoft.com/office/drawing/2014/main" id="{7FA45D6D-69D1-D6F2-8C3E-4EBA32BE6A13}"/>
              </a:ext>
            </a:extLst>
          </p:cNvPr>
          <p:cNvSpPr>
            <a:spLocks noChangeAspect="1"/>
          </p:cNvSpPr>
          <p:nvPr/>
        </p:nvSpPr>
        <p:spPr>
          <a:xfrm>
            <a:off x="6558203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4" name="椭圆 53">
            <a:extLst>
              <a:ext uri="{FF2B5EF4-FFF2-40B4-BE49-F238E27FC236}">
                <a16:creationId xmlns:a16="http://schemas.microsoft.com/office/drawing/2014/main" id="{C3225744-B9E6-0C16-5E44-4C87AE0D312F}"/>
              </a:ext>
            </a:extLst>
          </p:cNvPr>
          <p:cNvSpPr>
            <a:spLocks noChangeAspect="1"/>
          </p:cNvSpPr>
          <p:nvPr/>
        </p:nvSpPr>
        <p:spPr>
          <a:xfrm>
            <a:off x="6794824" y="446597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5" name="椭圆 54">
            <a:extLst>
              <a:ext uri="{FF2B5EF4-FFF2-40B4-BE49-F238E27FC236}">
                <a16:creationId xmlns:a16="http://schemas.microsoft.com/office/drawing/2014/main" id="{E7ACEC30-7FE0-663A-5D93-D32DD56CA398}"/>
              </a:ext>
            </a:extLst>
          </p:cNvPr>
          <p:cNvSpPr>
            <a:spLocks noChangeAspect="1"/>
          </p:cNvSpPr>
          <p:nvPr/>
        </p:nvSpPr>
        <p:spPr>
          <a:xfrm>
            <a:off x="5382679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6" name="椭圆 55">
            <a:extLst>
              <a:ext uri="{FF2B5EF4-FFF2-40B4-BE49-F238E27FC236}">
                <a16:creationId xmlns:a16="http://schemas.microsoft.com/office/drawing/2014/main" id="{40EBA2CF-9F0D-CA91-40E6-441BAA1552A3}"/>
              </a:ext>
            </a:extLst>
          </p:cNvPr>
          <p:cNvSpPr>
            <a:spLocks noChangeAspect="1"/>
          </p:cNvSpPr>
          <p:nvPr/>
        </p:nvSpPr>
        <p:spPr>
          <a:xfrm>
            <a:off x="5619300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7" name="椭圆 56">
            <a:extLst>
              <a:ext uri="{FF2B5EF4-FFF2-40B4-BE49-F238E27FC236}">
                <a16:creationId xmlns:a16="http://schemas.microsoft.com/office/drawing/2014/main" id="{546EF177-38E6-2972-1B20-4187EEBC2481}"/>
              </a:ext>
            </a:extLst>
          </p:cNvPr>
          <p:cNvSpPr>
            <a:spLocks noChangeAspect="1"/>
          </p:cNvSpPr>
          <p:nvPr/>
        </p:nvSpPr>
        <p:spPr>
          <a:xfrm>
            <a:off x="5855921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8" name="椭圆 57">
            <a:extLst>
              <a:ext uri="{FF2B5EF4-FFF2-40B4-BE49-F238E27FC236}">
                <a16:creationId xmlns:a16="http://schemas.microsoft.com/office/drawing/2014/main" id="{164BD4BF-8A05-7601-E7DB-E88E61B42050}"/>
              </a:ext>
            </a:extLst>
          </p:cNvPr>
          <p:cNvSpPr>
            <a:spLocks noChangeAspect="1"/>
          </p:cNvSpPr>
          <p:nvPr/>
        </p:nvSpPr>
        <p:spPr>
          <a:xfrm>
            <a:off x="6092542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9" name="椭圆 58">
            <a:extLst>
              <a:ext uri="{FF2B5EF4-FFF2-40B4-BE49-F238E27FC236}">
                <a16:creationId xmlns:a16="http://schemas.microsoft.com/office/drawing/2014/main" id="{C71DB183-C715-B21B-8E1E-6B1EE6F474BA}"/>
              </a:ext>
            </a:extLst>
          </p:cNvPr>
          <p:cNvSpPr>
            <a:spLocks noChangeAspect="1"/>
          </p:cNvSpPr>
          <p:nvPr/>
        </p:nvSpPr>
        <p:spPr>
          <a:xfrm>
            <a:off x="6329163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0" name="椭圆 59">
            <a:extLst>
              <a:ext uri="{FF2B5EF4-FFF2-40B4-BE49-F238E27FC236}">
                <a16:creationId xmlns:a16="http://schemas.microsoft.com/office/drawing/2014/main" id="{5D1286DA-DEF6-1251-CC92-8576636921BA}"/>
              </a:ext>
            </a:extLst>
          </p:cNvPr>
          <p:cNvSpPr>
            <a:spLocks noChangeAspect="1"/>
          </p:cNvSpPr>
          <p:nvPr/>
        </p:nvSpPr>
        <p:spPr>
          <a:xfrm>
            <a:off x="6558203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1" name="椭圆 60">
            <a:extLst>
              <a:ext uri="{FF2B5EF4-FFF2-40B4-BE49-F238E27FC236}">
                <a16:creationId xmlns:a16="http://schemas.microsoft.com/office/drawing/2014/main" id="{AE222678-7FE9-6A46-193B-06DECA57EFC4}"/>
              </a:ext>
            </a:extLst>
          </p:cNvPr>
          <p:cNvSpPr>
            <a:spLocks noChangeAspect="1"/>
          </p:cNvSpPr>
          <p:nvPr/>
        </p:nvSpPr>
        <p:spPr>
          <a:xfrm>
            <a:off x="6794824" y="5211166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2" name="椭圆 61">
            <a:extLst>
              <a:ext uri="{FF2B5EF4-FFF2-40B4-BE49-F238E27FC236}">
                <a16:creationId xmlns:a16="http://schemas.microsoft.com/office/drawing/2014/main" id="{23C71D26-8BAF-029A-3678-C7226F89EA18}"/>
              </a:ext>
            </a:extLst>
          </p:cNvPr>
          <p:cNvSpPr>
            <a:spLocks noChangeAspect="1"/>
          </p:cNvSpPr>
          <p:nvPr/>
        </p:nvSpPr>
        <p:spPr>
          <a:xfrm>
            <a:off x="5382679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3" name="椭圆 62">
            <a:extLst>
              <a:ext uri="{FF2B5EF4-FFF2-40B4-BE49-F238E27FC236}">
                <a16:creationId xmlns:a16="http://schemas.microsoft.com/office/drawing/2014/main" id="{8FA9704E-D816-D79B-16E1-E1189F25F67A}"/>
              </a:ext>
            </a:extLst>
          </p:cNvPr>
          <p:cNvSpPr>
            <a:spLocks noChangeAspect="1"/>
          </p:cNvSpPr>
          <p:nvPr/>
        </p:nvSpPr>
        <p:spPr>
          <a:xfrm>
            <a:off x="5619300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4" name="椭圆 63">
            <a:extLst>
              <a:ext uri="{FF2B5EF4-FFF2-40B4-BE49-F238E27FC236}">
                <a16:creationId xmlns:a16="http://schemas.microsoft.com/office/drawing/2014/main" id="{99DF1052-D2DD-2D31-45A7-F645063BB414}"/>
              </a:ext>
            </a:extLst>
          </p:cNvPr>
          <p:cNvSpPr>
            <a:spLocks noChangeAspect="1"/>
          </p:cNvSpPr>
          <p:nvPr/>
        </p:nvSpPr>
        <p:spPr>
          <a:xfrm>
            <a:off x="5855921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5" name="椭圆 64">
            <a:extLst>
              <a:ext uri="{FF2B5EF4-FFF2-40B4-BE49-F238E27FC236}">
                <a16:creationId xmlns:a16="http://schemas.microsoft.com/office/drawing/2014/main" id="{5046E58C-A0A9-FA1E-CABA-A3E92B9978ED}"/>
              </a:ext>
            </a:extLst>
          </p:cNvPr>
          <p:cNvSpPr>
            <a:spLocks noChangeAspect="1"/>
          </p:cNvSpPr>
          <p:nvPr/>
        </p:nvSpPr>
        <p:spPr>
          <a:xfrm>
            <a:off x="6092542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6" name="椭圆 65">
            <a:extLst>
              <a:ext uri="{FF2B5EF4-FFF2-40B4-BE49-F238E27FC236}">
                <a16:creationId xmlns:a16="http://schemas.microsoft.com/office/drawing/2014/main" id="{08568722-EBE5-93F8-252C-DBD1936FEE04}"/>
              </a:ext>
            </a:extLst>
          </p:cNvPr>
          <p:cNvSpPr>
            <a:spLocks noChangeAspect="1"/>
          </p:cNvSpPr>
          <p:nvPr/>
        </p:nvSpPr>
        <p:spPr>
          <a:xfrm>
            <a:off x="6329163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7" name="椭圆 66">
            <a:extLst>
              <a:ext uri="{FF2B5EF4-FFF2-40B4-BE49-F238E27FC236}">
                <a16:creationId xmlns:a16="http://schemas.microsoft.com/office/drawing/2014/main" id="{13296758-D137-40FE-05FE-95D2BEFB8FD1}"/>
              </a:ext>
            </a:extLst>
          </p:cNvPr>
          <p:cNvSpPr>
            <a:spLocks noChangeAspect="1"/>
          </p:cNvSpPr>
          <p:nvPr/>
        </p:nvSpPr>
        <p:spPr>
          <a:xfrm>
            <a:off x="6558203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8" name="椭圆 67">
            <a:extLst>
              <a:ext uri="{FF2B5EF4-FFF2-40B4-BE49-F238E27FC236}">
                <a16:creationId xmlns:a16="http://schemas.microsoft.com/office/drawing/2014/main" id="{64FFAC53-789C-9C27-3519-D932DACD29FB}"/>
              </a:ext>
            </a:extLst>
          </p:cNvPr>
          <p:cNvSpPr>
            <a:spLocks noChangeAspect="1"/>
          </p:cNvSpPr>
          <p:nvPr/>
        </p:nvSpPr>
        <p:spPr>
          <a:xfrm>
            <a:off x="6794824" y="5513594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69" name="直接箭头连接符 68">
            <a:extLst>
              <a:ext uri="{FF2B5EF4-FFF2-40B4-BE49-F238E27FC236}">
                <a16:creationId xmlns:a16="http://schemas.microsoft.com/office/drawing/2014/main" id="{52AF3C4F-6A3D-3B60-B4C8-381E6F49DFE8}"/>
              </a:ext>
            </a:extLst>
          </p:cNvPr>
          <p:cNvCxnSpPr>
            <a:stCxn id="42" idx="5"/>
            <a:endCxn id="59" idx="1"/>
          </p:cNvCxnSpPr>
          <p:nvPr/>
        </p:nvCxnSpPr>
        <p:spPr>
          <a:xfrm>
            <a:off x="5742212" y="4286460"/>
            <a:ext cx="608039" cy="945794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直接箭头连接符 69">
            <a:extLst>
              <a:ext uri="{FF2B5EF4-FFF2-40B4-BE49-F238E27FC236}">
                <a16:creationId xmlns:a16="http://schemas.microsoft.com/office/drawing/2014/main" id="{CEA1FA9D-D2D6-A2A3-F8AE-531F06B164E6}"/>
              </a:ext>
            </a:extLst>
          </p:cNvPr>
          <p:cNvCxnSpPr/>
          <p:nvPr/>
        </p:nvCxnSpPr>
        <p:spPr>
          <a:xfrm>
            <a:off x="5742212" y="4033740"/>
            <a:ext cx="730951" cy="0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直接箭头连接符 70">
            <a:extLst>
              <a:ext uri="{FF2B5EF4-FFF2-40B4-BE49-F238E27FC236}">
                <a16:creationId xmlns:a16="http://schemas.microsoft.com/office/drawing/2014/main" id="{2E8001BB-AA51-8761-8638-C0926D7C68B3}"/>
              </a:ext>
            </a:extLst>
          </p:cNvPr>
          <p:cNvCxnSpPr/>
          <p:nvPr/>
        </p:nvCxnSpPr>
        <p:spPr>
          <a:xfrm>
            <a:off x="5265503" y="4286460"/>
            <a:ext cx="0" cy="1068706"/>
          </a:xfrm>
          <a:prstGeom prst="straightConnector1">
            <a:avLst/>
          </a:prstGeom>
          <a:ln w="28575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文本框 74">
            <a:extLst>
              <a:ext uri="{FF2B5EF4-FFF2-40B4-BE49-F238E27FC236}">
                <a16:creationId xmlns:a16="http://schemas.microsoft.com/office/drawing/2014/main" id="{FB352AE5-4711-80FB-A91B-122EAD4773FA}"/>
              </a:ext>
            </a:extLst>
          </p:cNvPr>
          <p:cNvSpPr txBox="1"/>
          <p:nvPr/>
        </p:nvSpPr>
        <p:spPr>
          <a:xfrm>
            <a:off x="849366" y="897321"/>
            <a:ext cx="66396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(1,0)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54D59B45-EAE8-EFBC-6FF6-0D165FA0D138}"/>
                  </a:ext>
                </a:extLst>
              </p:cNvPr>
              <p:cNvSpPr txBox="1"/>
              <p:nvPr/>
            </p:nvSpPr>
            <p:spPr>
              <a:xfrm>
                <a:off x="4283242" y="1145406"/>
                <a:ext cx="7257449" cy="2031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l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任意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move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都可拆分为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x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和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y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轴方向的移动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l"/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l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由于坐标轴被离散化，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x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轴存在 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X×(X-1) 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个移动向量，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y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轴 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Y×(Y-1)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</a:t>
                </a:r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l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将这些移动向量成为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channel</a:t>
                </a:r>
              </a:p>
              <a:p>
                <a:pPr algn="l"/>
                <a:endParaRPr lang="en-US" altLang="zh-CN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  <a:p>
                <a:pPr algn="l"/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用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channel</a:t>
                </a:r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是否被占用表征局势中已有的移动，共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𝑋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sSup>
                      <m:sSupPr>
                        <m:ctrlP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</m:ctrlPr>
                      </m:sSupPr>
                      <m:e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𝑌</m:t>
                        </m:r>
                      </m:e>
                      <m:sup>
                        <m:r>
                          <a:rPr lang="en-US" altLang="zh-CN" b="0" i="1" smtClean="0">
                            <a:latin typeface="Cambria Math" panose="02040503050406030204" pitchFamily="18" charset="0"/>
                            <a:ea typeface="微软雅黑" panose="020B0503020204020204" pitchFamily="34" charset="-122"/>
                          </a:rPr>
                          <m:t>2</m:t>
                        </m:r>
                      </m:sup>
                    </m:sSup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−(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𝑋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+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𝑌</m:t>
                    </m:r>
                    <m:r>
                      <a:rPr lang="en-US" altLang="zh-CN" b="0" i="1" smtClean="0">
                        <a:latin typeface="Cambria Math" panose="02040503050406030204" pitchFamily="18" charset="0"/>
                        <a:ea typeface="微软雅黑" panose="020B0503020204020204" pitchFamily="34" charset="-122"/>
                      </a:rPr>
                      <m:t>)</m:t>
                    </m:r>
                  </m:oMath>
                </a14:m>
                <a:r>
                  <a:rPr lang="zh-CN" altLang="en-US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个</a:t>
                </a:r>
                <a:r>
                  <a:rPr lang="en-US" altLang="zh-CN" dirty="0">
                    <a:latin typeface="微软雅黑" panose="020B0503020204020204" pitchFamily="34" charset="-122"/>
                    <a:ea typeface="微软雅黑" panose="020B0503020204020204" pitchFamily="34" charset="-122"/>
                  </a:rPr>
                  <a:t>channel</a:t>
                </a:r>
                <a:endParaRPr lang="zh-CN" altLang="en-US" dirty="0">
                  <a:latin typeface="微软雅黑" panose="020B0503020204020204" pitchFamily="34" charset="-122"/>
                  <a:ea typeface="微软雅黑" panose="020B0503020204020204" pitchFamily="34" charset="-122"/>
                </a:endParaRPr>
              </a:p>
            </p:txBody>
          </p:sp>
        </mc:Choice>
        <mc:Fallback>
          <p:sp>
            <p:nvSpPr>
              <p:cNvPr id="127" name="文本框 126">
                <a:extLst>
                  <a:ext uri="{FF2B5EF4-FFF2-40B4-BE49-F238E27FC236}">
                    <a16:creationId xmlns:a16="http://schemas.microsoft.com/office/drawing/2014/main" id="{54D59B45-EAE8-EFBC-6FF6-0D165FA0D1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83242" y="1145406"/>
                <a:ext cx="7257449" cy="2031325"/>
              </a:xfrm>
              <a:prstGeom prst="rect">
                <a:avLst/>
              </a:prstGeom>
              <a:blipFill>
                <a:blip r:embed="rId2"/>
                <a:stretch>
                  <a:fillRect l="-756" t="-1802" r="-252" b="-390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9" name="文本框 128">
            <a:extLst>
              <a:ext uri="{FF2B5EF4-FFF2-40B4-BE49-F238E27FC236}">
                <a16:creationId xmlns:a16="http://schemas.microsoft.com/office/drawing/2014/main" id="{0B4B8EBA-5985-7CE9-8FC6-3FF47B9376EA}"/>
              </a:ext>
            </a:extLst>
          </p:cNvPr>
          <p:cNvSpPr txBox="1"/>
          <p:nvPr/>
        </p:nvSpPr>
        <p:spPr>
          <a:xfrm>
            <a:off x="5742212" y="3522846"/>
            <a:ext cx="17203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x1-&gt;x4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被占用</a:t>
            </a:r>
          </a:p>
        </p:txBody>
      </p:sp>
      <p:sp>
        <p:nvSpPr>
          <p:cNvPr id="131" name="文本框 130">
            <a:extLst>
              <a:ext uri="{FF2B5EF4-FFF2-40B4-BE49-F238E27FC236}">
                <a16:creationId xmlns:a16="http://schemas.microsoft.com/office/drawing/2014/main" id="{B8F94E48-B90D-49A2-23FF-EBF3CB280AC4}"/>
              </a:ext>
            </a:extLst>
          </p:cNvPr>
          <p:cNvSpPr txBox="1"/>
          <p:nvPr/>
        </p:nvSpPr>
        <p:spPr>
          <a:xfrm>
            <a:off x="3498849" y="4636147"/>
            <a:ext cx="172996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y0-&gt;y2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被占用</a:t>
            </a:r>
          </a:p>
        </p:txBody>
      </p:sp>
    </p:spTree>
    <p:extLst>
      <p:ext uri="{BB962C8B-B14F-4D97-AF65-F5344CB8AC3E}">
        <p14:creationId xmlns:p14="http://schemas.microsoft.com/office/powerpoint/2010/main" val="38404374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2F93F79C-8992-4B87-893C-25359ECCB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5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DEB33A5-BE2A-2980-B3EA-5279A40D72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CN" altLang="en-US"/>
          </a:p>
        </p:txBody>
      </p:sp>
      <p:pic>
        <p:nvPicPr>
          <p:cNvPr id="6" name="图片 5" descr="User attachment">
            <a:extLst>
              <a:ext uri="{FF2B5EF4-FFF2-40B4-BE49-F238E27FC236}">
                <a16:creationId xmlns:a16="http://schemas.microsoft.com/office/drawing/2014/main" id="{7E8437A1-6E59-245D-05AE-863963B1B3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855" y="927143"/>
            <a:ext cx="3930718" cy="5240957"/>
          </a:xfrm>
          <a:prstGeom prst="rect">
            <a:avLst/>
          </a:prstGeom>
        </p:spPr>
      </p:pic>
      <p:sp>
        <p:nvSpPr>
          <p:cNvPr id="7" name="椭圆 6">
            <a:extLst>
              <a:ext uri="{FF2B5EF4-FFF2-40B4-BE49-F238E27FC236}">
                <a16:creationId xmlns:a16="http://schemas.microsoft.com/office/drawing/2014/main" id="{FCA7BEF5-0C25-AF10-1021-DB33ED292477}"/>
              </a:ext>
            </a:extLst>
          </p:cNvPr>
          <p:cNvSpPr>
            <a:spLocks noChangeAspect="1"/>
          </p:cNvSpPr>
          <p:nvPr/>
        </p:nvSpPr>
        <p:spPr>
          <a:xfrm>
            <a:off x="9164923" y="2240897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B84FEDE3-1B5B-038B-41E3-75B4FFC3834B}"/>
              </a:ext>
            </a:extLst>
          </p:cNvPr>
          <p:cNvSpPr>
            <a:spLocks noChangeAspect="1"/>
          </p:cNvSpPr>
          <p:nvPr/>
        </p:nvSpPr>
        <p:spPr>
          <a:xfrm>
            <a:off x="9308923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627CB9D2-CBA4-1D72-B6A7-76EA29165490}"/>
              </a:ext>
            </a:extLst>
          </p:cNvPr>
          <p:cNvSpPr>
            <a:spLocks noChangeAspect="1"/>
          </p:cNvSpPr>
          <p:nvPr/>
        </p:nvSpPr>
        <p:spPr>
          <a:xfrm>
            <a:off x="9607271" y="2240897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3DF5DCA8-21AB-5100-6F5C-16E3836BC5B3}"/>
              </a:ext>
            </a:extLst>
          </p:cNvPr>
          <p:cNvSpPr>
            <a:spLocks noChangeAspect="1"/>
          </p:cNvSpPr>
          <p:nvPr/>
        </p:nvSpPr>
        <p:spPr>
          <a:xfrm>
            <a:off x="9751271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FA8EE0E3-3965-E6DF-04A0-2402DC40A37D}"/>
              </a:ext>
            </a:extLst>
          </p:cNvPr>
          <p:cNvSpPr>
            <a:spLocks noChangeAspect="1"/>
          </p:cNvSpPr>
          <p:nvPr/>
        </p:nvSpPr>
        <p:spPr>
          <a:xfrm>
            <a:off x="10049619" y="2240897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C455165-DEE1-60BA-5C92-F29360BA7E3D}"/>
              </a:ext>
            </a:extLst>
          </p:cNvPr>
          <p:cNvSpPr>
            <a:spLocks noChangeAspect="1"/>
          </p:cNvSpPr>
          <p:nvPr/>
        </p:nvSpPr>
        <p:spPr>
          <a:xfrm>
            <a:off x="10193619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4AE07A3E-31F7-C7A5-EA17-BDF58DD6941E}"/>
              </a:ext>
            </a:extLst>
          </p:cNvPr>
          <p:cNvSpPr>
            <a:spLocks noChangeAspect="1"/>
          </p:cNvSpPr>
          <p:nvPr/>
        </p:nvSpPr>
        <p:spPr>
          <a:xfrm>
            <a:off x="10491968" y="2240897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椭圆 13">
            <a:extLst>
              <a:ext uri="{FF2B5EF4-FFF2-40B4-BE49-F238E27FC236}">
                <a16:creationId xmlns:a16="http://schemas.microsoft.com/office/drawing/2014/main" id="{E410BA73-CBB0-CA57-C5B5-4555180DD3F4}"/>
              </a:ext>
            </a:extLst>
          </p:cNvPr>
          <p:cNvSpPr>
            <a:spLocks noChangeAspect="1"/>
          </p:cNvSpPr>
          <p:nvPr/>
        </p:nvSpPr>
        <p:spPr>
          <a:xfrm>
            <a:off x="10635968" y="2234910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椭圆 14">
            <a:extLst>
              <a:ext uri="{FF2B5EF4-FFF2-40B4-BE49-F238E27FC236}">
                <a16:creationId xmlns:a16="http://schemas.microsoft.com/office/drawing/2014/main" id="{2BC98FF3-9F33-0BF3-23E0-CB62EC0B51D8}"/>
              </a:ext>
            </a:extLst>
          </p:cNvPr>
          <p:cNvSpPr>
            <a:spLocks noChangeAspect="1"/>
          </p:cNvSpPr>
          <p:nvPr/>
        </p:nvSpPr>
        <p:spPr>
          <a:xfrm>
            <a:off x="9164923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椭圆 15">
            <a:extLst>
              <a:ext uri="{FF2B5EF4-FFF2-40B4-BE49-F238E27FC236}">
                <a16:creationId xmlns:a16="http://schemas.microsoft.com/office/drawing/2014/main" id="{B0F3BDD3-9404-D0AD-8493-5D93AE218871}"/>
              </a:ext>
            </a:extLst>
          </p:cNvPr>
          <p:cNvSpPr>
            <a:spLocks noChangeAspect="1"/>
          </p:cNvSpPr>
          <p:nvPr/>
        </p:nvSpPr>
        <p:spPr>
          <a:xfrm>
            <a:off x="9401544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7" name="椭圆 16">
            <a:extLst>
              <a:ext uri="{FF2B5EF4-FFF2-40B4-BE49-F238E27FC236}">
                <a16:creationId xmlns:a16="http://schemas.microsoft.com/office/drawing/2014/main" id="{2A3CA984-9B2B-683D-E760-17B713135436}"/>
              </a:ext>
            </a:extLst>
          </p:cNvPr>
          <p:cNvSpPr>
            <a:spLocks noChangeAspect="1"/>
          </p:cNvSpPr>
          <p:nvPr/>
        </p:nvSpPr>
        <p:spPr>
          <a:xfrm>
            <a:off x="9638165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EB25DF03-6B91-9014-7D38-0C53AE133EBB}"/>
              </a:ext>
            </a:extLst>
          </p:cNvPr>
          <p:cNvSpPr>
            <a:spLocks noChangeAspect="1"/>
          </p:cNvSpPr>
          <p:nvPr/>
        </p:nvSpPr>
        <p:spPr>
          <a:xfrm>
            <a:off x="9874786" y="3372015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D9B4945B-7C73-777E-2AA6-0DBF16F9BBBE}"/>
              </a:ext>
            </a:extLst>
          </p:cNvPr>
          <p:cNvSpPr>
            <a:spLocks noChangeAspect="1"/>
          </p:cNvSpPr>
          <p:nvPr/>
        </p:nvSpPr>
        <p:spPr>
          <a:xfrm>
            <a:off x="10111407" y="337201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BC070F56-C65C-890D-5D07-593707DEF18E}"/>
              </a:ext>
            </a:extLst>
          </p:cNvPr>
          <p:cNvSpPr>
            <a:spLocks noChangeAspect="1"/>
          </p:cNvSpPr>
          <p:nvPr/>
        </p:nvSpPr>
        <p:spPr>
          <a:xfrm>
            <a:off x="10340447" y="337201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1" name="椭圆 20">
            <a:extLst>
              <a:ext uri="{FF2B5EF4-FFF2-40B4-BE49-F238E27FC236}">
                <a16:creationId xmlns:a16="http://schemas.microsoft.com/office/drawing/2014/main" id="{D7E48CA9-49A7-8D0F-9C03-5C7C8248CC00}"/>
              </a:ext>
            </a:extLst>
          </p:cNvPr>
          <p:cNvSpPr>
            <a:spLocks noChangeAspect="1"/>
          </p:cNvSpPr>
          <p:nvPr/>
        </p:nvSpPr>
        <p:spPr>
          <a:xfrm>
            <a:off x="10577068" y="3372015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24293787-14A2-6C57-4460-C6670CD32A47}"/>
              </a:ext>
            </a:extLst>
          </p:cNvPr>
          <p:cNvSpPr>
            <a:spLocks noChangeAspect="1"/>
          </p:cNvSpPr>
          <p:nvPr/>
        </p:nvSpPr>
        <p:spPr>
          <a:xfrm>
            <a:off x="9164923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3" name="椭圆 22">
            <a:extLst>
              <a:ext uri="{FF2B5EF4-FFF2-40B4-BE49-F238E27FC236}">
                <a16:creationId xmlns:a16="http://schemas.microsoft.com/office/drawing/2014/main" id="{45CFB5DD-BA46-3759-7BA4-12CAAC00B680}"/>
              </a:ext>
            </a:extLst>
          </p:cNvPr>
          <p:cNvSpPr>
            <a:spLocks noChangeAspect="1"/>
          </p:cNvSpPr>
          <p:nvPr/>
        </p:nvSpPr>
        <p:spPr>
          <a:xfrm>
            <a:off x="9401544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4" name="椭圆 23">
            <a:extLst>
              <a:ext uri="{FF2B5EF4-FFF2-40B4-BE49-F238E27FC236}">
                <a16:creationId xmlns:a16="http://schemas.microsoft.com/office/drawing/2014/main" id="{3B940A87-735B-493D-FF31-62D4AF4FD5A6}"/>
              </a:ext>
            </a:extLst>
          </p:cNvPr>
          <p:cNvSpPr>
            <a:spLocks noChangeAspect="1"/>
          </p:cNvSpPr>
          <p:nvPr/>
        </p:nvSpPr>
        <p:spPr>
          <a:xfrm>
            <a:off x="9638165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5" name="椭圆 24">
            <a:extLst>
              <a:ext uri="{FF2B5EF4-FFF2-40B4-BE49-F238E27FC236}">
                <a16:creationId xmlns:a16="http://schemas.microsoft.com/office/drawing/2014/main" id="{5C7ABF9C-753B-4D0B-CE8A-3A6F5E5A5122}"/>
              </a:ext>
            </a:extLst>
          </p:cNvPr>
          <p:cNvSpPr>
            <a:spLocks noChangeAspect="1"/>
          </p:cNvSpPr>
          <p:nvPr/>
        </p:nvSpPr>
        <p:spPr>
          <a:xfrm>
            <a:off x="9874786" y="367444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6" name="椭圆 25">
            <a:extLst>
              <a:ext uri="{FF2B5EF4-FFF2-40B4-BE49-F238E27FC236}">
                <a16:creationId xmlns:a16="http://schemas.microsoft.com/office/drawing/2014/main" id="{A738254E-04EB-9635-8ED0-AF06F04B977A}"/>
              </a:ext>
            </a:extLst>
          </p:cNvPr>
          <p:cNvSpPr>
            <a:spLocks noChangeAspect="1"/>
          </p:cNvSpPr>
          <p:nvPr/>
        </p:nvSpPr>
        <p:spPr>
          <a:xfrm>
            <a:off x="10111407" y="367444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C78C5894-F1B3-CA07-1971-B4F95E2963DC}"/>
              </a:ext>
            </a:extLst>
          </p:cNvPr>
          <p:cNvSpPr>
            <a:spLocks noChangeAspect="1"/>
          </p:cNvSpPr>
          <p:nvPr/>
        </p:nvSpPr>
        <p:spPr>
          <a:xfrm>
            <a:off x="10340447" y="367444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8" name="椭圆 27">
            <a:extLst>
              <a:ext uri="{FF2B5EF4-FFF2-40B4-BE49-F238E27FC236}">
                <a16:creationId xmlns:a16="http://schemas.microsoft.com/office/drawing/2014/main" id="{7D15C664-38B8-E486-3346-5DDBFD85B4E0}"/>
              </a:ext>
            </a:extLst>
          </p:cNvPr>
          <p:cNvSpPr>
            <a:spLocks noChangeAspect="1"/>
          </p:cNvSpPr>
          <p:nvPr/>
        </p:nvSpPr>
        <p:spPr>
          <a:xfrm>
            <a:off x="10577068" y="367444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4210B897-7655-133F-3AD3-47C40064649F}"/>
              </a:ext>
            </a:extLst>
          </p:cNvPr>
          <p:cNvSpPr>
            <a:spLocks noChangeAspect="1"/>
          </p:cNvSpPr>
          <p:nvPr/>
        </p:nvSpPr>
        <p:spPr>
          <a:xfrm>
            <a:off x="9164923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0" name="椭圆 29">
            <a:extLst>
              <a:ext uri="{FF2B5EF4-FFF2-40B4-BE49-F238E27FC236}">
                <a16:creationId xmlns:a16="http://schemas.microsoft.com/office/drawing/2014/main" id="{3598388A-BAF7-DF31-360D-6B7284FBE794}"/>
              </a:ext>
            </a:extLst>
          </p:cNvPr>
          <p:cNvSpPr>
            <a:spLocks noChangeAspect="1"/>
          </p:cNvSpPr>
          <p:nvPr/>
        </p:nvSpPr>
        <p:spPr>
          <a:xfrm>
            <a:off x="9401544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2EF2ABA4-8D83-0BF5-9C49-4F3C188D2C5C}"/>
              </a:ext>
            </a:extLst>
          </p:cNvPr>
          <p:cNvSpPr>
            <a:spLocks noChangeAspect="1"/>
          </p:cNvSpPr>
          <p:nvPr/>
        </p:nvSpPr>
        <p:spPr>
          <a:xfrm>
            <a:off x="9638165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2" name="椭圆 31">
            <a:extLst>
              <a:ext uri="{FF2B5EF4-FFF2-40B4-BE49-F238E27FC236}">
                <a16:creationId xmlns:a16="http://schemas.microsoft.com/office/drawing/2014/main" id="{9657C333-3D7C-8F8D-6648-676E4601BE49}"/>
              </a:ext>
            </a:extLst>
          </p:cNvPr>
          <p:cNvSpPr>
            <a:spLocks noChangeAspect="1"/>
          </p:cNvSpPr>
          <p:nvPr/>
        </p:nvSpPr>
        <p:spPr>
          <a:xfrm>
            <a:off x="9874786" y="441963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3" name="椭圆 32">
            <a:extLst>
              <a:ext uri="{FF2B5EF4-FFF2-40B4-BE49-F238E27FC236}">
                <a16:creationId xmlns:a16="http://schemas.microsoft.com/office/drawing/2014/main" id="{65411993-AF65-5F53-F878-784E0CC99F5F}"/>
              </a:ext>
            </a:extLst>
          </p:cNvPr>
          <p:cNvSpPr>
            <a:spLocks noChangeAspect="1"/>
          </p:cNvSpPr>
          <p:nvPr/>
        </p:nvSpPr>
        <p:spPr>
          <a:xfrm>
            <a:off x="10111407" y="4419633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4" name="椭圆 33">
            <a:extLst>
              <a:ext uri="{FF2B5EF4-FFF2-40B4-BE49-F238E27FC236}">
                <a16:creationId xmlns:a16="http://schemas.microsoft.com/office/drawing/2014/main" id="{ED146407-5163-E4DA-DE95-20DA85687636}"/>
              </a:ext>
            </a:extLst>
          </p:cNvPr>
          <p:cNvSpPr>
            <a:spLocks noChangeAspect="1"/>
          </p:cNvSpPr>
          <p:nvPr/>
        </p:nvSpPr>
        <p:spPr>
          <a:xfrm>
            <a:off x="10340447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5" name="椭圆 34">
            <a:extLst>
              <a:ext uri="{FF2B5EF4-FFF2-40B4-BE49-F238E27FC236}">
                <a16:creationId xmlns:a16="http://schemas.microsoft.com/office/drawing/2014/main" id="{B0F15FB0-C91D-29C3-97C7-75D44BB3D3F9}"/>
              </a:ext>
            </a:extLst>
          </p:cNvPr>
          <p:cNvSpPr>
            <a:spLocks noChangeAspect="1"/>
          </p:cNvSpPr>
          <p:nvPr/>
        </p:nvSpPr>
        <p:spPr>
          <a:xfrm>
            <a:off x="10577068" y="4419633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6" name="椭圆 35">
            <a:extLst>
              <a:ext uri="{FF2B5EF4-FFF2-40B4-BE49-F238E27FC236}">
                <a16:creationId xmlns:a16="http://schemas.microsoft.com/office/drawing/2014/main" id="{2D9763A0-DC58-3B76-2363-601C5F62371D}"/>
              </a:ext>
            </a:extLst>
          </p:cNvPr>
          <p:cNvSpPr>
            <a:spLocks noChangeAspect="1"/>
          </p:cNvSpPr>
          <p:nvPr/>
        </p:nvSpPr>
        <p:spPr>
          <a:xfrm>
            <a:off x="9164923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7" name="椭圆 36">
            <a:extLst>
              <a:ext uri="{FF2B5EF4-FFF2-40B4-BE49-F238E27FC236}">
                <a16:creationId xmlns:a16="http://schemas.microsoft.com/office/drawing/2014/main" id="{18F68C61-C381-B89D-236B-5B07D825D9B3}"/>
              </a:ext>
            </a:extLst>
          </p:cNvPr>
          <p:cNvSpPr>
            <a:spLocks noChangeAspect="1"/>
          </p:cNvSpPr>
          <p:nvPr/>
        </p:nvSpPr>
        <p:spPr>
          <a:xfrm>
            <a:off x="9401544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8" name="椭圆 37">
            <a:extLst>
              <a:ext uri="{FF2B5EF4-FFF2-40B4-BE49-F238E27FC236}">
                <a16:creationId xmlns:a16="http://schemas.microsoft.com/office/drawing/2014/main" id="{FA67FC84-6F79-9577-5232-84FD7BD73364}"/>
              </a:ext>
            </a:extLst>
          </p:cNvPr>
          <p:cNvSpPr>
            <a:spLocks noChangeAspect="1"/>
          </p:cNvSpPr>
          <p:nvPr/>
        </p:nvSpPr>
        <p:spPr>
          <a:xfrm>
            <a:off x="9638165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39" name="椭圆 38">
            <a:extLst>
              <a:ext uri="{FF2B5EF4-FFF2-40B4-BE49-F238E27FC236}">
                <a16:creationId xmlns:a16="http://schemas.microsoft.com/office/drawing/2014/main" id="{7B41A981-89B6-5CE1-F66B-E858A04E51D3}"/>
              </a:ext>
            </a:extLst>
          </p:cNvPr>
          <p:cNvSpPr>
            <a:spLocks noChangeAspect="1"/>
          </p:cNvSpPr>
          <p:nvPr/>
        </p:nvSpPr>
        <p:spPr>
          <a:xfrm>
            <a:off x="9874786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椭圆 39">
            <a:extLst>
              <a:ext uri="{FF2B5EF4-FFF2-40B4-BE49-F238E27FC236}">
                <a16:creationId xmlns:a16="http://schemas.microsoft.com/office/drawing/2014/main" id="{C83B9130-7E5E-F11A-FA6E-4CA18BB48FD2}"/>
              </a:ext>
            </a:extLst>
          </p:cNvPr>
          <p:cNvSpPr>
            <a:spLocks noChangeAspect="1"/>
          </p:cNvSpPr>
          <p:nvPr/>
        </p:nvSpPr>
        <p:spPr>
          <a:xfrm>
            <a:off x="10111407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1" name="椭圆 40">
            <a:extLst>
              <a:ext uri="{FF2B5EF4-FFF2-40B4-BE49-F238E27FC236}">
                <a16:creationId xmlns:a16="http://schemas.microsoft.com/office/drawing/2014/main" id="{1EC24EE4-05F4-6E40-290C-B10F3A275F1A}"/>
              </a:ext>
            </a:extLst>
          </p:cNvPr>
          <p:cNvSpPr>
            <a:spLocks noChangeAspect="1"/>
          </p:cNvSpPr>
          <p:nvPr/>
        </p:nvSpPr>
        <p:spPr>
          <a:xfrm>
            <a:off x="10340447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2" name="椭圆 41">
            <a:extLst>
              <a:ext uri="{FF2B5EF4-FFF2-40B4-BE49-F238E27FC236}">
                <a16:creationId xmlns:a16="http://schemas.microsoft.com/office/drawing/2014/main" id="{E4CC574C-F97C-19C6-00B2-BDF59E40BAB5}"/>
              </a:ext>
            </a:extLst>
          </p:cNvPr>
          <p:cNvSpPr>
            <a:spLocks noChangeAspect="1"/>
          </p:cNvSpPr>
          <p:nvPr/>
        </p:nvSpPr>
        <p:spPr>
          <a:xfrm>
            <a:off x="10577068" y="472206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3" name="椭圆 42">
            <a:extLst>
              <a:ext uri="{FF2B5EF4-FFF2-40B4-BE49-F238E27FC236}">
                <a16:creationId xmlns:a16="http://schemas.microsoft.com/office/drawing/2014/main" id="{C59EF76A-F65C-3765-F1ED-99467554BF83}"/>
              </a:ext>
            </a:extLst>
          </p:cNvPr>
          <p:cNvSpPr>
            <a:spLocks noChangeAspect="1"/>
          </p:cNvSpPr>
          <p:nvPr/>
        </p:nvSpPr>
        <p:spPr>
          <a:xfrm>
            <a:off x="9164923" y="253733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4" name="椭圆 43">
            <a:extLst>
              <a:ext uri="{FF2B5EF4-FFF2-40B4-BE49-F238E27FC236}">
                <a16:creationId xmlns:a16="http://schemas.microsoft.com/office/drawing/2014/main" id="{0C089E3C-A48A-A135-1F3C-4E778FE0DF0C}"/>
              </a:ext>
            </a:extLst>
          </p:cNvPr>
          <p:cNvSpPr>
            <a:spLocks noChangeAspect="1"/>
          </p:cNvSpPr>
          <p:nvPr/>
        </p:nvSpPr>
        <p:spPr>
          <a:xfrm>
            <a:off x="9308923" y="2531351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5" name="椭圆 44">
            <a:extLst>
              <a:ext uri="{FF2B5EF4-FFF2-40B4-BE49-F238E27FC236}">
                <a16:creationId xmlns:a16="http://schemas.microsoft.com/office/drawing/2014/main" id="{F673A2AB-FF8C-848D-F399-1911DCCDFB2B}"/>
              </a:ext>
            </a:extLst>
          </p:cNvPr>
          <p:cNvSpPr>
            <a:spLocks noChangeAspect="1"/>
          </p:cNvSpPr>
          <p:nvPr/>
        </p:nvSpPr>
        <p:spPr>
          <a:xfrm>
            <a:off x="9607271" y="2537338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6" name="椭圆 45">
            <a:extLst>
              <a:ext uri="{FF2B5EF4-FFF2-40B4-BE49-F238E27FC236}">
                <a16:creationId xmlns:a16="http://schemas.microsoft.com/office/drawing/2014/main" id="{E2163F47-6105-8056-1EC5-0AC4D4EAD980}"/>
              </a:ext>
            </a:extLst>
          </p:cNvPr>
          <p:cNvSpPr>
            <a:spLocks noChangeAspect="1"/>
          </p:cNvSpPr>
          <p:nvPr/>
        </p:nvSpPr>
        <p:spPr>
          <a:xfrm>
            <a:off x="9751271" y="2531351"/>
            <a:ext cx="144000" cy="144000"/>
          </a:xfrm>
          <a:prstGeom prst="ellipse">
            <a:avLst/>
          </a:prstGeom>
          <a:solidFill>
            <a:schemeClr val="bg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7" name="椭圆 46">
            <a:extLst>
              <a:ext uri="{FF2B5EF4-FFF2-40B4-BE49-F238E27FC236}">
                <a16:creationId xmlns:a16="http://schemas.microsoft.com/office/drawing/2014/main" id="{D591E00B-A5F3-CD8C-C7E8-4A6C0D32A5E7}"/>
              </a:ext>
            </a:extLst>
          </p:cNvPr>
          <p:cNvSpPr>
            <a:spLocks noChangeAspect="1"/>
          </p:cNvSpPr>
          <p:nvPr/>
        </p:nvSpPr>
        <p:spPr>
          <a:xfrm>
            <a:off x="10049619" y="253733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椭圆 47">
            <a:extLst>
              <a:ext uri="{FF2B5EF4-FFF2-40B4-BE49-F238E27FC236}">
                <a16:creationId xmlns:a16="http://schemas.microsoft.com/office/drawing/2014/main" id="{55FB35AE-4EBC-D32F-4F1B-937CF4EE3BFC}"/>
              </a:ext>
            </a:extLst>
          </p:cNvPr>
          <p:cNvSpPr>
            <a:spLocks noChangeAspect="1"/>
          </p:cNvSpPr>
          <p:nvPr/>
        </p:nvSpPr>
        <p:spPr>
          <a:xfrm>
            <a:off x="10193619" y="2531351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9" name="椭圆 48">
            <a:extLst>
              <a:ext uri="{FF2B5EF4-FFF2-40B4-BE49-F238E27FC236}">
                <a16:creationId xmlns:a16="http://schemas.microsoft.com/office/drawing/2014/main" id="{C8D35BEC-3B33-DEEA-5071-42FEDD6DC340}"/>
              </a:ext>
            </a:extLst>
          </p:cNvPr>
          <p:cNvSpPr>
            <a:spLocks noChangeAspect="1"/>
          </p:cNvSpPr>
          <p:nvPr/>
        </p:nvSpPr>
        <p:spPr>
          <a:xfrm>
            <a:off x="10491968" y="2537338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椭圆 49">
            <a:extLst>
              <a:ext uri="{FF2B5EF4-FFF2-40B4-BE49-F238E27FC236}">
                <a16:creationId xmlns:a16="http://schemas.microsoft.com/office/drawing/2014/main" id="{E4EBA6B4-EEEE-70CB-326F-70A67C58FD35}"/>
              </a:ext>
            </a:extLst>
          </p:cNvPr>
          <p:cNvSpPr>
            <a:spLocks noChangeAspect="1"/>
          </p:cNvSpPr>
          <p:nvPr/>
        </p:nvSpPr>
        <p:spPr>
          <a:xfrm>
            <a:off x="10635968" y="2531351"/>
            <a:ext cx="144000" cy="144000"/>
          </a:xfrm>
          <a:prstGeom prst="ellipse">
            <a:avLst/>
          </a:prstGeom>
          <a:solidFill>
            <a:schemeClr val="accent1"/>
          </a:solidFill>
          <a:ln>
            <a:solidFill>
              <a:schemeClr val="bg1">
                <a:lumMod val="75000"/>
              </a:schemeClr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1" name="矩形 50">
            <a:extLst>
              <a:ext uri="{FF2B5EF4-FFF2-40B4-BE49-F238E27FC236}">
                <a16:creationId xmlns:a16="http://schemas.microsoft.com/office/drawing/2014/main" id="{5E3C8C2E-C8F9-A3E7-953A-944A93C2BE77}"/>
              </a:ext>
            </a:extLst>
          </p:cNvPr>
          <p:cNvSpPr/>
          <p:nvPr/>
        </p:nvSpPr>
        <p:spPr>
          <a:xfrm>
            <a:off x="9049418" y="2142583"/>
            <a:ext cx="1867303" cy="595423"/>
          </a:xfrm>
          <a:prstGeom prst="rect">
            <a:avLst/>
          </a:prstGeom>
          <a:ln w="15875">
            <a:solidFill>
              <a:schemeClr val="accent2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D5B2A169-78DB-4340-4D93-F3F2EF93261F}"/>
              </a:ext>
            </a:extLst>
          </p:cNvPr>
          <p:cNvSpPr/>
          <p:nvPr/>
        </p:nvSpPr>
        <p:spPr>
          <a:xfrm>
            <a:off x="9049418" y="3265380"/>
            <a:ext cx="1867303" cy="639403"/>
          </a:xfrm>
          <a:prstGeom prst="rect">
            <a:avLst/>
          </a:prstGeom>
          <a:ln w="15875">
            <a:solidFill>
              <a:schemeClr val="accent5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3" name="直接箭头连接符 52">
            <a:extLst>
              <a:ext uri="{FF2B5EF4-FFF2-40B4-BE49-F238E27FC236}">
                <a16:creationId xmlns:a16="http://schemas.microsoft.com/office/drawing/2014/main" id="{BD093861-42BA-0207-D7EA-1F20535A9337}"/>
              </a:ext>
            </a:extLst>
          </p:cNvPr>
          <p:cNvCxnSpPr>
            <a:stCxn id="44" idx="0"/>
            <a:endCxn id="8" idx="4"/>
          </p:cNvCxnSpPr>
          <p:nvPr/>
        </p:nvCxnSpPr>
        <p:spPr>
          <a:xfrm flipV="1">
            <a:off x="9380923" y="2378910"/>
            <a:ext cx="0" cy="15244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直接箭头连接符 53">
            <a:extLst>
              <a:ext uri="{FF2B5EF4-FFF2-40B4-BE49-F238E27FC236}">
                <a16:creationId xmlns:a16="http://schemas.microsoft.com/office/drawing/2014/main" id="{9FA6A4A3-BCD0-317F-C0E0-0E271C0834C5}"/>
              </a:ext>
            </a:extLst>
          </p:cNvPr>
          <p:cNvCxnSpPr>
            <a:cxnSpLocks/>
            <a:stCxn id="17" idx="0"/>
            <a:endCxn id="45" idx="4"/>
          </p:cNvCxnSpPr>
          <p:nvPr/>
        </p:nvCxnSpPr>
        <p:spPr>
          <a:xfrm flipH="1" flipV="1">
            <a:off x="9679271" y="2681338"/>
            <a:ext cx="30894" cy="69067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箭头连接符 54">
            <a:extLst>
              <a:ext uri="{FF2B5EF4-FFF2-40B4-BE49-F238E27FC236}">
                <a16:creationId xmlns:a16="http://schemas.microsoft.com/office/drawing/2014/main" id="{5A9A293E-B459-A052-A998-1A7136CC237F}"/>
              </a:ext>
            </a:extLst>
          </p:cNvPr>
          <p:cNvCxnSpPr>
            <a:stCxn id="18" idx="0"/>
            <a:endCxn id="46" idx="4"/>
          </p:cNvCxnSpPr>
          <p:nvPr/>
        </p:nvCxnSpPr>
        <p:spPr>
          <a:xfrm flipH="1" flipV="1">
            <a:off x="9823271" y="2675351"/>
            <a:ext cx="123515" cy="696664"/>
          </a:xfrm>
          <a:prstGeom prst="straightConnector1">
            <a:avLst/>
          </a:prstGeom>
          <a:ln w="28575">
            <a:solidFill>
              <a:schemeClr val="bg1">
                <a:lumMod val="6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矩形 55">
            <a:extLst>
              <a:ext uri="{FF2B5EF4-FFF2-40B4-BE49-F238E27FC236}">
                <a16:creationId xmlns:a16="http://schemas.microsoft.com/office/drawing/2014/main" id="{A5E0FF4A-6E65-086C-E94E-2E9A9A63F552}"/>
              </a:ext>
            </a:extLst>
          </p:cNvPr>
          <p:cNvSpPr/>
          <p:nvPr/>
        </p:nvSpPr>
        <p:spPr>
          <a:xfrm>
            <a:off x="9049418" y="4313256"/>
            <a:ext cx="1867303" cy="639403"/>
          </a:xfrm>
          <a:prstGeom prst="rect">
            <a:avLst/>
          </a:prstGeom>
          <a:ln w="15875">
            <a:solidFill>
              <a:srgbClr val="00B05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57" name="直接箭头连接符 56">
            <a:extLst>
              <a:ext uri="{FF2B5EF4-FFF2-40B4-BE49-F238E27FC236}">
                <a16:creationId xmlns:a16="http://schemas.microsoft.com/office/drawing/2014/main" id="{3A1595E8-0D2E-C494-BD6D-28B214023726}"/>
              </a:ext>
            </a:extLst>
          </p:cNvPr>
          <p:cNvCxnSpPr>
            <a:stCxn id="23" idx="4"/>
            <a:endCxn id="30" idx="0"/>
          </p:cNvCxnSpPr>
          <p:nvPr/>
        </p:nvCxnSpPr>
        <p:spPr>
          <a:xfrm>
            <a:off x="9473544" y="3818443"/>
            <a:ext cx="0" cy="60119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椭圆 57">
            <a:extLst>
              <a:ext uri="{FF2B5EF4-FFF2-40B4-BE49-F238E27FC236}">
                <a16:creationId xmlns:a16="http://schemas.microsoft.com/office/drawing/2014/main" id="{E354F5F9-D823-75A7-6744-9C0605B734C3}"/>
              </a:ext>
            </a:extLst>
          </p:cNvPr>
          <p:cNvSpPr/>
          <p:nvPr/>
        </p:nvSpPr>
        <p:spPr>
          <a:xfrm>
            <a:off x="392635" y="5309992"/>
            <a:ext cx="360000" cy="360000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车</a:t>
            </a:r>
          </a:p>
        </p:txBody>
      </p:sp>
      <p:cxnSp>
        <p:nvCxnSpPr>
          <p:cNvPr id="60" name="直接箭头连接符 59">
            <a:extLst>
              <a:ext uri="{FF2B5EF4-FFF2-40B4-BE49-F238E27FC236}">
                <a16:creationId xmlns:a16="http://schemas.microsoft.com/office/drawing/2014/main" id="{8FDA0E71-F507-25E1-30CA-CC4484E22D36}"/>
              </a:ext>
            </a:extLst>
          </p:cNvPr>
          <p:cNvCxnSpPr>
            <a:cxnSpLocks/>
          </p:cNvCxnSpPr>
          <p:nvPr/>
        </p:nvCxnSpPr>
        <p:spPr>
          <a:xfrm flipV="1">
            <a:off x="572635" y="1626669"/>
            <a:ext cx="0" cy="3683323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直接箭头连接符 62">
            <a:extLst>
              <a:ext uri="{FF2B5EF4-FFF2-40B4-BE49-F238E27FC236}">
                <a16:creationId xmlns:a16="http://schemas.microsoft.com/office/drawing/2014/main" id="{6C8FCA1F-1B2C-84ED-63BA-FF2C07B0788C}"/>
              </a:ext>
            </a:extLst>
          </p:cNvPr>
          <p:cNvCxnSpPr/>
          <p:nvPr/>
        </p:nvCxnSpPr>
        <p:spPr>
          <a:xfrm>
            <a:off x="752635" y="5489992"/>
            <a:ext cx="3270725" cy="0"/>
          </a:xfrm>
          <a:prstGeom prst="straightConnector1">
            <a:avLst/>
          </a:prstGeom>
          <a:ln w="28575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文本框 63">
            <a:extLst>
              <a:ext uri="{FF2B5EF4-FFF2-40B4-BE49-F238E27FC236}">
                <a16:creationId xmlns:a16="http://schemas.microsoft.com/office/drawing/2014/main" id="{738F40F0-FDCF-FB7A-7AA4-60240E125620}"/>
              </a:ext>
            </a:extLst>
          </p:cNvPr>
          <p:cNvSpPr txBox="1"/>
          <p:nvPr/>
        </p:nvSpPr>
        <p:spPr>
          <a:xfrm>
            <a:off x="5091764" y="2531351"/>
            <a:ext cx="3479158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棋盘             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site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阵列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棋子             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qubits</a:t>
            </a: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马走日象走田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AOD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移动限制</a:t>
            </a:r>
            <a:endParaRPr lang="en-US" altLang="zh-CN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  <a:p>
            <a:pPr algn="l"/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吃子              </a:t>
            </a:r>
            <a:r>
              <a:rPr lang="en-US" altLang="zh-CN" dirty="0" err="1">
                <a:latin typeface="微软雅黑" panose="020B0503020204020204" pitchFamily="34" charset="-122"/>
                <a:ea typeface="微软雅黑" panose="020B0503020204020204" pitchFamily="34" charset="-122"/>
              </a:rPr>
              <a:t>v.s</a:t>
            </a:r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. </a:t>
            </a:r>
            <a:r>
              <a:rPr lang="zh-CN" altLang="en-US" dirty="0">
                <a:latin typeface="微软雅黑" panose="020B0503020204020204" pitchFamily="34" charset="-122"/>
                <a:ea typeface="微软雅黑" panose="020B0503020204020204" pitchFamily="34" charset="-122"/>
              </a:rPr>
              <a:t>执行门</a:t>
            </a:r>
          </a:p>
        </p:txBody>
      </p:sp>
      <p:pic>
        <p:nvPicPr>
          <p:cNvPr id="68" name="图片 67">
            <a:extLst>
              <a:ext uri="{FF2B5EF4-FFF2-40B4-BE49-F238E27FC236}">
                <a16:creationId xmlns:a16="http://schemas.microsoft.com/office/drawing/2014/main" id="{E52FF161-1410-BF30-056F-B313ED1462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605958"/>
            <a:ext cx="10180952" cy="11809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1591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B1C4D55C-CEDA-09D4-FFB2-FE3EA39F80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6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1CEB2532-D2FF-E3BD-43C6-5DDBADF1F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Token</a:t>
            </a:r>
            <a:endParaRPr lang="zh-CN" altLang="en-US" dirty="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ACC0FEA6-4062-6582-FA0F-8C496C8742D5}"/>
              </a:ext>
            </a:extLst>
          </p:cNvPr>
          <p:cNvSpPr/>
          <p:nvPr/>
        </p:nvSpPr>
        <p:spPr>
          <a:xfrm>
            <a:off x="6442506" y="1127016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 err="1">
                <a:latin typeface="微软雅黑" pitchFamily="34" charset="-122"/>
                <a:ea typeface="微软雅黑" pitchFamily="34" charset="-122"/>
              </a:rPr>
              <a:t>i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FDC4BB8-3F14-9AE0-E19C-7CE7474233A5}"/>
              </a:ext>
            </a:extLst>
          </p:cNvPr>
          <p:cNvSpPr/>
          <p:nvPr/>
        </p:nvSpPr>
        <p:spPr>
          <a:xfrm>
            <a:off x="4583669" y="1127016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2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521E1B32-FC78-CA7C-A282-F56289EBBCA1}"/>
              </a:ext>
            </a:extLst>
          </p:cNvPr>
          <p:cNvSpPr/>
          <p:nvPr/>
        </p:nvSpPr>
        <p:spPr>
          <a:xfrm>
            <a:off x="8314178" y="1127016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k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29752350-5196-9DF7-6636-43CD3FAE9E35}"/>
              </a:ext>
            </a:extLst>
          </p:cNvPr>
          <p:cNvSpPr/>
          <p:nvPr/>
        </p:nvSpPr>
        <p:spPr>
          <a:xfrm>
            <a:off x="2891669" y="1127016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第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1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层相关</a:t>
            </a:r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cz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45FB72F-EAE1-E1B9-86FA-4F9C3B3F2A03}"/>
              </a:ext>
            </a:extLst>
          </p:cNvPr>
          <p:cNvSpPr/>
          <p:nvPr/>
        </p:nvSpPr>
        <p:spPr>
          <a:xfrm>
            <a:off x="6275669" y="191740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zone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2674BAE-5584-D15E-A37F-AA1B00589744}"/>
              </a:ext>
            </a:extLst>
          </p:cNvPr>
          <p:cNvSpPr/>
          <p:nvPr/>
        </p:nvSpPr>
        <p:spPr>
          <a:xfrm>
            <a:off x="4583669" y="191740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</a:t>
            </a:r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类型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F6A1376-13A0-9561-EEBE-E73535D0F7F3}"/>
              </a:ext>
            </a:extLst>
          </p:cNvPr>
          <p:cNvSpPr/>
          <p:nvPr/>
        </p:nvSpPr>
        <p:spPr>
          <a:xfrm>
            <a:off x="7967669" y="191740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Qubit token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FC7A40FD-8176-047F-449C-1C3C0D7FF182}"/>
              </a:ext>
            </a:extLst>
          </p:cNvPr>
          <p:cNvSpPr/>
          <p:nvPr/>
        </p:nvSpPr>
        <p:spPr>
          <a:xfrm>
            <a:off x="2891669" y="1917403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坐标</a:t>
            </a:r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ACC0FEA6-4062-6582-FA0F-8C496C8742D5}"/>
              </a:ext>
            </a:extLst>
          </p:cNvPr>
          <p:cNvSpPr/>
          <p:nvPr/>
        </p:nvSpPr>
        <p:spPr>
          <a:xfrm>
            <a:off x="6275669" y="270779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是否被占用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FDC4BB8-3F14-9AE0-E19C-7CE7474233A5}"/>
              </a:ext>
            </a:extLst>
          </p:cNvPr>
          <p:cNvSpPr/>
          <p:nvPr/>
        </p:nvSpPr>
        <p:spPr>
          <a:xfrm>
            <a:off x="4583669" y="270779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终止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9752350-5196-9DF7-6636-43CD3FAE9E35}"/>
              </a:ext>
            </a:extLst>
          </p:cNvPr>
          <p:cNvSpPr/>
          <p:nvPr/>
        </p:nvSpPr>
        <p:spPr>
          <a:xfrm>
            <a:off x="2891669" y="270779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>
            <a:defPPr>
              <a:defRPr lang="zh-CN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zh-CN" altLang="en-US" dirty="0">
                <a:latin typeface="微软雅黑" pitchFamily="34" charset="-122"/>
                <a:ea typeface="微软雅黑" pitchFamily="34" charset="-122"/>
              </a:rPr>
              <a:t>起始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2A06BBC2-7B87-D920-85FE-9AD6CCB8F9C4}"/>
              </a:ext>
            </a:extLst>
          </p:cNvPr>
          <p:cNvSpPr txBox="1"/>
          <p:nvPr/>
        </p:nvSpPr>
        <p:spPr>
          <a:xfrm>
            <a:off x="6211673" y="1203073"/>
            <a:ext cx="461665" cy="27988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98996BD0-7A0A-94C0-3A74-765FD39EABEE}"/>
              </a:ext>
            </a:extLst>
          </p:cNvPr>
          <p:cNvSpPr txBox="1"/>
          <p:nvPr/>
        </p:nvSpPr>
        <p:spPr>
          <a:xfrm>
            <a:off x="8070509" y="1203073"/>
            <a:ext cx="461665" cy="279885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…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42897B39-F879-9714-2F14-1DEDF7552344}"/>
              </a:ext>
            </a:extLst>
          </p:cNvPr>
          <p:cNvSpPr/>
          <p:nvPr/>
        </p:nvSpPr>
        <p:spPr>
          <a:xfrm>
            <a:off x="4097154" y="4062722"/>
            <a:ext cx="2789277" cy="9144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Policy network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7" name="文本框 26">
            <a:extLst>
              <a:ext uri="{FF2B5EF4-FFF2-40B4-BE49-F238E27FC236}">
                <a16:creationId xmlns:a16="http://schemas.microsoft.com/office/drawing/2014/main" id="{4FD9EBFF-8D99-16BD-F602-10CF8E9BBCD9}"/>
              </a:ext>
            </a:extLst>
          </p:cNvPr>
          <p:cNvSpPr txBox="1"/>
          <p:nvPr/>
        </p:nvSpPr>
        <p:spPr>
          <a:xfrm>
            <a:off x="3566269" y="5726342"/>
            <a:ext cx="3673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1Q move/reset AOD/execute cz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8807ECD9-DAD3-FE1F-4C5B-431CF270CB6D}"/>
              </a:ext>
            </a:extLst>
          </p:cNvPr>
          <p:cNvSpPr txBox="1"/>
          <p:nvPr/>
        </p:nvSpPr>
        <p:spPr>
          <a:xfrm>
            <a:off x="1386577" y="1141691"/>
            <a:ext cx="15050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Qubit token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FA401215-3C93-4855-55A8-300E5768A960}"/>
              </a:ext>
            </a:extLst>
          </p:cNvPr>
          <p:cNvSpPr txBox="1"/>
          <p:nvPr/>
        </p:nvSpPr>
        <p:spPr>
          <a:xfrm>
            <a:off x="1243974" y="1948737"/>
            <a:ext cx="128996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Site token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6" name="文本框 45">
            <a:extLst>
              <a:ext uri="{FF2B5EF4-FFF2-40B4-BE49-F238E27FC236}">
                <a16:creationId xmlns:a16="http://schemas.microsoft.com/office/drawing/2014/main" id="{2A0FDBC6-A4CC-98C5-7B5E-1D97CAC76D92}"/>
              </a:ext>
            </a:extLst>
          </p:cNvPr>
          <p:cNvSpPr txBox="1"/>
          <p:nvPr/>
        </p:nvSpPr>
        <p:spPr>
          <a:xfrm>
            <a:off x="1040328" y="2707790"/>
            <a:ext cx="185134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altLang="zh-CN" dirty="0">
                <a:latin typeface="微软雅黑" panose="020B0503020204020204" pitchFamily="34" charset="-122"/>
                <a:ea typeface="微软雅黑" panose="020B0503020204020204" pitchFamily="34" charset="-122"/>
              </a:rPr>
              <a:t>Channel token</a:t>
            </a:r>
            <a:endParaRPr lang="zh-CN" altLang="en-US" dirty="0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47" name="矩形 46">
            <a:extLst>
              <a:ext uri="{FF2B5EF4-FFF2-40B4-BE49-F238E27FC236}">
                <a16:creationId xmlns:a16="http://schemas.microsoft.com/office/drawing/2014/main" id="{F9A1B7A4-7D96-C731-67D4-FF80140F399B}"/>
              </a:ext>
            </a:extLst>
          </p:cNvPr>
          <p:cNvSpPr/>
          <p:nvPr/>
        </p:nvSpPr>
        <p:spPr>
          <a:xfrm>
            <a:off x="875898" y="1684421"/>
            <a:ext cx="9503135" cy="1629081"/>
          </a:xfrm>
          <a:prstGeom prst="rect">
            <a:avLst/>
          </a:prstGeom>
          <a:ln w="19050">
            <a:solidFill>
              <a:srgbClr val="C00000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8" name="箭头: 下 47">
            <a:extLst>
              <a:ext uri="{FF2B5EF4-FFF2-40B4-BE49-F238E27FC236}">
                <a16:creationId xmlns:a16="http://schemas.microsoft.com/office/drawing/2014/main" id="{0878B4DB-D4DF-058F-9805-F1139FC5384E}"/>
              </a:ext>
            </a:extLst>
          </p:cNvPr>
          <p:cNvSpPr/>
          <p:nvPr/>
        </p:nvSpPr>
        <p:spPr>
          <a:xfrm>
            <a:off x="5265019" y="3348683"/>
            <a:ext cx="317634" cy="64641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0" name="箭头: 下 49">
            <a:extLst>
              <a:ext uri="{FF2B5EF4-FFF2-40B4-BE49-F238E27FC236}">
                <a16:creationId xmlns:a16="http://schemas.microsoft.com/office/drawing/2014/main" id="{0488F86C-FA5E-EC6C-66E6-07C94DAC6E3F}"/>
              </a:ext>
            </a:extLst>
          </p:cNvPr>
          <p:cNvSpPr/>
          <p:nvPr/>
        </p:nvSpPr>
        <p:spPr>
          <a:xfrm>
            <a:off x="5268016" y="5022855"/>
            <a:ext cx="317634" cy="646411"/>
          </a:xfrm>
          <a:prstGeom prst="downArrow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52" name="矩形 51">
            <a:extLst>
              <a:ext uri="{FF2B5EF4-FFF2-40B4-BE49-F238E27FC236}">
                <a16:creationId xmlns:a16="http://schemas.microsoft.com/office/drawing/2014/main" id="{E6F4A5A9-156F-3012-F0BA-8A7A67A2568E}"/>
              </a:ext>
            </a:extLst>
          </p:cNvPr>
          <p:cNvSpPr/>
          <p:nvPr/>
        </p:nvSpPr>
        <p:spPr>
          <a:xfrm>
            <a:off x="7967669" y="2707790"/>
            <a:ext cx="1692000" cy="432000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X or Y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6452808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灯片编号占位符 1">
            <a:extLst>
              <a:ext uri="{FF2B5EF4-FFF2-40B4-BE49-F238E27FC236}">
                <a16:creationId xmlns:a16="http://schemas.microsoft.com/office/drawing/2014/main" id="{698803C5-B154-88B7-75F2-068EE6A2BA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466BE2-40FE-4A59-82BB-128E7E394AEC}" type="slidenum">
              <a:rPr lang="zh-CN" altLang="en-US" smtClean="0"/>
              <a:t>7</a:t>
            </a:fld>
            <a:endParaRPr lang="zh-CN" altLang="en-US"/>
          </a:p>
        </p:txBody>
      </p:sp>
      <p:sp>
        <p:nvSpPr>
          <p:cNvPr id="3" name="标题 2">
            <a:extLst>
              <a:ext uri="{FF2B5EF4-FFF2-40B4-BE49-F238E27FC236}">
                <a16:creationId xmlns:a16="http://schemas.microsoft.com/office/drawing/2014/main" id="{513DDAF5-DD94-1568-3FAA-70EAE19DE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策略网络</a:t>
            </a: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86B20496-94B3-0D09-F53A-A35C78D108B1}"/>
              </a:ext>
            </a:extLst>
          </p:cNvPr>
          <p:cNvSpPr/>
          <p:nvPr/>
        </p:nvSpPr>
        <p:spPr>
          <a:xfrm>
            <a:off x="1944303" y="2877953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 token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ECFDD7B-1DA1-707A-0A0C-982342223851}"/>
              </a:ext>
            </a:extLst>
          </p:cNvPr>
          <p:cNvSpPr/>
          <p:nvPr/>
        </p:nvSpPr>
        <p:spPr>
          <a:xfrm>
            <a:off x="1944302" y="3804385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Channel token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F01BCBBD-0DEA-6BA6-1F77-0A33E204A71D}"/>
              </a:ext>
            </a:extLst>
          </p:cNvPr>
          <p:cNvSpPr/>
          <p:nvPr/>
        </p:nvSpPr>
        <p:spPr>
          <a:xfrm>
            <a:off x="3936733" y="2723949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 </a:t>
            </a:r>
          </a:p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self-attn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3D72696-B6A0-3CAA-C2FB-926505FEC676}"/>
              </a:ext>
            </a:extLst>
          </p:cNvPr>
          <p:cNvSpPr/>
          <p:nvPr/>
        </p:nvSpPr>
        <p:spPr>
          <a:xfrm>
            <a:off x="3936733" y="4001548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Channel </a:t>
            </a:r>
          </a:p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self-attn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E5AA96A5-284D-E8C7-16C9-B8F79A2F4356}"/>
              </a:ext>
            </a:extLst>
          </p:cNvPr>
          <p:cNvSpPr/>
          <p:nvPr/>
        </p:nvSpPr>
        <p:spPr>
          <a:xfrm>
            <a:off x="5869004" y="3056020"/>
            <a:ext cx="1320265" cy="1118938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</a:t>
            </a:r>
          </a:p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Channel </a:t>
            </a:r>
          </a:p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cross-attn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B8A109CC-7652-5EA9-902C-A06A282D4C08}"/>
              </a:ext>
            </a:extLst>
          </p:cNvPr>
          <p:cNvSpPr/>
          <p:nvPr/>
        </p:nvSpPr>
        <p:spPr>
          <a:xfrm>
            <a:off x="7908758" y="1867791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Move head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CCB959F6-EC70-8E49-0B2C-452618362704}"/>
              </a:ext>
            </a:extLst>
          </p:cNvPr>
          <p:cNvSpPr/>
          <p:nvPr/>
        </p:nvSpPr>
        <p:spPr>
          <a:xfrm>
            <a:off x="7908757" y="2723949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Execute head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C50F046A-D433-AF05-0E9A-FD12A48D2716}"/>
              </a:ext>
            </a:extLst>
          </p:cNvPr>
          <p:cNvSpPr/>
          <p:nvPr/>
        </p:nvSpPr>
        <p:spPr>
          <a:xfrm>
            <a:off x="1626670" y="2211249"/>
            <a:ext cx="1963553" cy="2454442"/>
          </a:xfrm>
          <a:prstGeom prst="roundRect">
            <a:avLst/>
          </a:prstGeom>
          <a:ln>
            <a:solidFill>
              <a:schemeClr val="tx1"/>
            </a:solidFill>
          </a:ln>
        </p:spPr>
        <p:txBody>
          <a:bodyPr wrap="square" rtlCol="0" anchor="t" anchorCtr="0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Tokenization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AB8E12F-D673-C914-FE59-9B78DE78B091}"/>
              </a:ext>
            </a:extLst>
          </p:cNvPr>
          <p:cNvSpPr/>
          <p:nvPr/>
        </p:nvSpPr>
        <p:spPr>
          <a:xfrm>
            <a:off x="7908757" y="3625826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sz="1400" dirty="0">
                <a:latin typeface="微软雅黑" pitchFamily="34" charset="-122"/>
                <a:ea typeface="微软雅黑" pitchFamily="34" charset="-122"/>
              </a:rPr>
              <a:t>Next-stage head</a:t>
            </a:r>
            <a:endParaRPr lang="zh-CN" altLang="en-US" sz="1400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2C1EB69-9A35-BC0D-DA8F-F32EC4E3540C}"/>
              </a:ext>
            </a:extLst>
          </p:cNvPr>
          <p:cNvSpPr/>
          <p:nvPr/>
        </p:nvSpPr>
        <p:spPr>
          <a:xfrm>
            <a:off x="7908757" y="4531092"/>
            <a:ext cx="1212783" cy="664143"/>
          </a:xfrm>
          <a:prstGeom prst="rect">
            <a:avLst/>
          </a:prstGeom>
          <a:ln>
            <a:solidFill>
              <a:schemeClr val="tx1"/>
            </a:solidFill>
          </a:ln>
        </p:spPr>
        <p:txBody>
          <a:bodyPr wrap="square" rtlCol="0" anchor="ctr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Value  head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cxnSp>
        <p:nvCxnSpPr>
          <p:cNvPr id="22" name="直接箭头连接符 21">
            <a:extLst>
              <a:ext uri="{FF2B5EF4-FFF2-40B4-BE49-F238E27FC236}">
                <a16:creationId xmlns:a16="http://schemas.microsoft.com/office/drawing/2014/main" id="{AA94F95C-D5B4-2C73-912C-1AB1F9AA8C98}"/>
              </a:ext>
            </a:extLst>
          </p:cNvPr>
          <p:cNvCxnSpPr>
            <a:stCxn id="4" idx="3"/>
            <a:endCxn id="7" idx="1"/>
          </p:cNvCxnSpPr>
          <p:nvPr/>
        </p:nvCxnSpPr>
        <p:spPr>
          <a:xfrm flipV="1">
            <a:off x="3157086" y="3056021"/>
            <a:ext cx="779647" cy="154004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接箭头连接符 23">
            <a:extLst>
              <a:ext uri="{FF2B5EF4-FFF2-40B4-BE49-F238E27FC236}">
                <a16:creationId xmlns:a16="http://schemas.microsoft.com/office/drawing/2014/main" id="{61D482AB-2174-1F29-4C5A-A88DDF6BBD53}"/>
              </a:ext>
            </a:extLst>
          </p:cNvPr>
          <p:cNvCxnSpPr>
            <a:stCxn id="6" idx="3"/>
            <a:endCxn id="9" idx="1"/>
          </p:cNvCxnSpPr>
          <p:nvPr/>
        </p:nvCxnSpPr>
        <p:spPr>
          <a:xfrm>
            <a:off x="3157085" y="4136457"/>
            <a:ext cx="779648" cy="19716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直接箭头连接符 25">
            <a:extLst>
              <a:ext uri="{FF2B5EF4-FFF2-40B4-BE49-F238E27FC236}">
                <a16:creationId xmlns:a16="http://schemas.microsoft.com/office/drawing/2014/main" id="{F4AF1D41-AE1F-3656-5A84-90CE4D7A4A1E}"/>
              </a:ext>
            </a:extLst>
          </p:cNvPr>
          <p:cNvCxnSpPr>
            <a:stCxn id="7" idx="3"/>
            <a:endCxn id="11" idx="1"/>
          </p:cNvCxnSpPr>
          <p:nvPr/>
        </p:nvCxnSpPr>
        <p:spPr>
          <a:xfrm>
            <a:off x="5149516" y="3056021"/>
            <a:ext cx="719488" cy="5594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接连接符 27">
            <a:extLst>
              <a:ext uri="{FF2B5EF4-FFF2-40B4-BE49-F238E27FC236}">
                <a16:creationId xmlns:a16="http://schemas.microsoft.com/office/drawing/2014/main" id="{20A150FD-E588-A2A9-150C-D11B98CD6C06}"/>
              </a:ext>
            </a:extLst>
          </p:cNvPr>
          <p:cNvCxnSpPr>
            <a:stCxn id="9" idx="3"/>
            <a:endCxn id="11" idx="1"/>
          </p:cNvCxnSpPr>
          <p:nvPr/>
        </p:nvCxnSpPr>
        <p:spPr>
          <a:xfrm flipV="1">
            <a:off x="5149516" y="3615489"/>
            <a:ext cx="719488" cy="718131"/>
          </a:xfrm>
          <a:prstGeom prst="line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接箭头连接符 29">
            <a:extLst>
              <a:ext uri="{FF2B5EF4-FFF2-40B4-BE49-F238E27FC236}">
                <a16:creationId xmlns:a16="http://schemas.microsoft.com/office/drawing/2014/main" id="{EC9D0A8D-3F2F-FC32-8AEF-53C16C21DC06}"/>
              </a:ext>
            </a:extLst>
          </p:cNvPr>
          <p:cNvCxnSpPr>
            <a:stCxn id="11" idx="3"/>
            <a:endCxn id="13" idx="1"/>
          </p:cNvCxnSpPr>
          <p:nvPr/>
        </p:nvCxnSpPr>
        <p:spPr>
          <a:xfrm flipV="1">
            <a:off x="7189269" y="2199863"/>
            <a:ext cx="719489" cy="141562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直接箭头连接符 31">
            <a:extLst>
              <a:ext uri="{FF2B5EF4-FFF2-40B4-BE49-F238E27FC236}">
                <a16:creationId xmlns:a16="http://schemas.microsoft.com/office/drawing/2014/main" id="{ABC4FE9A-C899-5D86-9227-5C5288E4E9B5}"/>
              </a:ext>
            </a:extLst>
          </p:cNvPr>
          <p:cNvCxnSpPr>
            <a:stCxn id="11" idx="3"/>
            <a:endCxn id="15" idx="1"/>
          </p:cNvCxnSpPr>
          <p:nvPr/>
        </p:nvCxnSpPr>
        <p:spPr>
          <a:xfrm flipV="1">
            <a:off x="7189269" y="3056021"/>
            <a:ext cx="719488" cy="55946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>
            <a:extLst>
              <a:ext uri="{FF2B5EF4-FFF2-40B4-BE49-F238E27FC236}">
                <a16:creationId xmlns:a16="http://schemas.microsoft.com/office/drawing/2014/main" id="{7128CEC6-A2CA-7AFF-D5C5-BF1E92AB1DA1}"/>
              </a:ext>
            </a:extLst>
          </p:cNvPr>
          <p:cNvCxnSpPr>
            <a:stCxn id="11" idx="3"/>
            <a:endCxn id="18" idx="1"/>
          </p:cNvCxnSpPr>
          <p:nvPr/>
        </p:nvCxnSpPr>
        <p:spPr>
          <a:xfrm>
            <a:off x="7189269" y="3615489"/>
            <a:ext cx="719488" cy="34240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80DF3FE0-6377-B77C-C7C5-139776CB3025}"/>
              </a:ext>
            </a:extLst>
          </p:cNvPr>
          <p:cNvCxnSpPr>
            <a:stCxn id="11" idx="3"/>
            <a:endCxn id="20" idx="1"/>
          </p:cNvCxnSpPr>
          <p:nvPr/>
        </p:nvCxnSpPr>
        <p:spPr>
          <a:xfrm>
            <a:off x="7189269" y="3615489"/>
            <a:ext cx="719488" cy="124767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AB996C93-1E58-9333-1D76-1DB7F026E171}"/>
              </a:ext>
            </a:extLst>
          </p:cNvPr>
          <p:cNvSpPr/>
          <p:nvPr/>
        </p:nvSpPr>
        <p:spPr>
          <a:xfrm>
            <a:off x="3674444" y="1520112"/>
            <a:ext cx="3669632" cy="3766072"/>
          </a:xfrm>
          <a:prstGeom prst="roundRect">
            <a:avLst/>
          </a:prstGeom>
          <a:ln>
            <a:solidFill>
              <a:schemeClr val="tx1"/>
            </a:solidFill>
          </a:ln>
        </p:spPr>
        <p:txBody>
          <a:bodyPr wrap="square" rtlCol="0" anchor="t" anchorCtr="0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Site-channel transformer encoder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  <p:sp>
        <p:nvSpPr>
          <p:cNvPr id="40" name="矩形: 圆角 39">
            <a:extLst>
              <a:ext uri="{FF2B5EF4-FFF2-40B4-BE49-F238E27FC236}">
                <a16:creationId xmlns:a16="http://schemas.microsoft.com/office/drawing/2014/main" id="{BB808C29-FFF9-6812-0640-E223ADD94F48}"/>
              </a:ext>
            </a:extLst>
          </p:cNvPr>
          <p:cNvSpPr/>
          <p:nvPr/>
        </p:nvSpPr>
        <p:spPr>
          <a:xfrm>
            <a:off x="7527757" y="1355621"/>
            <a:ext cx="1963553" cy="4005650"/>
          </a:xfrm>
          <a:prstGeom prst="roundRect">
            <a:avLst/>
          </a:prstGeom>
          <a:ln>
            <a:solidFill>
              <a:schemeClr val="tx1"/>
            </a:solidFill>
          </a:ln>
        </p:spPr>
        <p:txBody>
          <a:bodyPr wrap="square" rtlCol="0" anchor="t" anchorCtr="0">
            <a:noAutofit/>
          </a:bodyPr>
          <a:lstStyle/>
          <a:p>
            <a:pPr algn="ctr"/>
            <a:r>
              <a:rPr lang="en-US" altLang="zh-CN" dirty="0">
                <a:latin typeface="微软雅黑" pitchFamily="34" charset="-122"/>
                <a:ea typeface="微软雅黑" pitchFamily="34" charset="-122"/>
              </a:rPr>
              <a:t>Policy head </a:t>
            </a:r>
            <a:endParaRPr lang="zh-CN" altLang="en-US" dirty="0">
              <a:latin typeface="微软雅黑" pitchFamily="34" charset="-122"/>
              <a:ea typeface="微软雅黑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08313360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solidFill>
            <a:schemeClr val="tx1"/>
          </a:solidFill>
        </a:ln>
      </a:spPr>
      <a:bodyPr wrap="square" rtlCol="0" anchor="ctr">
        <a:noAutofit/>
      </a:bodyPr>
      <a:lstStyle>
        <a:defPPr algn="ctr">
          <a:defRPr dirty="0">
            <a:latin typeface="微软雅黑" pitchFamily="34" charset="-122"/>
            <a:ea typeface="微软雅黑" pitchFamily="34" charset="-122"/>
          </a:defRPr>
        </a:defPPr>
      </a:lstStyle>
    </a:spDef>
    <a:lnDef>
      <a:spPr>
        <a:ln w="28575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rtlCol="0">
        <a:spAutoFit/>
      </a:bodyPr>
      <a:lstStyle>
        <a:defPPr algn="l">
          <a:defRPr dirty="0" smtClean="0">
            <a:latin typeface="微软雅黑" panose="020B0503020204020204" pitchFamily="34" charset="-122"/>
            <a:ea typeface="微软雅黑" panose="020B0503020204020204" pitchFamily="34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wsh答辩" id="{04017E27-01F6-4C48-BB9D-DAB75066864B}" vid="{0642D14E-0680-BF47-9FE6-EE2E04DFE772}"/>
    </a:ext>
  </a:extLst>
</a:theme>
</file>

<file path=ppt/theme/theme2.xml><?xml version="1.0" encoding="utf-8"?>
<a:theme xmlns:a="http://schemas.openxmlformats.org/drawingml/2006/main" name="毕设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定义 1">
      <a:majorFont>
        <a:latin typeface="Arial Black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sh答辩" id="{04017E27-01F6-4C48-BB9D-DAB75066864B}" vid="{A580D086-0C03-CD49-BF00-8BBA58F514D6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1_Office 主题​​</Template>
  <TotalTime>5315</TotalTime>
  <Words>348</Words>
  <Application>Microsoft Office PowerPoint</Application>
  <PresentationFormat>宽屏</PresentationFormat>
  <Paragraphs>112</Paragraphs>
  <Slides>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7</vt:i4>
      </vt:variant>
    </vt:vector>
  </HeadingPairs>
  <TitlesOfParts>
    <vt:vector size="14" baseType="lpstr">
      <vt:lpstr>等线</vt:lpstr>
      <vt:lpstr>微软雅黑</vt:lpstr>
      <vt:lpstr>Arial</vt:lpstr>
      <vt:lpstr>Cambria Math</vt:lpstr>
      <vt:lpstr>Wingdings</vt:lpstr>
      <vt:lpstr>1_Office 主题​​</vt:lpstr>
      <vt:lpstr>毕设</vt:lpstr>
      <vt:lpstr>FT compiling framework</vt:lpstr>
      <vt:lpstr>1q/2q/M block</vt:lpstr>
      <vt:lpstr>状态&amp;动作</vt:lpstr>
      <vt:lpstr>X/Y channel</vt:lpstr>
      <vt:lpstr>PowerPoint 演示文稿</vt:lpstr>
      <vt:lpstr>Token</vt:lpstr>
      <vt:lpstr>策略网络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无数据模型量化论文分享：ZeroQ</dc:title>
  <dc:creator>x338</dc:creator>
  <cp:lastModifiedBy>永尚 李</cp:lastModifiedBy>
  <cp:revision>80</cp:revision>
  <dcterms:created xsi:type="dcterms:W3CDTF">2023-05-31T05:10:39Z</dcterms:created>
  <dcterms:modified xsi:type="dcterms:W3CDTF">2026-07-10T04:42:25Z</dcterms:modified>
</cp:coreProperties>
</file>