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8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41716-D829-2A67-FDD9-E6C5FA658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A9C7C6-03A2-B626-B603-39128A1D0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A44C2A-44AD-11D2-3275-F7FCEF28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451C5E-7F20-A62C-31D7-D22618C8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95C46A-77F9-8C81-1411-D63F0BD0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72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EBB6B-FA42-6808-B763-85FEFC28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952"/>
            <a:ext cx="10515600" cy="627207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102E0C-49CD-3575-275A-0F36AE9FA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218"/>
            <a:ext cx="10515600" cy="50547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D9EFB4-1EE1-3BC3-2E35-5B0A51F7D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FB9298-DCA9-1B4B-0192-30D57525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E136C5-E35D-24EA-2CCE-84804054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26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3319E-CB06-325F-0CA9-191DD3DD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A0CC5B-1AF6-F8BB-DB4D-A859840A9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98B01-72B0-A689-C3F6-2E3561C6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685A89-E3C9-78E2-6116-47718FEE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CB983-6639-4F0B-2970-5D97E0A2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7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29A2B0-DE8F-4034-24DA-A9F33EBC6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91045"/>
            <a:ext cx="5181600" cy="50859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5B1269-6560-F899-180E-EA815DCA7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91045"/>
            <a:ext cx="5181600" cy="50859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3CA16-48A6-A5C1-EB11-78D1A3B8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AB9C98-2E44-6CDC-D9E2-CDCE9FD5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6A6AC1-9FBA-2867-3090-69E85BA65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715B977-29BC-C096-792D-CEE296806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952"/>
            <a:ext cx="10515600" cy="627207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2166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6B0D5-2EE4-6D9C-AC6C-5B94F5C4C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9D9872-E5D8-27CD-0A7C-1AFB109DA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4220EB-E460-2069-C915-7949A81B0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1F32EF-5CDB-8D8B-AB2B-8BD2312CF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073814-F1B5-4817-E470-79A993843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08C35F-72F3-F01C-C133-E419B616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934074-2DFE-960D-2E98-1711E430C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0009EA-3447-503B-3FF7-3E0D1621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17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8A31A-FAF6-BBF8-4E79-855BA4BF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6765E7-4C05-3906-B4BA-43A201BC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842BB-FF08-F98A-6AA2-BA9E4228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FCA0AC-83F9-CA9E-3515-D15D4B8E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47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B298F6-CB50-6FD7-C16F-22C93F1D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3F4598-3146-4EB7-B22F-C1E908B2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D84B97-AC26-0768-0DF1-EF492CDD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2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0AE76-E245-D2CE-97CA-7F0CA456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D33212-3B04-8834-BDB2-17FB7F888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AA8D31-D9C2-27FB-7B6B-595FDDADA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EC94E8-9653-2B02-C07F-C1050F2E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D663B4-167B-0713-54C0-138463AA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AB37B5-712A-D5AB-6AF4-29FA68FF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76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E8CDE-038A-E6F7-922A-3FE7EEED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269532-ED96-15C4-8EAF-BCC37CE6C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0D327D-2349-B7B0-61F3-01A8923FD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520D2D-FE48-E1B6-29AF-55B54A81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DB25CB-7373-A225-A1A0-8AEB82CC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D24926-4248-6948-827D-3F6C0601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48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1FA2D-5697-BBC8-12B2-FEBA6C293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448A3F-8A4F-1057-4101-DB4A62894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4119C-0EC6-B2BB-C418-8D590C6E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18C75-F02A-E91E-8424-CEC1FC1B9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42ACB7-701D-1220-24A2-452B29D62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0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3EE1E7-95C9-51A7-F194-36809E293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14F3EA-075C-0DA8-1741-A74F00029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60218-1F23-CF75-58E4-8A07688B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57197C-5CDE-DB15-47C7-48F39924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CE1BB4-8474-BCA9-4A60-D0B16EBC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95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71907F-E32F-2CA1-17CA-0525E22EA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396B23-A6E7-C30E-AE29-56B9C70B5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E111F-8194-C1A0-E1FB-69B176D8D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092C4-DE77-430C-A818-CDADB07B6E30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A4E17D-C71E-942A-8BFF-2992E572F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D5312B-B918-779F-AF31-6C573FD31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232C3-023E-4591-9584-54AC99784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08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E897690-4C84-ADDC-BFD1-FCFCC1FE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693"/>
          </a:xfrm>
        </p:spPr>
        <p:txBody>
          <a:bodyPr/>
          <a:lstStyle/>
          <a:p>
            <a:r>
              <a:rPr lang="zh-CN" altLang="en-US" dirty="0"/>
              <a:t>编译框架</a:t>
            </a: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ECB722FF-8D4E-6093-7EE5-E9C476B88D7E}"/>
              </a:ext>
            </a:extLst>
          </p:cNvPr>
          <p:cNvSpPr/>
          <p:nvPr/>
        </p:nvSpPr>
        <p:spPr>
          <a:xfrm>
            <a:off x="1520048" y="2257817"/>
            <a:ext cx="397328" cy="1872000"/>
          </a:xfrm>
          <a:prstGeom prst="foldedCorner">
            <a:avLst>
              <a:gd name="adj" fmla="val 45434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逻辑线路</a:t>
            </a:r>
          </a:p>
        </p:txBody>
      </p:sp>
      <p:sp>
        <p:nvSpPr>
          <p:cNvPr id="8" name="矩形: 折角 7">
            <a:extLst>
              <a:ext uri="{FF2B5EF4-FFF2-40B4-BE49-F238E27FC236}">
                <a16:creationId xmlns:a16="http://schemas.microsoft.com/office/drawing/2014/main" id="{9E4AEA0D-1152-D8A3-3083-46383B15F10C}"/>
              </a:ext>
            </a:extLst>
          </p:cNvPr>
          <p:cNvSpPr/>
          <p:nvPr/>
        </p:nvSpPr>
        <p:spPr>
          <a:xfrm>
            <a:off x="3938964" y="2257817"/>
            <a:ext cx="397328" cy="1872000"/>
          </a:xfrm>
          <a:prstGeom prst="foldedCorner">
            <a:avLst>
              <a:gd name="adj" fmla="val 45434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物理线路</a:t>
            </a:r>
          </a:p>
        </p:txBody>
      </p:sp>
      <p:sp>
        <p:nvSpPr>
          <p:cNvPr id="10" name="矩形: 折角 9">
            <a:extLst>
              <a:ext uri="{FF2B5EF4-FFF2-40B4-BE49-F238E27FC236}">
                <a16:creationId xmlns:a16="http://schemas.microsoft.com/office/drawing/2014/main" id="{50B504E0-5295-A35A-A27B-C23FAFF73586}"/>
              </a:ext>
            </a:extLst>
          </p:cNvPr>
          <p:cNvSpPr/>
          <p:nvPr/>
        </p:nvSpPr>
        <p:spPr>
          <a:xfrm>
            <a:off x="8776795" y="2257817"/>
            <a:ext cx="397328" cy="1872000"/>
          </a:xfrm>
          <a:prstGeom prst="foldedCorner">
            <a:avLst>
              <a:gd name="adj" fmla="val 45434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指令时序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BF7C64-CBA0-EAD4-7A6A-68DF628C8EBA}"/>
              </a:ext>
            </a:extLst>
          </p:cNvPr>
          <p:cNvSpPr/>
          <p:nvPr/>
        </p:nvSpPr>
        <p:spPr>
          <a:xfrm>
            <a:off x="5148422" y="2257817"/>
            <a:ext cx="397328" cy="1872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单门分解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EDC496-EC98-E6EA-8C9B-424FCD1C4079}"/>
              </a:ext>
            </a:extLst>
          </p:cNvPr>
          <p:cNvSpPr/>
          <p:nvPr/>
        </p:nvSpPr>
        <p:spPr>
          <a:xfrm>
            <a:off x="6357880" y="2257817"/>
            <a:ext cx="397328" cy="1872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比特位置分配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D42EAF-5CD1-2246-2C55-06DB7A4CE5E8}"/>
              </a:ext>
            </a:extLst>
          </p:cNvPr>
          <p:cNvSpPr/>
          <p:nvPr/>
        </p:nvSpPr>
        <p:spPr>
          <a:xfrm>
            <a:off x="2729506" y="2257817"/>
            <a:ext cx="397328" cy="1872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线路合成优化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1EC6D5E-0E16-BAB9-246E-5A9A4B0FC46A}"/>
              </a:ext>
            </a:extLst>
          </p:cNvPr>
          <p:cNvSpPr/>
          <p:nvPr/>
        </p:nvSpPr>
        <p:spPr>
          <a:xfrm>
            <a:off x="6208597" y="1841329"/>
            <a:ext cx="1918051" cy="2556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比特路由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DD4AED-01EE-2378-4654-E2140E208A6F}"/>
              </a:ext>
            </a:extLst>
          </p:cNvPr>
          <p:cNvSpPr/>
          <p:nvPr/>
        </p:nvSpPr>
        <p:spPr>
          <a:xfrm>
            <a:off x="7567338" y="2257817"/>
            <a:ext cx="397328" cy="1872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AOD</a:t>
            </a:r>
            <a:r>
              <a:rPr lang="zh-CN" altLang="en-US" dirty="0">
                <a:solidFill>
                  <a:schemeClr val="tx1"/>
                </a:solidFill>
              </a:rPr>
              <a:t>调度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9A6F45A-0D62-D7D7-6C99-378D77F8D61F}"/>
              </a:ext>
            </a:extLst>
          </p:cNvPr>
          <p:cNvCxnSpPr>
            <a:stCxn id="6" idx="3"/>
            <a:endCxn id="16" idx="1"/>
          </p:cNvCxnSpPr>
          <p:nvPr/>
        </p:nvCxnSpPr>
        <p:spPr>
          <a:xfrm>
            <a:off x="1917376" y="3193817"/>
            <a:ext cx="8121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2E2972E-C4F4-ED50-4022-16736121B43A}"/>
              </a:ext>
            </a:extLst>
          </p:cNvPr>
          <p:cNvCxnSpPr>
            <a:stCxn id="16" idx="3"/>
            <a:endCxn id="8" idx="1"/>
          </p:cNvCxnSpPr>
          <p:nvPr/>
        </p:nvCxnSpPr>
        <p:spPr>
          <a:xfrm>
            <a:off x="3126834" y="3193817"/>
            <a:ext cx="8121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A8F6399-EA22-0827-0FE6-B938F515472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4336292" y="3193817"/>
            <a:ext cx="8121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639E909-CB54-C676-E299-C1CB65619C20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5545750" y="3193817"/>
            <a:ext cx="8121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732B28D-7AFA-FA75-F330-1A3FCA93828C}"/>
              </a:ext>
            </a:extLst>
          </p:cNvPr>
          <p:cNvCxnSpPr>
            <a:cxnSpLocks/>
            <a:stCxn id="14" idx="3"/>
            <a:endCxn id="22" idx="1"/>
          </p:cNvCxnSpPr>
          <p:nvPr/>
        </p:nvCxnSpPr>
        <p:spPr>
          <a:xfrm>
            <a:off x="6755208" y="3193817"/>
            <a:ext cx="8121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4478CBF-2CDD-2493-FD65-332A12F0DB4E}"/>
              </a:ext>
            </a:extLst>
          </p:cNvPr>
          <p:cNvCxnSpPr>
            <a:stCxn id="22" idx="3"/>
            <a:endCxn id="10" idx="1"/>
          </p:cNvCxnSpPr>
          <p:nvPr/>
        </p:nvCxnSpPr>
        <p:spPr>
          <a:xfrm>
            <a:off x="7964666" y="3193817"/>
            <a:ext cx="8121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6722790F-EEC1-C424-2EE4-59EA5D9C6B30}"/>
              </a:ext>
            </a:extLst>
          </p:cNvPr>
          <p:cNvCxnSpPr>
            <a:cxnSpLocks/>
            <a:stCxn id="22" idx="2"/>
            <a:endCxn id="14" idx="2"/>
          </p:cNvCxnSpPr>
          <p:nvPr/>
        </p:nvCxnSpPr>
        <p:spPr>
          <a:xfrm rot="5400000">
            <a:off x="7161273" y="3525088"/>
            <a:ext cx="12700" cy="1209458"/>
          </a:xfrm>
          <a:prstGeom prst="bentConnector3">
            <a:avLst>
              <a:gd name="adj1" fmla="val 160273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228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5A81820-09D1-5AE7-95F0-89033109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面向应用的功能模块设计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4EDCAEF2-37DF-ECA2-1C9B-8DEA7D921A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01460"/>
              </p:ext>
            </p:extLst>
          </p:nvPr>
        </p:nvGraphicFramePr>
        <p:xfrm>
          <a:off x="838200" y="1122363"/>
          <a:ext cx="105156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6748035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747835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615558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478098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275221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61697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zone</a:t>
                      </a:r>
                      <a:r>
                        <a:rPr lang="zh-CN" altLang="en-US" dirty="0"/>
                        <a:t>架构设计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线路合成优化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比特位置分配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AOD</a:t>
                      </a:r>
                      <a:r>
                        <a:rPr lang="zh-CN" altLang="en-US" dirty="0"/>
                        <a:t>调度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62142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zh-CN" altLang="en-US" dirty="0"/>
                        <a:t>通用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2738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altLang="zh-CN" dirty="0"/>
                        <a:t>NISQ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VQE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②</a:t>
                      </a:r>
                    </a:p>
                  </a:txBody>
                  <a:tcPr anchor="ctr"/>
                </a:tc>
                <a:tc rowSpan="3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4087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BV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9763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qaoa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75506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altLang="zh-CN" dirty="0"/>
                        <a:t>FTQC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Coding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③</a:t>
                      </a:r>
                    </a:p>
                  </a:txBody>
                  <a:tcPr anchor="ctr"/>
                </a:tc>
                <a:tc rowSpan="3"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④</a:t>
                      </a:r>
                    </a:p>
                  </a:txBody>
                  <a:tcPr anchor="ctr"/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1372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Syndrome extraction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1534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Logic gate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02098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4DF4E9D-76B5-27EE-16BA-AE8C013A2329}"/>
              </a:ext>
            </a:extLst>
          </p:cNvPr>
          <p:cNvSpPr txBox="1"/>
          <p:nvPr/>
        </p:nvSpPr>
        <p:spPr>
          <a:xfrm>
            <a:off x="3657600" y="4703523"/>
            <a:ext cx="329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分析不同硬件架构的编译代价</a:t>
            </a:r>
          </a:p>
        </p:txBody>
      </p:sp>
      <p:sp>
        <p:nvSpPr>
          <p:cNvPr id="3" name="箭头: 上 2">
            <a:extLst>
              <a:ext uri="{FF2B5EF4-FFF2-40B4-BE49-F238E27FC236}">
                <a16:creationId xmlns:a16="http://schemas.microsoft.com/office/drawing/2014/main" id="{14E1A523-7D6A-32C5-5C5A-59C1575AE104}"/>
              </a:ext>
            </a:extLst>
          </p:cNvPr>
          <p:cNvSpPr/>
          <p:nvPr/>
        </p:nvSpPr>
        <p:spPr>
          <a:xfrm>
            <a:off x="5091830" y="4052170"/>
            <a:ext cx="294362" cy="588723"/>
          </a:xfrm>
          <a:prstGeom prst="upArrow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95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5BF29-585A-592E-8D71-11C3C585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通用量子比特路由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9B2EB-D742-63EB-9CF2-B0B7A3717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755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FA157-D203-B2FE-22B7-3E249F9D8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E1697-3933-D9CB-6D91-F041BF4ED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23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9EC50-66C8-6D27-306C-61503D486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en-US" altLang="zh-CN" dirty="0"/>
              <a:t>NISQ</a:t>
            </a:r>
            <a:r>
              <a:rPr lang="zh-CN" altLang="en-US" dirty="0"/>
              <a:t>应用的编译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8762DA-CDC3-7763-024C-271A22A85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VQE</a:t>
            </a:r>
            <a:r>
              <a:rPr lang="zh-CN" altLang="en-US" dirty="0"/>
              <a:t>，一系列</a:t>
            </a:r>
            <a:r>
              <a:rPr lang="en-US" altLang="zh-CN" dirty="0"/>
              <a:t>Pauli strings</a:t>
            </a:r>
            <a:r>
              <a:rPr lang="zh-CN" altLang="en-US" dirty="0"/>
              <a:t>组成的</a:t>
            </a:r>
            <a:r>
              <a:rPr lang="en-US" altLang="zh-CN" dirty="0"/>
              <a:t>ansatz</a:t>
            </a:r>
          </a:p>
          <a:p>
            <a:r>
              <a:rPr lang="en-US" altLang="zh-CN" dirty="0"/>
              <a:t>QAOA</a:t>
            </a:r>
            <a:r>
              <a:rPr lang="zh-CN" altLang="en-US" dirty="0"/>
              <a:t>，线路结构和图有关，</a:t>
            </a:r>
            <a:r>
              <a:rPr lang="en-US" altLang="zh-CN" dirty="0"/>
              <a:t>two qubit gadgets </a:t>
            </a:r>
            <a:r>
              <a:rPr lang="zh-CN" altLang="en-US" dirty="0"/>
              <a:t>对易</a:t>
            </a:r>
            <a:endParaRPr lang="en-US" altLang="zh-CN" dirty="0"/>
          </a:p>
          <a:p>
            <a:r>
              <a:rPr lang="en-US" altLang="zh-CN" dirty="0"/>
              <a:t>BV, GHZ </a:t>
            </a:r>
            <a:r>
              <a:rPr lang="zh-CN" altLang="en-US" dirty="0"/>
              <a:t>线路本身具有特殊结构</a:t>
            </a:r>
          </a:p>
        </p:txBody>
      </p:sp>
    </p:spTree>
    <p:extLst>
      <p:ext uri="{BB962C8B-B14F-4D97-AF65-F5344CB8AC3E}">
        <p14:creationId xmlns:p14="http://schemas.microsoft.com/office/powerpoint/2010/main" val="150382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5400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96</Words>
  <Application>Microsoft Office PowerPoint</Application>
  <PresentationFormat>宽屏</PresentationFormat>
  <Paragraphs>34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编译框架</vt:lpstr>
      <vt:lpstr>面向应用的功能模块设计</vt:lpstr>
      <vt:lpstr>通用量子比特路由</vt:lpstr>
      <vt:lpstr>PowerPoint 演示文稿</vt:lpstr>
      <vt:lpstr>针对NISQ应用的编译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永尚 李</dc:creator>
  <cp:lastModifiedBy>永尚 李</cp:lastModifiedBy>
  <cp:revision>2</cp:revision>
  <dcterms:created xsi:type="dcterms:W3CDTF">2026-06-18T09:16:01Z</dcterms:created>
  <dcterms:modified xsi:type="dcterms:W3CDTF">2026-06-23T06:13:55Z</dcterms:modified>
</cp:coreProperties>
</file>